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Lst>
  <p:notesMasterIdLst>
    <p:notesMasterId r:id="rId27"/>
  </p:notesMasterIdLst>
  <p:sldIdLst>
    <p:sldId id="256" r:id="rId2"/>
    <p:sldId id="258" r:id="rId3"/>
    <p:sldId id="260" r:id="rId4"/>
    <p:sldId id="279" r:id="rId5"/>
    <p:sldId id="280" r:id="rId6"/>
    <p:sldId id="281" r:id="rId7"/>
    <p:sldId id="283" r:id="rId8"/>
    <p:sldId id="262" r:id="rId9"/>
    <p:sldId id="284" r:id="rId10"/>
    <p:sldId id="264" r:id="rId11"/>
    <p:sldId id="285" r:id="rId12"/>
    <p:sldId id="288" r:id="rId13"/>
    <p:sldId id="286" r:id="rId14"/>
    <p:sldId id="266" r:id="rId15"/>
    <p:sldId id="287" r:id="rId16"/>
    <p:sldId id="289" r:id="rId17"/>
    <p:sldId id="265" r:id="rId18"/>
    <p:sldId id="268" r:id="rId19"/>
    <p:sldId id="269" r:id="rId20"/>
    <p:sldId id="270" r:id="rId21"/>
    <p:sldId id="271" r:id="rId22"/>
    <p:sldId id="272" r:id="rId23"/>
    <p:sldId id="273" r:id="rId24"/>
    <p:sldId id="274" r:id="rId25"/>
    <p:sldId id="277"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252155-3F86-4ADA-A706-4A08011AA514}">
  <a:tblStyle styleId="{4C252155-3F86-4ADA-A706-4A08011AA51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5"/>
  </p:normalViewPr>
  <p:slideViewPr>
    <p:cSldViewPr snapToGrid="0">
      <p:cViewPr varScale="1">
        <p:scale>
          <a:sx n="160" d="100"/>
          <a:sy n="160" d="100"/>
        </p:scale>
        <p:origin x="7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5602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25F5A-EC3F-202C-0349-338C5B407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9B28E-67F7-6DAB-DE72-B2C68BF1E12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2AAC9E1-D7A7-5245-9EE5-C5B31666D98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98654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a:t>
            </a:r>
            <a:r>
              <a:rPr lang="en-US" b="1" dirty="0"/>
              <a:t>previous headway summary is technical</a:t>
            </a:r>
            <a:r>
              <a:rPr lang="en-US" dirty="0"/>
              <a:t>—it shows schedule changes, but </a:t>
            </a:r>
            <a:r>
              <a:rPr lang="en-US" b="1" dirty="0"/>
              <a:t>does not fully capture how those changes feel to riders in the real world</a:t>
            </a:r>
            <a:r>
              <a:rPr lang="en-US" dirty="0"/>
              <a:t>.</a:t>
            </a:r>
          </a:p>
          <a:p>
            <a:r>
              <a:rPr lang="en-US" b="1" dirty="0"/>
              <a:t>Service frequency is reduced by up to ~20% on some routes</a:t>
            </a:r>
            <a:r>
              <a:rPr lang="en-US" dirty="0"/>
              <a:t>, which means </a:t>
            </a:r>
            <a:r>
              <a:rPr lang="en-US" b="1" dirty="0"/>
              <a:t>fewer chances to catch the bus</a:t>
            </a:r>
            <a:r>
              <a:rPr lang="en-US" dirty="0"/>
              <a:t> and a higher risk of missing trips.</a:t>
            </a:r>
          </a:p>
          <a:p>
            <a:r>
              <a:rPr lang="en-US" b="1" dirty="0"/>
              <a:t>Peak headways increase</a:t>
            </a:r>
            <a:r>
              <a:rPr lang="en-US" dirty="0"/>
              <a:t> (e.g., from 15 to 20 minutes), so </a:t>
            </a:r>
            <a:r>
              <a:rPr lang="en-US" b="1" dirty="0"/>
              <a:t>workers may have to leave earlier or risk being late</a:t>
            </a:r>
            <a:r>
              <a:rPr lang="en-US" dirty="0"/>
              <a:t> to jobs, classes, or appointments.</a:t>
            </a:r>
          </a:p>
          <a:p>
            <a:r>
              <a:rPr lang="en-US" b="1" dirty="0"/>
              <a:t>Midday headways also increase</a:t>
            </a:r>
            <a:r>
              <a:rPr lang="en-US" dirty="0"/>
              <a:t>, making it harder to </a:t>
            </a:r>
            <a:r>
              <a:rPr lang="en-US" b="1" dirty="0"/>
              <a:t>string together errands, caregiving trips, and part-time work</a:t>
            </a:r>
            <a:r>
              <a:rPr lang="en-US" dirty="0"/>
              <a:t> across the day.</a:t>
            </a:r>
          </a:p>
          <a:p>
            <a:r>
              <a:rPr lang="en-US" b="1" dirty="0"/>
              <a:t>Effective travel times grow</a:t>
            </a:r>
            <a:r>
              <a:rPr lang="en-US" dirty="0"/>
              <a:t> because riders must </a:t>
            </a:r>
            <a:r>
              <a:rPr lang="en-US" b="1" dirty="0"/>
              <a:t>build in extra “buffer” time</a:t>
            </a:r>
            <a:r>
              <a:rPr lang="en-US" dirty="0"/>
              <a:t> to avoid being stranded by less frequent service.</a:t>
            </a:r>
          </a:p>
          <a:p>
            <a:r>
              <a:rPr lang="en-US" b="1" dirty="0"/>
              <a:t>Commuting trips become less reliable</a:t>
            </a:r>
            <a:r>
              <a:rPr lang="en-US" dirty="0"/>
              <a:t>, especially for workers with </a:t>
            </a:r>
            <a:r>
              <a:rPr lang="en-US" b="1" dirty="0"/>
              <a:t>inflexible start times, shift work, or multiple jobs</a:t>
            </a:r>
            <a:r>
              <a:rPr lang="en-US" dirty="0"/>
              <a:t>.</a:t>
            </a:r>
          </a:p>
          <a:p>
            <a:r>
              <a:rPr lang="en-US" dirty="0"/>
              <a:t>Some </a:t>
            </a:r>
            <a:r>
              <a:rPr lang="en-US" b="1" dirty="0"/>
              <a:t>“choice riders” may shift to driving or other modes</a:t>
            </a:r>
            <a:r>
              <a:rPr lang="en-US" dirty="0"/>
              <a:t>, but </a:t>
            </a:r>
            <a:r>
              <a:rPr lang="en-US" b="1" dirty="0"/>
              <a:t>transit-dependent riders have no easy alternatives and absorb the full cost of these cuts</a:t>
            </a:r>
            <a:r>
              <a:rPr lang="en-US" dirty="0"/>
              <a:t>.</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a:extLst>
            <a:ext uri="{FF2B5EF4-FFF2-40B4-BE49-F238E27FC236}">
              <a16:creationId xmlns:a16="http://schemas.microsoft.com/office/drawing/2014/main" id="{F83F9B29-34CF-70F8-FEE0-185117798490}"/>
            </a:ext>
          </a:extLst>
        </p:cNvPr>
        <p:cNvGrpSpPr/>
        <p:nvPr/>
      </p:nvGrpSpPr>
      <p:grpSpPr>
        <a:xfrm>
          <a:off x="0" y="0"/>
          <a:ext cx="0" cy="0"/>
          <a:chOff x="0" y="0"/>
          <a:chExt cx="0" cy="0"/>
        </a:xfrm>
      </p:grpSpPr>
      <p:sp>
        <p:nvSpPr>
          <p:cNvPr id="807" name="Google Shape;807;ge1d838b627_4_0:notes">
            <a:extLst>
              <a:ext uri="{FF2B5EF4-FFF2-40B4-BE49-F238E27FC236}">
                <a16:creationId xmlns:a16="http://schemas.microsoft.com/office/drawing/2014/main" id="{7EE055AD-B916-16DD-EF96-A91D2B71BE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a:extLst>
              <a:ext uri="{FF2B5EF4-FFF2-40B4-BE49-F238E27FC236}">
                <a16:creationId xmlns:a16="http://schemas.microsoft.com/office/drawing/2014/main" id="{05A80C3B-A4BF-14E1-8DA6-793BF421A0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9129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a:extLst>
            <a:ext uri="{FF2B5EF4-FFF2-40B4-BE49-F238E27FC236}">
              <a16:creationId xmlns:a16="http://schemas.microsoft.com/office/drawing/2014/main" id="{7B3994D4-6CC6-A10A-4878-5D546A03D97E}"/>
            </a:ext>
          </a:extLst>
        </p:cNvPr>
        <p:cNvGrpSpPr/>
        <p:nvPr/>
      </p:nvGrpSpPr>
      <p:grpSpPr>
        <a:xfrm>
          <a:off x="0" y="0"/>
          <a:ext cx="0" cy="0"/>
          <a:chOff x="0" y="0"/>
          <a:chExt cx="0" cy="0"/>
        </a:xfrm>
      </p:grpSpPr>
      <p:sp>
        <p:nvSpPr>
          <p:cNvPr id="807" name="Google Shape;807;ge1d838b627_4_0:notes">
            <a:extLst>
              <a:ext uri="{FF2B5EF4-FFF2-40B4-BE49-F238E27FC236}">
                <a16:creationId xmlns:a16="http://schemas.microsoft.com/office/drawing/2014/main" id="{F65FBE39-0D48-8E35-9008-BC93883C5C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a:extLst>
              <a:ext uri="{FF2B5EF4-FFF2-40B4-BE49-F238E27FC236}">
                <a16:creationId xmlns:a16="http://schemas.microsoft.com/office/drawing/2014/main" id="{F15188E1-B4C2-9762-6102-A66763731D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2784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a:extLst>
            <a:ext uri="{FF2B5EF4-FFF2-40B4-BE49-F238E27FC236}">
              <a16:creationId xmlns:a16="http://schemas.microsoft.com/office/drawing/2014/main" id="{1A682A9F-3511-4A39-C5FD-E02458948728}"/>
            </a:ext>
          </a:extLst>
        </p:cNvPr>
        <p:cNvGrpSpPr/>
        <p:nvPr/>
      </p:nvGrpSpPr>
      <p:grpSpPr>
        <a:xfrm>
          <a:off x="0" y="0"/>
          <a:ext cx="0" cy="0"/>
          <a:chOff x="0" y="0"/>
          <a:chExt cx="0" cy="0"/>
        </a:xfrm>
      </p:grpSpPr>
      <p:sp>
        <p:nvSpPr>
          <p:cNvPr id="807" name="Google Shape;807;ge1d838b627_4_0:notes">
            <a:extLst>
              <a:ext uri="{FF2B5EF4-FFF2-40B4-BE49-F238E27FC236}">
                <a16:creationId xmlns:a16="http://schemas.microsoft.com/office/drawing/2014/main" id="{5F177BEC-7FA5-A541-6A8A-C75D5C17C7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a:extLst>
              <a:ext uri="{FF2B5EF4-FFF2-40B4-BE49-F238E27FC236}">
                <a16:creationId xmlns:a16="http://schemas.microsoft.com/office/drawing/2014/main" id="{BB211F81-1E21-1F85-52E4-93675B9509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0565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a:extLst>
            <a:ext uri="{FF2B5EF4-FFF2-40B4-BE49-F238E27FC236}">
              <a16:creationId xmlns:a16="http://schemas.microsoft.com/office/drawing/2014/main" id="{3126EFE0-F452-8B9F-B868-8ED1FE6032C3}"/>
            </a:ext>
          </a:extLst>
        </p:cNvPr>
        <p:cNvGrpSpPr/>
        <p:nvPr/>
      </p:nvGrpSpPr>
      <p:grpSpPr>
        <a:xfrm>
          <a:off x="0" y="0"/>
          <a:ext cx="0" cy="0"/>
          <a:chOff x="0" y="0"/>
          <a:chExt cx="0" cy="0"/>
        </a:xfrm>
      </p:grpSpPr>
      <p:sp>
        <p:nvSpPr>
          <p:cNvPr id="1161" name="Google Shape;1161;ge1d838b627_4_168:notes">
            <a:extLst>
              <a:ext uri="{FF2B5EF4-FFF2-40B4-BE49-F238E27FC236}">
                <a16:creationId xmlns:a16="http://schemas.microsoft.com/office/drawing/2014/main" id="{37F6E568-B4FF-3A09-C91B-879E377E7F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e1d838b627_4_168:notes">
            <a:extLst>
              <a:ext uri="{FF2B5EF4-FFF2-40B4-BE49-F238E27FC236}">
                <a16:creationId xmlns:a16="http://schemas.microsoft.com/office/drawing/2014/main" id="{43760706-2E50-81FE-EDED-21184AEA79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9181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a:extLst>
            <a:ext uri="{FF2B5EF4-FFF2-40B4-BE49-F238E27FC236}">
              <a16:creationId xmlns:a16="http://schemas.microsoft.com/office/drawing/2014/main" id="{BCAB0389-96F2-5D7A-A273-519C6C7D6E59}"/>
            </a:ext>
          </a:extLst>
        </p:cNvPr>
        <p:cNvGrpSpPr/>
        <p:nvPr/>
      </p:nvGrpSpPr>
      <p:grpSpPr>
        <a:xfrm>
          <a:off x="0" y="0"/>
          <a:ext cx="0" cy="0"/>
          <a:chOff x="0" y="0"/>
          <a:chExt cx="0" cy="0"/>
        </a:xfrm>
      </p:grpSpPr>
      <p:sp>
        <p:nvSpPr>
          <p:cNvPr id="807" name="Google Shape;807;ge1d838b627_4_0:notes">
            <a:extLst>
              <a:ext uri="{FF2B5EF4-FFF2-40B4-BE49-F238E27FC236}">
                <a16:creationId xmlns:a16="http://schemas.microsoft.com/office/drawing/2014/main" id="{8FC8171C-649E-64CC-6F1D-0A4D312881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a:extLst>
              <a:ext uri="{FF2B5EF4-FFF2-40B4-BE49-F238E27FC236}">
                <a16:creationId xmlns:a16="http://schemas.microsoft.com/office/drawing/2014/main" id="{08E7AD4C-D89A-8D08-EA2C-CFC6153C5E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0741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e1d838b627_4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0"/>
        <p:cNvGrpSpPr/>
        <p:nvPr/>
      </p:nvGrpSpPr>
      <p:grpSpPr>
        <a:xfrm>
          <a:off x="0" y="0"/>
          <a:ext cx="0" cy="0"/>
          <a:chOff x="0" y="0"/>
          <a:chExt cx="0" cy="0"/>
        </a:xfrm>
      </p:grpSpPr>
      <p:sp>
        <p:nvSpPr>
          <p:cNvPr id="1381" name="Google Shape;1381;ge1d838b627_4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2" name="Google Shape;1382;ge1d838b627_4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4"/>
        <p:cNvGrpSpPr/>
        <p:nvPr/>
      </p:nvGrpSpPr>
      <p:grpSpPr>
        <a:xfrm>
          <a:off x="0" y="0"/>
          <a:ext cx="0" cy="0"/>
          <a:chOff x="0" y="0"/>
          <a:chExt cx="0" cy="0"/>
        </a:xfrm>
      </p:grpSpPr>
      <p:sp>
        <p:nvSpPr>
          <p:cNvPr id="1465" name="Google Shape;1465;ge1d838b627_4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6" name="Google Shape;1466;ge1d838b627_4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p:cNvGrpSpPr/>
        <p:nvPr/>
      </p:nvGrpSpPr>
      <p:grpSpPr>
        <a:xfrm>
          <a:off x="0" y="0"/>
          <a:ext cx="0" cy="0"/>
          <a:chOff x="0" y="0"/>
          <a:chExt cx="0" cy="0"/>
        </a:xfrm>
      </p:grpSpPr>
      <p:sp>
        <p:nvSpPr>
          <p:cNvPr id="1540" name="Google Shape;1540;ge1d838b627_4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1" name="Google Shape;1541;ge1d838b627_4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4"/>
        <p:cNvGrpSpPr/>
        <p:nvPr/>
      </p:nvGrpSpPr>
      <p:grpSpPr>
        <a:xfrm>
          <a:off x="0" y="0"/>
          <a:ext cx="0" cy="0"/>
          <a:chOff x="0" y="0"/>
          <a:chExt cx="0" cy="0"/>
        </a:xfrm>
      </p:grpSpPr>
      <p:sp>
        <p:nvSpPr>
          <p:cNvPr id="1845" name="Google Shape;1845;ge20d9cf8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6" name="Google Shape;1846;ge20d9cf8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e1d838b627_4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e1d838b627_4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2"/>
        <p:cNvGrpSpPr/>
        <p:nvPr/>
      </p:nvGrpSpPr>
      <p:grpSpPr>
        <a:xfrm>
          <a:off x="0" y="0"/>
          <a:ext cx="0" cy="0"/>
          <a:chOff x="0" y="0"/>
          <a:chExt cx="0" cy="0"/>
        </a:xfrm>
      </p:grpSpPr>
      <p:sp>
        <p:nvSpPr>
          <p:cNvPr id="1903" name="Google Shape;1903;ge1d838b627_4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4" name="Google Shape;1904;ge1d838b627_4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5"/>
        <p:cNvGrpSpPr/>
        <p:nvPr/>
      </p:nvGrpSpPr>
      <p:grpSpPr>
        <a:xfrm>
          <a:off x="0" y="0"/>
          <a:ext cx="0" cy="0"/>
          <a:chOff x="0" y="0"/>
          <a:chExt cx="0" cy="0"/>
        </a:xfrm>
      </p:grpSpPr>
      <p:sp>
        <p:nvSpPr>
          <p:cNvPr id="2106" name="Google Shape;2106;ge1d838b627_4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7" name="Google Shape;2107;ge1d838b627_4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9"/>
        <p:cNvGrpSpPr/>
        <p:nvPr/>
      </p:nvGrpSpPr>
      <p:grpSpPr>
        <a:xfrm>
          <a:off x="0" y="0"/>
          <a:ext cx="0" cy="0"/>
          <a:chOff x="0" y="0"/>
          <a:chExt cx="0" cy="0"/>
        </a:xfrm>
      </p:grpSpPr>
      <p:sp>
        <p:nvSpPr>
          <p:cNvPr id="2650" name="Google Shape;2650;ge207fd22f2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1" name="Google Shape;2651;ge207fd22f2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680500" y="2087050"/>
            <a:ext cx="7782900" cy="3936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flipH="1">
            <a:off x="-125295" y="2863619"/>
            <a:ext cx="9269294" cy="2449505"/>
            <a:chOff x="2477366" y="1218625"/>
            <a:chExt cx="7526833" cy="1989042"/>
          </a:xfrm>
        </p:grpSpPr>
        <p:sp>
          <p:nvSpPr>
            <p:cNvPr id="12" name="Google Shape;12;p2"/>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477366" y="2056267"/>
              <a:ext cx="7425000" cy="1151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3591150" y="838600"/>
            <a:ext cx="3657600" cy="841800"/>
          </a:xfrm>
          <a:prstGeom prst="rect">
            <a:avLst/>
          </a:prstGeom>
          <a:ln>
            <a:noFill/>
          </a:ln>
        </p:spPr>
        <p:txBody>
          <a:bodyPr spcFirstLastPara="1" wrap="square" lIns="91425" tIns="91425" rIns="91425" bIns="91425" anchor="ctr"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1895250" y="861850"/>
            <a:ext cx="1268400" cy="126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 name="Google Shape;23;p3"/>
          <p:cNvSpPr txBox="1">
            <a:spLocks noGrp="1"/>
          </p:cNvSpPr>
          <p:nvPr>
            <p:ph type="subTitle" idx="1"/>
          </p:nvPr>
        </p:nvSpPr>
        <p:spPr>
          <a:xfrm>
            <a:off x="3591150" y="1680400"/>
            <a:ext cx="3657600" cy="474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sp>
        <p:nvSpPr>
          <p:cNvPr id="28" name="Google Shape;28;p4"/>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subTitle" idx="1"/>
          </p:nvPr>
        </p:nvSpPr>
        <p:spPr>
          <a:xfrm>
            <a:off x="1533650" y="2214747"/>
            <a:ext cx="29076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 name="Google Shape;31;p5"/>
          <p:cNvSpPr txBox="1">
            <a:spLocks noGrp="1"/>
          </p:cNvSpPr>
          <p:nvPr>
            <p:ph type="subTitle" idx="2"/>
          </p:nvPr>
        </p:nvSpPr>
        <p:spPr>
          <a:xfrm>
            <a:off x="4702750" y="2214747"/>
            <a:ext cx="29076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 name="Google Shape;32;p5"/>
          <p:cNvSpPr txBox="1">
            <a:spLocks noGrp="1"/>
          </p:cNvSpPr>
          <p:nvPr>
            <p:ph type="subTitle" idx="3"/>
          </p:nvPr>
        </p:nvSpPr>
        <p:spPr>
          <a:xfrm>
            <a:off x="15336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 name="Google Shape;33;p5"/>
          <p:cNvSpPr txBox="1">
            <a:spLocks noGrp="1"/>
          </p:cNvSpPr>
          <p:nvPr>
            <p:ph type="subTitle" idx="4"/>
          </p:nvPr>
        </p:nvSpPr>
        <p:spPr>
          <a:xfrm>
            <a:off x="47027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 name="Google Shape;34;p5"/>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5"/>
          <p:cNvSpPr/>
          <p:nvPr/>
        </p:nvSpPr>
        <p:spPr>
          <a:xfrm>
            <a:off x="-268900"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100436"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5"/>
          <p:cNvGrpSpPr/>
          <p:nvPr/>
        </p:nvGrpSpPr>
        <p:grpSpPr>
          <a:xfrm>
            <a:off x="8542415" y="2462477"/>
            <a:ext cx="1151549" cy="2060253"/>
            <a:chOff x="-3882175" y="2494675"/>
            <a:chExt cx="1407074" cy="2517416"/>
          </a:xfrm>
        </p:grpSpPr>
        <p:sp>
          <p:nvSpPr>
            <p:cNvPr id="38" name="Google Shape;38;p5"/>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49;p5"/>
          <p:cNvGrpSpPr/>
          <p:nvPr/>
        </p:nvGrpSpPr>
        <p:grpSpPr>
          <a:xfrm>
            <a:off x="-1899325" y="3429400"/>
            <a:ext cx="2907600" cy="1096308"/>
            <a:chOff x="-1921875" y="3428500"/>
            <a:chExt cx="2907600" cy="1096308"/>
          </a:xfrm>
        </p:grpSpPr>
        <p:sp>
          <p:nvSpPr>
            <p:cNvPr id="50" name="Google Shape;50;p5"/>
            <p:cNvSpPr/>
            <p:nvPr/>
          </p:nvSpPr>
          <p:spPr>
            <a:xfrm>
              <a:off x="604917" y="3502838"/>
              <a:ext cx="314214" cy="778307"/>
            </a:xfrm>
            <a:custGeom>
              <a:avLst/>
              <a:gdLst/>
              <a:ahLst/>
              <a:cxnLst/>
              <a:rect l="l" t="t" r="r" b="b"/>
              <a:pathLst>
                <a:path w="1826" h="4523" extrusionOk="0">
                  <a:moveTo>
                    <a:pt x="1" y="0"/>
                  </a:moveTo>
                  <a:lnTo>
                    <a:pt x="1527" y="4523"/>
                  </a:lnTo>
                  <a:lnTo>
                    <a:pt x="1825" y="4423"/>
                  </a:lnTo>
                  <a:lnTo>
                    <a:pt x="3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580310" y="3502838"/>
              <a:ext cx="314041" cy="778307"/>
            </a:xfrm>
            <a:custGeom>
              <a:avLst/>
              <a:gdLst/>
              <a:ahLst/>
              <a:cxnLst/>
              <a:rect l="l" t="t" r="r" b="b"/>
              <a:pathLst>
                <a:path w="1825" h="4523" extrusionOk="0">
                  <a:moveTo>
                    <a:pt x="0" y="0"/>
                  </a:moveTo>
                  <a:lnTo>
                    <a:pt x="1526" y="4523"/>
                  </a:lnTo>
                  <a:lnTo>
                    <a:pt x="1825" y="4423"/>
                  </a:lnTo>
                  <a:lnTo>
                    <a:pt x="332" y="0"/>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1543304" y="3502838"/>
              <a:ext cx="314214" cy="778307"/>
            </a:xfrm>
            <a:custGeom>
              <a:avLst/>
              <a:gdLst/>
              <a:ahLst/>
              <a:cxnLst/>
              <a:rect l="l" t="t" r="r" b="b"/>
              <a:pathLst>
                <a:path w="1826" h="4523" extrusionOk="0">
                  <a:moveTo>
                    <a:pt x="1483" y="0"/>
                  </a:moveTo>
                  <a:lnTo>
                    <a:pt x="1" y="4423"/>
                  </a:lnTo>
                  <a:lnTo>
                    <a:pt x="300" y="4523"/>
                  </a:lnTo>
                  <a:lnTo>
                    <a:pt x="1825"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1569804" y="3502838"/>
              <a:ext cx="314041" cy="778307"/>
            </a:xfrm>
            <a:custGeom>
              <a:avLst/>
              <a:gdLst/>
              <a:ahLst/>
              <a:cxnLst/>
              <a:rect l="l" t="t" r="r" b="b"/>
              <a:pathLst>
                <a:path w="1825" h="4523" extrusionOk="0">
                  <a:moveTo>
                    <a:pt x="1493" y="0"/>
                  </a:moveTo>
                  <a:lnTo>
                    <a:pt x="0" y="4423"/>
                  </a:lnTo>
                  <a:lnTo>
                    <a:pt x="299" y="4523"/>
                  </a:lnTo>
                  <a:lnTo>
                    <a:pt x="1825" y="0"/>
                  </a:lnTo>
                  <a:close/>
                </a:path>
              </a:pathLst>
            </a:custGeom>
            <a:solidFill>
              <a:srgbClr val="BF6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1480495" y="3428500"/>
              <a:ext cx="2426293" cy="782264"/>
            </a:xfrm>
            <a:custGeom>
              <a:avLst/>
              <a:gdLst/>
              <a:ahLst/>
              <a:cxnLst/>
              <a:rect l="l" t="t" r="r" b="b"/>
              <a:pathLst>
                <a:path w="14100" h="4546" extrusionOk="0">
                  <a:moveTo>
                    <a:pt x="1" y="1"/>
                  </a:moveTo>
                  <a:lnTo>
                    <a:pt x="1" y="2478"/>
                  </a:lnTo>
                  <a:lnTo>
                    <a:pt x="2080" y="4546"/>
                  </a:lnTo>
                  <a:lnTo>
                    <a:pt x="12032" y="4546"/>
                  </a:lnTo>
                  <a:lnTo>
                    <a:pt x="14099" y="2478"/>
                  </a:ln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1510953" y="3428500"/>
              <a:ext cx="2426293" cy="782264"/>
            </a:xfrm>
            <a:custGeom>
              <a:avLst/>
              <a:gdLst/>
              <a:ahLst/>
              <a:cxnLst/>
              <a:rect l="l" t="t" r="r" b="b"/>
              <a:pathLst>
                <a:path w="14100" h="4546" extrusionOk="0">
                  <a:moveTo>
                    <a:pt x="1" y="1"/>
                  </a:moveTo>
                  <a:lnTo>
                    <a:pt x="1" y="2478"/>
                  </a:lnTo>
                  <a:lnTo>
                    <a:pt x="2080" y="4546"/>
                  </a:lnTo>
                  <a:lnTo>
                    <a:pt x="12032" y="4546"/>
                  </a:lnTo>
                  <a:cubicBezTo>
                    <a:pt x="12839" y="3738"/>
                    <a:pt x="13292" y="3285"/>
                    <a:pt x="14099" y="2478"/>
                  </a:cubicBezTo>
                  <a:lnTo>
                    <a:pt x="1409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1587011" y="3428500"/>
              <a:ext cx="2426293" cy="782264"/>
            </a:xfrm>
            <a:custGeom>
              <a:avLst/>
              <a:gdLst/>
              <a:ahLst/>
              <a:cxnLst/>
              <a:rect l="l" t="t" r="r" b="b"/>
              <a:pathLst>
                <a:path w="14100" h="4546" extrusionOk="0">
                  <a:moveTo>
                    <a:pt x="1" y="1"/>
                  </a:moveTo>
                  <a:lnTo>
                    <a:pt x="1" y="2478"/>
                  </a:lnTo>
                  <a:lnTo>
                    <a:pt x="2068" y="4546"/>
                  </a:lnTo>
                  <a:lnTo>
                    <a:pt x="12020" y="4546"/>
                  </a:lnTo>
                  <a:lnTo>
                    <a:pt x="14099" y="2478"/>
                  </a:lnTo>
                  <a:lnTo>
                    <a:pt x="140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1792472" y="3428500"/>
              <a:ext cx="2426121" cy="782264"/>
            </a:xfrm>
            <a:custGeom>
              <a:avLst/>
              <a:gdLst/>
              <a:ahLst/>
              <a:cxnLst/>
              <a:rect l="l" t="t" r="r" b="b"/>
              <a:pathLst>
                <a:path w="14099" h="4546" extrusionOk="0">
                  <a:moveTo>
                    <a:pt x="0" y="1"/>
                  </a:moveTo>
                  <a:lnTo>
                    <a:pt x="0" y="2478"/>
                  </a:lnTo>
                  <a:cubicBezTo>
                    <a:pt x="808" y="3285"/>
                    <a:pt x="1261" y="3738"/>
                    <a:pt x="2068" y="4546"/>
                  </a:cubicBezTo>
                  <a:lnTo>
                    <a:pt x="12020" y="4546"/>
                  </a:lnTo>
                  <a:cubicBezTo>
                    <a:pt x="12827" y="3738"/>
                    <a:pt x="13281" y="3285"/>
                    <a:pt x="14099" y="2478"/>
                  </a:cubicBez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1824823" y="3428500"/>
              <a:ext cx="2426121" cy="782264"/>
            </a:xfrm>
            <a:custGeom>
              <a:avLst/>
              <a:gdLst/>
              <a:ahLst/>
              <a:cxnLst/>
              <a:rect l="l" t="t" r="r" b="b"/>
              <a:pathLst>
                <a:path w="14099" h="4546" extrusionOk="0">
                  <a:moveTo>
                    <a:pt x="0" y="1"/>
                  </a:moveTo>
                  <a:lnTo>
                    <a:pt x="0" y="2478"/>
                  </a:lnTo>
                  <a:lnTo>
                    <a:pt x="2068" y="4546"/>
                  </a:lnTo>
                  <a:lnTo>
                    <a:pt x="12020" y="4546"/>
                  </a:lnTo>
                  <a:cubicBezTo>
                    <a:pt x="12827" y="3738"/>
                    <a:pt x="13281" y="3285"/>
                    <a:pt x="14099" y="2478"/>
                  </a:cubicBezTo>
                  <a:lnTo>
                    <a:pt x="14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1467073"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1048580"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631807" y="3500945"/>
              <a:ext cx="34415"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13142"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205352"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601131" y="3428500"/>
              <a:ext cx="380808" cy="74510"/>
            </a:xfrm>
            <a:custGeom>
              <a:avLst/>
              <a:gdLst/>
              <a:ahLst/>
              <a:cxnLst/>
              <a:rect l="l" t="t" r="r" b="b"/>
              <a:pathLst>
                <a:path w="2213" h="433"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601131" y="4210594"/>
              <a:ext cx="380808" cy="74337"/>
            </a:xfrm>
            <a:custGeom>
              <a:avLst/>
              <a:gdLst/>
              <a:ahLst/>
              <a:cxnLst/>
              <a:rect l="l" t="t" r="r" b="b"/>
              <a:pathLst>
                <a:path w="2213" h="432"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273839" y="4189600"/>
              <a:ext cx="314214" cy="21166"/>
            </a:xfrm>
            <a:custGeom>
              <a:avLst/>
              <a:gdLst/>
              <a:ahLst/>
              <a:cxnLst/>
              <a:rect l="l" t="t" r="r" b="b"/>
              <a:pathLst>
                <a:path w="1826" h="123" extrusionOk="0">
                  <a:moveTo>
                    <a:pt x="1" y="1"/>
                  </a:moveTo>
                  <a:lnTo>
                    <a:pt x="1" y="123"/>
                  </a:lnTo>
                  <a:lnTo>
                    <a:pt x="1825" y="123"/>
                  </a:lnTo>
                  <a:lnTo>
                    <a:pt x="18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294832" y="3854737"/>
              <a:ext cx="544453" cy="335035"/>
            </a:xfrm>
            <a:custGeom>
              <a:avLst/>
              <a:gdLst/>
              <a:ahLst/>
              <a:cxnLst/>
              <a:rect l="l" t="t" r="r" b="b"/>
              <a:pathLst>
                <a:path w="3164" h="1947" extrusionOk="0">
                  <a:moveTo>
                    <a:pt x="1958" y="1"/>
                  </a:moveTo>
                  <a:lnTo>
                    <a:pt x="1" y="1947"/>
                  </a:lnTo>
                  <a:lnTo>
                    <a:pt x="1206" y="1947"/>
                  </a:lnTo>
                  <a:lnTo>
                    <a:pt x="3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1921875" y="4305753"/>
              <a:ext cx="47665" cy="106688"/>
            </a:xfrm>
            <a:custGeom>
              <a:avLst/>
              <a:gdLst/>
              <a:ahLst/>
              <a:cxnLst/>
              <a:rect l="l" t="t" r="r" b="b"/>
              <a:pathLst>
                <a:path w="277" h="620" extrusionOk="0">
                  <a:moveTo>
                    <a:pt x="133" y="0"/>
                  </a:moveTo>
                  <a:cubicBezTo>
                    <a:pt x="56" y="0"/>
                    <a:pt x="1" y="67"/>
                    <a:pt x="1" y="133"/>
                  </a:cubicBezTo>
                  <a:lnTo>
                    <a:pt x="1" y="476"/>
                  </a:lnTo>
                  <a:cubicBezTo>
                    <a:pt x="1" y="553"/>
                    <a:pt x="56" y="620"/>
                    <a:pt x="133" y="620"/>
                  </a:cubicBezTo>
                  <a:cubicBezTo>
                    <a:pt x="211" y="620"/>
                    <a:pt x="277" y="553"/>
                    <a:pt x="277" y="476"/>
                  </a:cubicBezTo>
                  <a:lnTo>
                    <a:pt x="277" y="133"/>
                  </a:lnTo>
                  <a:cubicBezTo>
                    <a:pt x="277" y="67"/>
                    <a:pt x="211"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1908625" y="4307646"/>
              <a:ext cx="34415" cy="104795"/>
            </a:xfrm>
            <a:custGeom>
              <a:avLst/>
              <a:gdLst/>
              <a:ahLst/>
              <a:cxnLst/>
              <a:rect l="l" t="t" r="r" b="b"/>
              <a:pathLst>
                <a:path w="200" h="609" extrusionOk="0">
                  <a:moveTo>
                    <a:pt x="100" y="1"/>
                  </a:moveTo>
                  <a:cubicBezTo>
                    <a:pt x="45" y="1"/>
                    <a:pt x="1" y="45"/>
                    <a:pt x="1" y="100"/>
                  </a:cubicBezTo>
                  <a:lnTo>
                    <a:pt x="1" y="509"/>
                  </a:lnTo>
                  <a:cubicBezTo>
                    <a:pt x="1" y="564"/>
                    <a:pt x="45" y="609"/>
                    <a:pt x="100" y="609"/>
                  </a:cubicBezTo>
                  <a:cubicBezTo>
                    <a:pt x="156" y="609"/>
                    <a:pt x="200" y="564"/>
                    <a:pt x="200" y="509"/>
                  </a:cubicBezTo>
                  <a:lnTo>
                    <a:pt x="200" y="100"/>
                  </a:lnTo>
                  <a:cubicBezTo>
                    <a:pt x="200" y="45"/>
                    <a:pt x="156"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1900881" y="4338104"/>
              <a:ext cx="62980" cy="41987"/>
            </a:xfrm>
            <a:custGeom>
              <a:avLst/>
              <a:gdLst/>
              <a:ahLst/>
              <a:cxnLst/>
              <a:rect l="l" t="t" r="r" b="b"/>
              <a:pathLst>
                <a:path w="366" h="244" extrusionOk="0">
                  <a:moveTo>
                    <a:pt x="122" y="0"/>
                  </a:moveTo>
                  <a:cubicBezTo>
                    <a:pt x="55" y="0"/>
                    <a:pt x="0" y="56"/>
                    <a:pt x="0" y="122"/>
                  </a:cubicBezTo>
                  <a:cubicBezTo>
                    <a:pt x="0" y="188"/>
                    <a:pt x="55" y="244"/>
                    <a:pt x="122" y="244"/>
                  </a:cubicBezTo>
                  <a:lnTo>
                    <a:pt x="365" y="244"/>
                  </a:lnTo>
                  <a:lnTo>
                    <a:pt x="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1654982" y="4355139"/>
              <a:ext cx="167087" cy="143341"/>
            </a:xfrm>
            <a:custGeom>
              <a:avLst/>
              <a:gdLst/>
              <a:ahLst/>
              <a:cxnLst/>
              <a:rect l="l" t="t" r="r" b="b"/>
              <a:pathLst>
                <a:path w="971" h="833" extrusionOk="0">
                  <a:moveTo>
                    <a:pt x="556" y="236"/>
                  </a:moveTo>
                  <a:cubicBezTo>
                    <a:pt x="642" y="236"/>
                    <a:pt x="727" y="306"/>
                    <a:pt x="727" y="410"/>
                  </a:cubicBezTo>
                  <a:cubicBezTo>
                    <a:pt x="727" y="499"/>
                    <a:pt x="650" y="576"/>
                    <a:pt x="562" y="576"/>
                  </a:cubicBezTo>
                  <a:cubicBezTo>
                    <a:pt x="407" y="576"/>
                    <a:pt x="329" y="399"/>
                    <a:pt x="440" y="288"/>
                  </a:cubicBezTo>
                  <a:cubicBezTo>
                    <a:pt x="472" y="253"/>
                    <a:pt x="514" y="236"/>
                    <a:pt x="556" y="236"/>
                  </a:cubicBezTo>
                  <a:close/>
                  <a:moveTo>
                    <a:pt x="548" y="1"/>
                  </a:moveTo>
                  <a:cubicBezTo>
                    <a:pt x="181" y="1"/>
                    <a:pt x="1" y="446"/>
                    <a:pt x="252" y="709"/>
                  </a:cubicBezTo>
                  <a:cubicBezTo>
                    <a:pt x="338" y="794"/>
                    <a:pt x="442" y="833"/>
                    <a:pt x="544" y="833"/>
                  </a:cubicBezTo>
                  <a:cubicBezTo>
                    <a:pt x="758" y="833"/>
                    <a:pt x="963" y="665"/>
                    <a:pt x="971" y="410"/>
                  </a:cubicBezTo>
                  <a:cubicBezTo>
                    <a:pt x="971" y="189"/>
                    <a:pt x="783" y="1"/>
                    <a:pt x="562" y="1"/>
                  </a:cubicBezTo>
                  <a:cubicBezTo>
                    <a:pt x="557" y="1"/>
                    <a:pt x="553"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1689226" y="4330360"/>
              <a:ext cx="228003" cy="194275"/>
            </a:xfrm>
            <a:custGeom>
              <a:avLst/>
              <a:gdLst/>
              <a:ahLst/>
              <a:cxnLst/>
              <a:rect l="l" t="t" r="r" b="b"/>
              <a:pathLst>
                <a:path w="1325" h="1129" extrusionOk="0">
                  <a:moveTo>
                    <a:pt x="743" y="131"/>
                  </a:moveTo>
                  <a:cubicBezTo>
                    <a:pt x="957" y="131"/>
                    <a:pt x="1162" y="300"/>
                    <a:pt x="1170" y="554"/>
                  </a:cubicBezTo>
                  <a:cubicBezTo>
                    <a:pt x="1170" y="775"/>
                    <a:pt x="982" y="963"/>
                    <a:pt x="761" y="963"/>
                  </a:cubicBezTo>
                  <a:cubicBezTo>
                    <a:pt x="756" y="963"/>
                    <a:pt x="752" y="963"/>
                    <a:pt x="747" y="963"/>
                  </a:cubicBezTo>
                  <a:cubicBezTo>
                    <a:pt x="380" y="963"/>
                    <a:pt x="200" y="518"/>
                    <a:pt x="451" y="256"/>
                  </a:cubicBezTo>
                  <a:cubicBezTo>
                    <a:pt x="537" y="170"/>
                    <a:pt x="641" y="131"/>
                    <a:pt x="743" y="131"/>
                  </a:cubicBezTo>
                  <a:close/>
                  <a:moveTo>
                    <a:pt x="780" y="1"/>
                  </a:moveTo>
                  <a:cubicBezTo>
                    <a:pt x="773" y="1"/>
                    <a:pt x="767" y="1"/>
                    <a:pt x="761" y="1"/>
                  </a:cubicBezTo>
                  <a:cubicBezTo>
                    <a:pt x="756" y="1"/>
                    <a:pt x="751" y="1"/>
                    <a:pt x="747" y="1"/>
                  </a:cubicBezTo>
                  <a:cubicBezTo>
                    <a:pt x="247" y="1"/>
                    <a:pt x="1" y="602"/>
                    <a:pt x="362" y="963"/>
                  </a:cubicBezTo>
                  <a:cubicBezTo>
                    <a:pt x="476" y="1077"/>
                    <a:pt x="617" y="1128"/>
                    <a:pt x="755" y="1128"/>
                  </a:cubicBezTo>
                  <a:cubicBezTo>
                    <a:pt x="1045" y="1128"/>
                    <a:pt x="1324" y="903"/>
                    <a:pt x="1324" y="565"/>
                  </a:cubicBezTo>
                  <a:cubicBezTo>
                    <a:pt x="1324" y="251"/>
                    <a:pt x="1081"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598369" y="4397126"/>
              <a:ext cx="78123" cy="57130"/>
            </a:xfrm>
            <a:custGeom>
              <a:avLst/>
              <a:gdLst/>
              <a:ahLst/>
              <a:cxnLst/>
              <a:rect l="l" t="t" r="r" b="b"/>
              <a:pathLst>
                <a:path w="454" h="332" extrusionOk="0">
                  <a:moveTo>
                    <a:pt x="233" y="0"/>
                  </a:moveTo>
                  <a:cubicBezTo>
                    <a:pt x="0" y="0"/>
                    <a:pt x="0" y="332"/>
                    <a:pt x="233" y="332"/>
                  </a:cubicBezTo>
                  <a:cubicBezTo>
                    <a:pt x="454" y="332"/>
                    <a:pt x="454"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531774" y="4330532"/>
              <a:ext cx="135253" cy="194275"/>
            </a:xfrm>
            <a:custGeom>
              <a:avLst/>
              <a:gdLst/>
              <a:ahLst/>
              <a:cxnLst/>
              <a:rect l="l" t="t" r="r" b="b"/>
              <a:pathLst>
                <a:path w="786" h="1129" extrusionOk="0">
                  <a:moveTo>
                    <a:pt x="0" y="0"/>
                  </a:moveTo>
                  <a:cubicBezTo>
                    <a:pt x="752" y="0"/>
                    <a:pt x="752"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1554661" y="4330360"/>
              <a:ext cx="127682" cy="194448"/>
            </a:xfrm>
            <a:custGeom>
              <a:avLst/>
              <a:gdLst/>
              <a:ahLst/>
              <a:cxnLst/>
              <a:rect l="l" t="t" r="r" b="b"/>
              <a:pathLst>
                <a:path w="742" h="1130" extrusionOk="0">
                  <a:moveTo>
                    <a:pt x="153" y="1"/>
                  </a:moveTo>
                  <a:cubicBezTo>
                    <a:pt x="146" y="1"/>
                    <a:pt x="140" y="1"/>
                    <a:pt x="133" y="1"/>
                  </a:cubicBezTo>
                  <a:lnTo>
                    <a:pt x="1" y="1"/>
                  </a:lnTo>
                  <a:cubicBezTo>
                    <a:pt x="741" y="1"/>
                    <a:pt x="741" y="1129"/>
                    <a:pt x="1" y="1129"/>
                  </a:cubicBezTo>
                  <a:lnTo>
                    <a:pt x="133" y="1129"/>
                  </a:lnTo>
                  <a:cubicBezTo>
                    <a:pt x="454" y="1129"/>
                    <a:pt x="708" y="864"/>
                    <a:pt x="697" y="554"/>
                  </a:cubicBezTo>
                  <a:cubicBezTo>
                    <a:pt x="686" y="251"/>
                    <a:pt x="453" y="1"/>
                    <a:pt x="1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1564125" y="4330532"/>
              <a:ext cx="129574" cy="194275"/>
            </a:xfrm>
            <a:custGeom>
              <a:avLst/>
              <a:gdLst/>
              <a:ahLst/>
              <a:cxnLst/>
              <a:rect l="l" t="t" r="r" b="b"/>
              <a:pathLst>
                <a:path w="753" h="1129" extrusionOk="0">
                  <a:moveTo>
                    <a:pt x="0" y="0"/>
                  </a:moveTo>
                  <a:cubicBezTo>
                    <a:pt x="752" y="0"/>
                    <a:pt x="752" y="1128"/>
                    <a:pt x="0" y="1128"/>
                  </a:cubicBezTo>
                  <a:lnTo>
                    <a:pt x="56" y="1128"/>
                  </a:lnTo>
                  <a:cubicBezTo>
                    <a:pt x="365" y="1117"/>
                    <a:pt x="609" y="863"/>
                    <a:pt x="609" y="553"/>
                  </a:cubicBezTo>
                  <a:cubicBezTo>
                    <a:pt x="597" y="244"/>
                    <a:pt x="354"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1623148" y="4354279"/>
              <a:ext cx="68659" cy="142652"/>
            </a:xfrm>
            <a:custGeom>
              <a:avLst/>
              <a:gdLst/>
              <a:ahLst/>
              <a:cxnLst/>
              <a:rect l="l" t="t" r="r" b="b"/>
              <a:pathLst>
                <a:path w="399" h="829" extrusionOk="0">
                  <a:moveTo>
                    <a:pt x="318" y="0"/>
                  </a:moveTo>
                  <a:cubicBezTo>
                    <a:pt x="174" y="0"/>
                    <a:pt x="82" y="108"/>
                    <a:pt x="42" y="246"/>
                  </a:cubicBezTo>
                  <a:lnTo>
                    <a:pt x="42" y="246"/>
                  </a:lnTo>
                  <a:cubicBezTo>
                    <a:pt x="106" y="110"/>
                    <a:pt x="238" y="14"/>
                    <a:pt x="399" y="6"/>
                  </a:cubicBezTo>
                  <a:lnTo>
                    <a:pt x="377" y="6"/>
                  </a:lnTo>
                  <a:cubicBezTo>
                    <a:pt x="356" y="2"/>
                    <a:pt x="336" y="0"/>
                    <a:pt x="318" y="0"/>
                  </a:cubicBezTo>
                  <a:close/>
                  <a:moveTo>
                    <a:pt x="42" y="246"/>
                  </a:moveTo>
                  <a:lnTo>
                    <a:pt x="42" y="246"/>
                  </a:lnTo>
                  <a:cubicBezTo>
                    <a:pt x="18" y="298"/>
                    <a:pt x="4" y="355"/>
                    <a:pt x="1" y="415"/>
                  </a:cubicBezTo>
                  <a:cubicBezTo>
                    <a:pt x="4" y="473"/>
                    <a:pt x="18" y="529"/>
                    <a:pt x="43" y="579"/>
                  </a:cubicBezTo>
                  <a:lnTo>
                    <a:pt x="43" y="579"/>
                  </a:lnTo>
                  <a:cubicBezTo>
                    <a:pt x="12" y="474"/>
                    <a:pt x="12" y="351"/>
                    <a:pt x="42" y="246"/>
                  </a:cubicBezTo>
                  <a:close/>
                  <a:moveTo>
                    <a:pt x="43" y="579"/>
                  </a:moveTo>
                  <a:lnTo>
                    <a:pt x="43" y="579"/>
                  </a:lnTo>
                  <a:cubicBezTo>
                    <a:pt x="84" y="719"/>
                    <a:pt x="177" y="829"/>
                    <a:pt x="325" y="829"/>
                  </a:cubicBezTo>
                  <a:cubicBezTo>
                    <a:pt x="341" y="829"/>
                    <a:pt x="358" y="827"/>
                    <a:pt x="377" y="824"/>
                  </a:cubicBezTo>
                  <a:lnTo>
                    <a:pt x="399" y="824"/>
                  </a:lnTo>
                  <a:cubicBezTo>
                    <a:pt x="239" y="808"/>
                    <a:pt x="107" y="711"/>
                    <a:pt x="43" y="57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554661" y="4395234"/>
              <a:ext cx="41987" cy="59023"/>
            </a:xfrm>
            <a:custGeom>
              <a:avLst/>
              <a:gdLst/>
              <a:ahLst/>
              <a:cxnLst/>
              <a:rect l="l" t="t" r="r" b="b"/>
              <a:pathLst>
                <a:path w="244" h="343" extrusionOk="0">
                  <a:moveTo>
                    <a:pt x="12" y="0"/>
                  </a:moveTo>
                  <a:lnTo>
                    <a:pt x="12" y="11"/>
                  </a:lnTo>
                  <a:lnTo>
                    <a:pt x="1" y="11"/>
                  </a:lnTo>
                  <a:cubicBezTo>
                    <a:pt x="200" y="22"/>
                    <a:pt x="200" y="321"/>
                    <a:pt x="1" y="343"/>
                  </a:cubicBezTo>
                  <a:lnTo>
                    <a:pt x="12" y="343"/>
                  </a:lnTo>
                  <a:cubicBezTo>
                    <a:pt x="244" y="343"/>
                    <a:pt x="244" y="0"/>
                    <a:pt x="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655498" y="4387490"/>
              <a:ext cx="226626" cy="28737"/>
            </a:xfrm>
            <a:custGeom>
              <a:avLst/>
              <a:gdLst/>
              <a:ahLst/>
              <a:cxnLst/>
              <a:rect l="l" t="t" r="r" b="b"/>
              <a:pathLst>
                <a:path w="1317" h="167" extrusionOk="0">
                  <a:moveTo>
                    <a:pt x="45" y="1"/>
                  </a:moveTo>
                  <a:cubicBezTo>
                    <a:pt x="23" y="56"/>
                    <a:pt x="1" y="112"/>
                    <a:pt x="1"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401856" y="4355139"/>
              <a:ext cx="167087" cy="143341"/>
            </a:xfrm>
            <a:custGeom>
              <a:avLst/>
              <a:gdLst/>
              <a:ahLst/>
              <a:cxnLst/>
              <a:rect l="l" t="t" r="r" b="b"/>
              <a:pathLst>
                <a:path w="971" h="833" extrusionOk="0">
                  <a:moveTo>
                    <a:pt x="566" y="236"/>
                  </a:moveTo>
                  <a:cubicBezTo>
                    <a:pt x="653" y="236"/>
                    <a:pt x="738" y="306"/>
                    <a:pt x="738" y="410"/>
                  </a:cubicBezTo>
                  <a:cubicBezTo>
                    <a:pt x="738" y="499"/>
                    <a:pt x="661" y="576"/>
                    <a:pt x="561" y="576"/>
                  </a:cubicBezTo>
                  <a:cubicBezTo>
                    <a:pt x="417" y="576"/>
                    <a:pt x="340" y="399"/>
                    <a:pt x="451" y="288"/>
                  </a:cubicBezTo>
                  <a:cubicBezTo>
                    <a:pt x="483" y="253"/>
                    <a:pt x="525" y="236"/>
                    <a:pt x="566" y="236"/>
                  </a:cubicBezTo>
                  <a:close/>
                  <a:moveTo>
                    <a:pt x="548" y="1"/>
                  </a:moveTo>
                  <a:cubicBezTo>
                    <a:pt x="192" y="1"/>
                    <a:pt x="0" y="446"/>
                    <a:pt x="263" y="709"/>
                  </a:cubicBezTo>
                  <a:cubicBezTo>
                    <a:pt x="348" y="794"/>
                    <a:pt x="453" y="833"/>
                    <a:pt x="555" y="833"/>
                  </a:cubicBezTo>
                  <a:cubicBezTo>
                    <a:pt x="768" y="833"/>
                    <a:pt x="970" y="665"/>
                    <a:pt x="970" y="410"/>
                  </a:cubicBezTo>
                  <a:cubicBezTo>
                    <a:pt x="970" y="189"/>
                    <a:pt x="793" y="1"/>
                    <a:pt x="561" y="1"/>
                  </a:cubicBezTo>
                  <a:cubicBezTo>
                    <a:pt x="557" y="1"/>
                    <a:pt x="552"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1434723" y="4330360"/>
              <a:ext cx="226626" cy="194275"/>
            </a:xfrm>
            <a:custGeom>
              <a:avLst/>
              <a:gdLst/>
              <a:ahLst/>
              <a:cxnLst/>
              <a:rect l="l" t="t" r="r" b="b"/>
              <a:pathLst>
                <a:path w="1317" h="1129" extrusionOk="0">
                  <a:moveTo>
                    <a:pt x="746" y="131"/>
                  </a:moveTo>
                  <a:cubicBezTo>
                    <a:pt x="959" y="131"/>
                    <a:pt x="1161" y="300"/>
                    <a:pt x="1161" y="554"/>
                  </a:cubicBezTo>
                  <a:cubicBezTo>
                    <a:pt x="1161" y="775"/>
                    <a:pt x="984" y="963"/>
                    <a:pt x="752" y="963"/>
                  </a:cubicBezTo>
                  <a:cubicBezTo>
                    <a:pt x="748" y="963"/>
                    <a:pt x="743" y="963"/>
                    <a:pt x="739" y="963"/>
                  </a:cubicBezTo>
                  <a:cubicBezTo>
                    <a:pt x="383" y="963"/>
                    <a:pt x="191" y="518"/>
                    <a:pt x="454" y="256"/>
                  </a:cubicBezTo>
                  <a:cubicBezTo>
                    <a:pt x="539" y="170"/>
                    <a:pt x="644" y="131"/>
                    <a:pt x="746" y="131"/>
                  </a:cubicBezTo>
                  <a:close/>
                  <a:moveTo>
                    <a:pt x="772" y="1"/>
                  </a:moveTo>
                  <a:cubicBezTo>
                    <a:pt x="766" y="1"/>
                    <a:pt x="759" y="1"/>
                    <a:pt x="752" y="1"/>
                  </a:cubicBezTo>
                  <a:cubicBezTo>
                    <a:pt x="255" y="1"/>
                    <a:pt x="0" y="598"/>
                    <a:pt x="354" y="963"/>
                  </a:cubicBezTo>
                  <a:cubicBezTo>
                    <a:pt x="468" y="1077"/>
                    <a:pt x="608" y="1128"/>
                    <a:pt x="746" y="1128"/>
                  </a:cubicBezTo>
                  <a:cubicBezTo>
                    <a:pt x="1037" y="1128"/>
                    <a:pt x="1316" y="903"/>
                    <a:pt x="1316" y="565"/>
                  </a:cubicBezTo>
                  <a:cubicBezTo>
                    <a:pt x="1316" y="251"/>
                    <a:pt x="1083" y="1"/>
                    <a:pt x="7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343349" y="4397126"/>
              <a:ext cx="78123" cy="57130"/>
            </a:xfrm>
            <a:custGeom>
              <a:avLst/>
              <a:gdLst/>
              <a:ahLst/>
              <a:cxnLst/>
              <a:rect l="l" t="t" r="r" b="b"/>
              <a:pathLst>
                <a:path w="454" h="332" extrusionOk="0">
                  <a:moveTo>
                    <a:pt x="221" y="0"/>
                  </a:moveTo>
                  <a:cubicBezTo>
                    <a:pt x="0" y="0"/>
                    <a:pt x="0" y="332"/>
                    <a:pt x="221" y="332"/>
                  </a:cubicBezTo>
                  <a:cubicBezTo>
                    <a:pt x="453" y="332"/>
                    <a:pt x="453" y="0"/>
                    <a:pt x="2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1276755" y="4330532"/>
              <a:ext cx="135253" cy="194275"/>
            </a:xfrm>
            <a:custGeom>
              <a:avLst/>
              <a:gdLst/>
              <a:ahLst/>
              <a:cxnLst/>
              <a:rect l="l" t="t" r="r" b="b"/>
              <a:pathLst>
                <a:path w="786" h="1129" extrusionOk="0">
                  <a:moveTo>
                    <a:pt x="0" y="0"/>
                  </a:moveTo>
                  <a:cubicBezTo>
                    <a:pt x="752" y="0"/>
                    <a:pt x="752" y="1128"/>
                    <a:pt x="0" y="1128"/>
                  </a:cubicBezTo>
                  <a:lnTo>
                    <a:pt x="44" y="1128"/>
                  </a:lnTo>
                  <a:cubicBezTo>
                    <a:pt x="785" y="1128"/>
                    <a:pt x="785" y="0"/>
                    <a:pt x="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1301534" y="4330360"/>
              <a:ext cx="129574" cy="194448"/>
            </a:xfrm>
            <a:custGeom>
              <a:avLst/>
              <a:gdLst/>
              <a:ahLst/>
              <a:cxnLst/>
              <a:rect l="l" t="t" r="r" b="b"/>
              <a:pathLst>
                <a:path w="753" h="1130" extrusionOk="0">
                  <a:moveTo>
                    <a:pt x="163" y="1"/>
                  </a:moveTo>
                  <a:cubicBezTo>
                    <a:pt x="157" y="1"/>
                    <a:pt x="151" y="1"/>
                    <a:pt x="144" y="1"/>
                  </a:cubicBezTo>
                  <a:lnTo>
                    <a:pt x="0" y="1"/>
                  </a:lnTo>
                  <a:cubicBezTo>
                    <a:pt x="752" y="1"/>
                    <a:pt x="752" y="1129"/>
                    <a:pt x="0" y="1129"/>
                  </a:cubicBezTo>
                  <a:lnTo>
                    <a:pt x="144" y="1129"/>
                  </a:lnTo>
                  <a:cubicBezTo>
                    <a:pt x="454" y="1129"/>
                    <a:pt x="708" y="864"/>
                    <a:pt x="708" y="554"/>
                  </a:cubicBezTo>
                  <a:cubicBezTo>
                    <a:pt x="697"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1310999"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75" y="1"/>
                  </a:moveTo>
                  <a:cubicBezTo>
                    <a:pt x="68" y="1"/>
                    <a:pt x="62" y="1"/>
                    <a:pt x="55" y="1"/>
                  </a:cubicBezTo>
                  <a:lnTo>
                    <a:pt x="22" y="1"/>
                  </a:lnTo>
                  <a:cubicBezTo>
                    <a:pt x="752" y="12"/>
                    <a:pt x="745" y="1118"/>
                    <a:pt x="0" y="1129"/>
                  </a:cubicBezTo>
                  <a:lnTo>
                    <a:pt x="55" y="1129"/>
                  </a:lnTo>
                  <a:cubicBezTo>
                    <a:pt x="365" y="1129"/>
                    <a:pt x="619" y="875"/>
                    <a:pt x="619" y="565"/>
                  </a:cubicBezTo>
                  <a:cubicBezTo>
                    <a:pt x="619" y="251"/>
                    <a:pt x="375" y="1"/>
                    <a:pt x="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368128" y="4354279"/>
              <a:ext cx="66766" cy="142652"/>
            </a:xfrm>
            <a:custGeom>
              <a:avLst/>
              <a:gdLst/>
              <a:ahLst/>
              <a:cxnLst/>
              <a:rect l="l" t="t" r="r" b="b"/>
              <a:pathLst>
                <a:path w="388" h="829" extrusionOk="0">
                  <a:moveTo>
                    <a:pt x="306" y="0"/>
                  </a:moveTo>
                  <a:cubicBezTo>
                    <a:pt x="148" y="0"/>
                    <a:pt x="53" y="130"/>
                    <a:pt x="21" y="287"/>
                  </a:cubicBezTo>
                  <a:lnTo>
                    <a:pt x="21" y="287"/>
                  </a:lnTo>
                  <a:cubicBezTo>
                    <a:pt x="73" y="129"/>
                    <a:pt x="220" y="15"/>
                    <a:pt x="387" y="6"/>
                  </a:cubicBezTo>
                  <a:lnTo>
                    <a:pt x="365" y="6"/>
                  </a:lnTo>
                  <a:cubicBezTo>
                    <a:pt x="345" y="2"/>
                    <a:pt x="325" y="0"/>
                    <a:pt x="306" y="0"/>
                  </a:cubicBezTo>
                  <a:close/>
                  <a:moveTo>
                    <a:pt x="21" y="287"/>
                  </a:moveTo>
                  <a:lnTo>
                    <a:pt x="21" y="287"/>
                  </a:lnTo>
                  <a:cubicBezTo>
                    <a:pt x="8" y="327"/>
                    <a:pt x="0" y="370"/>
                    <a:pt x="0" y="415"/>
                  </a:cubicBezTo>
                  <a:cubicBezTo>
                    <a:pt x="0" y="459"/>
                    <a:pt x="8" y="502"/>
                    <a:pt x="22" y="542"/>
                  </a:cubicBezTo>
                  <a:lnTo>
                    <a:pt x="22" y="542"/>
                  </a:lnTo>
                  <a:cubicBezTo>
                    <a:pt x="4" y="459"/>
                    <a:pt x="4" y="369"/>
                    <a:pt x="21" y="287"/>
                  </a:cubicBezTo>
                  <a:close/>
                  <a:moveTo>
                    <a:pt x="22" y="542"/>
                  </a:moveTo>
                  <a:cubicBezTo>
                    <a:pt x="56" y="699"/>
                    <a:pt x="153" y="829"/>
                    <a:pt x="313" y="829"/>
                  </a:cubicBezTo>
                  <a:cubicBezTo>
                    <a:pt x="330" y="829"/>
                    <a:pt x="347" y="827"/>
                    <a:pt x="365" y="824"/>
                  </a:cubicBezTo>
                  <a:lnTo>
                    <a:pt x="387" y="824"/>
                  </a:lnTo>
                  <a:cubicBezTo>
                    <a:pt x="221" y="807"/>
                    <a:pt x="76" y="693"/>
                    <a:pt x="22" y="54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301534" y="4395234"/>
              <a:ext cx="41987" cy="59023"/>
            </a:xfrm>
            <a:custGeom>
              <a:avLst/>
              <a:gdLst/>
              <a:ahLst/>
              <a:cxnLst/>
              <a:rect l="l" t="t" r="r" b="b"/>
              <a:pathLst>
                <a:path w="244" h="343" extrusionOk="0">
                  <a:moveTo>
                    <a:pt x="22" y="0"/>
                  </a:moveTo>
                  <a:lnTo>
                    <a:pt x="22" y="11"/>
                  </a:lnTo>
                  <a:lnTo>
                    <a:pt x="0" y="11"/>
                  </a:lnTo>
                  <a:cubicBezTo>
                    <a:pt x="210" y="22"/>
                    <a:pt x="210" y="321"/>
                    <a:pt x="0" y="343"/>
                  </a:cubicBezTo>
                  <a:lnTo>
                    <a:pt x="22" y="343"/>
                  </a:lnTo>
                  <a:cubicBezTo>
                    <a:pt x="244" y="343"/>
                    <a:pt x="244"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400479"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817252" y="4355139"/>
              <a:ext cx="167603" cy="143341"/>
            </a:xfrm>
            <a:custGeom>
              <a:avLst/>
              <a:gdLst/>
              <a:ahLst/>
              <a:cxnLst/>
              <a:rect l="l" t="t" r="r" b="b"/>
              <a:pathLst>
                <a:path w="974" h="833" extrusionOk="0">
                  <a:moveTo>
                    <a:pt x="554" y="244"/>
                  </a:moveTo>
                  <a:cubicBezTo>
                    <a:pt x="775" y="244"/>
                    <a:pt x="775" y="576"/>
                    <a:pt x="554" y="576"/>
                  </a:cubicBezTo>
                  <a:cubicBezTo>
                    <a:pt x="332" y="576"/>
                    <a:pt x="332" y="244"/>
                    <a:pt x="554" y="244"/>
                  </a:cubicBezTo>
                  <a:close/>
                  <a:moveTo>
                    <a:pt x="554" y="1"/>
                  </a:moveTo>
                  <a:cubicBezTo>
                    <a:pt x="189" y="1"/>
                    <a:pt x="1" y="443"/>
                    <a:pt x="255" y="709"/>
                  </a:cubicBezTo>
                  <a:cubicBezTo>
                    <a:pt x="341" y="794"/>
                    <a:pt x="446" y="833"/>
                    <a:pt x="550"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1850979" y="4330532"/>
              <a:ext cx="226110" cy="194103"/>
            </a:xfrm>
            <a:custGeom>
              <a:avLst/>
              <a:gdLst/>
              <a:ahLst/>
              <a:cxnLst/>
              <a:rect l="l" t="t" r="r" b="b"/>
              <a:pathLst>
                <a:path w="1314" h="1128" extrusionOk="0">
                  <a:moveTo>
                    <a:pt x="746" y="130"/>
                  </a:moveTo>
                  <a:cubicBezTo>
                    <a:pt x="962" y="130"/>
                    <a:pt x="1170" y="299"/>
                    <a:pt x="1170" y="553"/>
                  </a:cubicBezTo>
                  <a:cubicBezTo>
                    <a:pt x="1170" y="774"/>
                    <a:pt x="982" y="962"/>
                    <a:pt x="750" y="962"/>
                  </a:cubicBezTo>
                  <a:cubicBezTo>
                    <a:pt x="385" y="962"/>
                    <a:pt x="197" y="520"/>
                    <a:pt x="451" y="255"/>
                  </a:cubicBezTo>
                  <a:cubicBezTo>
                    <a:pt x="537" y="169"/>
                    <a:pt x="642" y="130"/>
                    <a:pt x="746" y="130"/>
                  </a:cubicBezTo>
                  <a:close/>
                  <a:moveTo>
                    <a:pt x="736" y="0"/>
                  </a:moveTo>
                  <a:cubicBezTo>
                    <a:pt x="247" y="0"/>
                    <a:pt x="1" y="601"/>
                    <a:pt x="351" y="962"/>
                  </a:cubicBezTo>
                  <a:cubicBezTo>
                    <a:pt x="465"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760122" y="4397126"/>
              <a:ext cx="66766" cy="57302"/>
            </a:xfrm>
            <a:custGeom>
              <a:avLst/>
              <a:gdLst/>
              <a:ahLst/>
              <a:cxnLst/>
              <a:rect l="l" t="t" r="r" b="b"/>
              <a:pathLst>
                <a:path w="388" h="333" extrusionOk="0">
                  <a:moveTo>
                    <a:pt x="222" y="0"/>
                  </a:moveTo>
                  <a:cubicBezTo>
                    <a:pt x="67" y="0"/>
                    <a:pt x="0" y="177"/>
                    <a:pt x="100" y="288"/>
                  </a:cubicBezTo>
                  <a:cubicBezTo>
                    <a:pt x="134" y="319"/>
                    <a:pt x="175" y="333"/>
                    <a:pt x="215" y="333"/>
                  </a:cubicBezTo>
                  <a:cubicBezTo>
                    <a:pt x="304" y="333"/>
                    <a:pt x="387" y="265"/>
                    <a:pt x="387" y="166"/>
                  </a:cubicBezTo>
                  <a:cubicBezTo>
                    <a:pt x="387" y="67"/>
                    <a:pt x="310"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1693528" y="4330532"/>
              <a:ext cx="135253" cy="194275"/>
            </a:xfrm>
            <a:custGeom>
              <a:avLst/>
              <a:gdLst/>
              <a:ahLst/>
              <a:cxnLst/>
              <a:rect l="l" t="t" r="r" b="b"/>
              <a:pathLst>
                <a:path w="786" h="1129" extrusionOk="0">
                  <a:moveTo>
                    <a:pt x="45" y="0"/>
                  </a:moveTo>
                  <a:cubicBezTo>
                    <a:pt x="41" y="0"/>
                    <a:pt x="37" y="0"/>
                    <a:pt x="34" y="0"/>
                  </a:cubicBezTo>
                  <a:lnTo>
                    <a:pt x="0" y="0"/>
                  </a:lnTo>
                  <a:cubicBezTo>
                    <a:pt x="752" y="0"/>
                    <a:pt x="752" y="1128"/>
                    <a:pt x="0"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718307"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144" y="1128"/>
                  </a:lnTo>
                  <a:cubicBezTo>
                    <a:pt x="454" y="1128"/>
                    <a:pt x="708" y="874"/>
                    <a:pt x="708" y="564"/>
                  </a:cubicBezTo>
                  <a:cubicBezTo>
                    <a:pt x="708" y="243"/>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1727771" y="4328639"/>
              <a:ext cx="129574" cy="194275"/>
            </a:xfrm>
            <a:custGeom>
              <a:avLst/>
              <a:gdLst/>
              <a:ahLst/>
              <a:cxnLst/>
              <a:rect l="l" t="t" r="r" b="b"/>
              <a:pathLst>
                <a:path w="753" h="1129" extrusionOk="0">
                  <a:moveTo>
                    <a:pt x="0" y="0"/>
                  </a:moveTo>
                  <a:cubicBezTo>
                    <a:pt x="752" y="0"/>
                    <a:pt x="752" y="1128"/>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1797979"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lnTo>
                    <a:pt x="409" y="8"/>
                  </a:ln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1718307" y="4395234"/>
              <a:ext cx="41987" cy="59023"/>
            </a:xfrm>
            <a:custGeom>
              <a:avLst/>
              <a:gdLst/>
              <a:ahLst/>
              <a:cxnLst/>
              <a:rect l="l" t="t" r="r" b="b"/>
              <a:pathLst>
                <a:path w="244" h="343" extrusionOk="0">
                  <a:moveTo>
                    <a:pt x="23" y="0"/>
                  </a:moveTo>
                  <a:lnTo>
                    <a:pt x="23" y="11"/>
                  </a:lnTo>
                  <a:lnTo>
                    <a:pt x="1" y="11"/>
                  </a:lnTo>
                  <a:cubicBezTo>
                    <a:pt x="211" y="22"/>
                    <a:pt x="211"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1817252" y="4387490"/>
              <a:ext cx="226626" cy="28737"/>
            </a:xfrm>
            <a:custGeom>
              <a:avLst/>
              <a:gdLst/>
              <a:ahLst/>
              <a:cxnLst/>
              <a:rect l="l" t="t" r="r" b="b"/>
              <a:pathLst>
                <a:path w="1317" h="167" extrusionOk="0">
                  <a:moveTo>
                    <a:pt x="34" y="1"/>
                  </a:moveTo>
                  <a:cubicBezTo>
                    <a:pt x="12" y="56"/>
                    <a:pt x="1" y="112"/>
                    <a:pt x="1" y="167"/>
                  </a:cubicBezTo>
                  <a:lnTo>
                    <a:pt x="1317"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1562232" y="4355139"/>
              <a:ext cx="167603" cy="143341"/>
            </a:xfrm>
            <a:custGeom>
              <a:avLst/>
              <a:gdLst/>
              <a:ahLst/>
              <a:cxnLst/>
              <a:rect l="l" t="t" r="r" b="b"/>
              <a:pathLst>
                <a:path w="974" h="833" extrusionOk="0">
                  <a:moveTo>
                    <a:pt x="553" y="244"/>
                  </a:moveTo>
                  <a:cubicBezTo>
                    <a:pt x="774" y="244"/>
                    <a:pt x="774" y="576"/>
                    <a:pt x="553" y="576"/>
                  </a:cubicBezTo>
                  <a:cubicBezTo>
                    <a:pt x="332" y="576"/>
                    <a:pt x="332" y="244"/>
                    <a:pt x="553" y="244"/>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1595959" y="4330532"/>
              <a:ext cx="226110" cy="194103"/>
            </a:xfrm>
            <a:custGeom>
              <a:avLst/>
              <a:gdLst/>
              <a:ahLst/>
              <a:cxnLst/>
              <a:rect l="l" t="t" r="r" b="b"/>
              <a:pathLst>
                <a:path w="1314" h="1128" extrusionOk="0">
                  <a:moveTo>
                    <a:pt x="749" y="130"/>
                  </a:moveTo>
                  <a:cubicBezTo>
                    <a:pt x="962" y="130"/>
                    <a:pt x="1169" y="299"/>
                    <a:pt x="1169" y="553"/>
                  </a:cubicBezTo>
                  <a:cubicBezTo>
                    <a:pt x="1169" y="774"/>
                    <a:pt x="981" y="962"/>
                    <a:pt x="749" y="962"/>
                  </a:cubicBezTo>
                  <a:cubicBezTo>
                    <a:pt x="384" y="962"/>
                    <a:pt x="196" y="520"/>
                    <a:pt x="462" y="255"/>
                  </a:cubicBezTo>
                  <a:cubicBezTo>
                    <a:pt x="544" y="169"/>
                    <a:pt x="647" y="130"/>
                    <a:pt x="749" y="130"/>
                  </a:cubicBezTo>
                  <a:close/>
                  <a:moveTo>
                    <a:pt x="736" y="0"/>
                  </a:moveTo>
                  <a:cubicBezTo>
                    <a:pt x="247" y="0"/>
                    <a:pt x="1" y="601"/>
                    <a:pt x="351" y="962"/>
                  </a:cubicBezTo>
                  <a:cubicBezTo>
                    <a:pt x="465" y="1076"/>
                    <a:pt x="605" y="1127"/>
                    <a:pt x="743" y="1127"/>
                  </a:cubicBezTo>
                  <a:cubicBezTo>
                    <a:pt x="1034" y="1127"/>
                    <a:pt x="1313" y="902"/>
                    <a:pt x="1313" y="564"/>
                  </a:cubicBezTo>
                  <a:cubicBezTo>
                    <a:pt x="1313" y="244"/>
                    <a:pt x="1059" y="0"/>
                    <a:pt x="749" y="0"/>
                  </a:cubicBezTo>
                  <a:cubicBezTo>
                    <a:pt x="745" y="0"/>
                    <a:pt x="740"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1505102" y="4396954"/>
              <a:ext cx="68659" cy="57474"/>
            </a:xfrm>
            <a:custGeom>
              <a:avLst/>
              <a:gdLst/>
              <a:ahLst/>
              <a:cxnLst/>
              <a:rect l="l" t="t" r="r" b="b"/>
              <a:pathLst>
                <a:path w="399" h="334" extrusionOk="0">
                  <a:moveTo>
                    <a:pt x="240" y="0"/>
                  </a:moveTo>
                  <a:cubicBezTo>
                    <a:pt x="234" y="0"/>
                    <a:pt x="228" y="1"/>
                    <a:pt x="221" y="1"/>
                  </a:cubicBezTo>
                  <a:cubicBezTo>
                    <a:pt x="78" y="1"/>
                    <a:pt x="0" y="189"/>
                    <a:pt x="111" y="289"/>
                  </a:cubicBezTo>
                  <a:cubicBezTo>
                    <a:pt x="145" y="320"/>
                    <a:pt x="186" y="334"/>
                    <a:pt x="226" y="334"/>
                  </a:cubicBezTo>
                  <a:cubicBezTo>
                    <a:pt x="314" y="334"/>
                    <a:pt x="398" y="266"/>
                    <a:pt x="398" y="167"/>
                  </a:cubicBezTo>
                  <a:cubicBezTo>
                    <a:pt x="398" y="74"/>
                    <a:pt x="330" y="0"/>
                    <a:pt x="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1438508" y="4330532"/>
              <a:ext cx="135253" cy="194275"/>
            </a:xfrm>
            <a:custGeom>
              <a:avLst/>
              <a:gdLst/>
              <a:ahLst/>
              <a:cxnLst/>
              <a:rect l="l" t="t" r="r" b="b"/>
              <a:pathLst>
                <a:path w="786" h="1129" extrusionOk="0">
                  <a:moveTo>
                    <a:pt x="0" y="0"/>
                  </a:moveTo>
                  <a:cubicBezTo>
                    <a:pt x="741" y="0"/>
                    <a:pt x="741"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1461395" y="4328639"/>
              <a:ext cx="127682" cy="194275"/>
            </a:xfrm>
            <a:custGeom>
              <a:avLst/>
              <a:gdLst/>
              <a:ahLst/>
              <a:cxnLst/>
              <a:rect l="l" t="t" r="r" b="b"/>
              <a:pathLst>
                <a:path w="742" h="1129" extrusionOk="0">
                  <a:moveTo>
                    <a:pt x="11" y="0"/>
                  </a:moveTo>
                  <a:cubicBezTo>
                    <a:pt x="8" y="0"/>
                    <a:pt x="4" y="0"/>
                    <a:pt x="0" y="0"/>
                  </a:cubicBezTo>
                  <a:lnTo>
                    <a:pt x="22" y="0"/>
                  </a:lnTo>
                  <a:cubicBezTo>
                    <a:pt x="18" y="0"/>
                    <a:pt x="15" y="0"/>
                    <a:pt x="11" y="0"/>
                  </a:cubicBezTo>
                  <a:close/>
                  <a:moveTo>
                    <a:pt x="22" y="0"/>
                  </a:moveTo>
                  <a:cubicBezTo>
                    <a:pt x="741" y="11"/>
                    <a:pt x="734" y="1117"/>
                    <a:pt x="0" y="1128"/>
                  </a:cubicBezTo>
                  <a:lnTo>
                    <a:pt x="133" y="1128"/>
                  </a:lnTo>
                  <a:cubicBezTo>
                    <a:pt x="443" y="1128"/>
                    <a:pt x="697" y="874"/>
                    <a:pt x="697" y="564"/>
                  </a:cubicBezTo>
                  <a:cubicBezTo>
                    <a:pt x="697" y="243"/>
                    <a:pt x="443"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1472752" y="4328639"/>
              <a:ext cx="129402" cy="194275"/>
            </a:xfrm>
            <a:custGeom>
              <a:avLst/>
              <a:gdLst/>
              <a:ahLst/>
              <a:cxnLst/>
              <a:rect l="l" t="t" r="r" b="b"/>
              <a:pathLst>
                <a:path w="752" h="1129" extrusionOk="0">
                  <a:moveTo>
                    <a:pt x="11" y="0"/>
                  </a:moveTo>
                  <a:cubicBezTo>
                    <a:pt x="7" y="0"/>
                    <a:pt x="4" y="0"/>
                    <a:pt x="0" y="0"/>
                  </a:cubicBezTo>
                  <a:lnTo>
                    <a:pt x="22" y="0"/>
                  </a:lnTo>
                  <a:cubicBezTo>
                    <a:pt x="18" y="0"/>
                    <a:pt x="15" y="0"/>
                    <a:pt x="11" y="0"/>
                  </a:cubicBezTo>
                  <a:close/>
                  <a:moveTo>
                    <a:pt x="22" y="0"/>
                  </a:moveTo>
                  <a:cubicBezTo>
                    <a:pt x="752" y="11"/>
                    <a:pt x="745" y="1117"/>
                    <a:pt x="0" y="1128"/>
                  </a:cubicBezTo>
                  <a:lnTo>
                    <a:pt x="55" y="1128"/>
                  </a:lnTo>
                  <a:cubicBezTo>
                    <a:pt x="365" y="1128"/>
                    <a:pt x="619" y="874"/>
                    <a:pt x="619" y="564"/>
                  </a:cubicBezTo>
                  <a:cubicBezTo>
                    <a:pt x="619" y="243"/>
                    <a:pt x="365" y="0"/>
                    <a:pt x="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1543648" y="4355139"/>
              <a:ext cx="80532" cy="141104"/>
            </a:xfrm>
            <a:custGeom>
              <a:avLst/>
              <a:gdLst/>
              <a:ahLst/>
              <a:cxnLst/>
              <a:rect l="l" t="t" r="r" b="b"/>
              <a:pathLst>
                <a:path w="468" h="820" extrusionOk="0">
                  <a:moveTo>
                    <a:pt x="445" y="1"/>
                  </a:moveTo>
                  <a:cubicBezTo>
                    <a:pt x="437" y="2"/>
                    <a:pt x="428" y="4"/>
                    <a:pt x="420" y="6"/>
                  </a:cubicBezTo>
                  <a:lnTo>
                    <a:pt x="420" y="6"/>
                  </a:lnTo>
                  <a:cubicBezTo>
                    <a:pt x="436" y="3"/>
                    <a:pt x="451" y="2"/>
                    <a:pt x="467" y="1"/>
                  </a:cubicBezTo>
                  <a:close/>
                  <a:moveTo>
                    <a:pt x="420" y="6"/>
                  </a:moveTo>
                  <a:cubicBezTo>
                    <a:pt x="223" y="38"/>
                    <a:pt x="80" y="205"/>
                    <a:pt x="80" y="410"/>
                  </a:cubicBezTo>
                  <a:cubicBezTo>
                    <a:pt x="80" y="592"/>
                    <a:pt x="205" y="750"/>
                    <a:pt x="383" y="803"/>
                  </a:cubicBezTo>
                  <a:lnTo>
                    <a:pt x="383" y="803"/>
                  </a:lnTo>
                  <a:cubicBezTo>
                    <a:pt x="1" y="672"/>
                    <a:pt x="13" y="98"/>
                    <a:pt x="420" y="6"/>
                  </a:cubicBezTo>
                  <a:close/>
                  <a:moveTo>
                    <a:pt x="383" y="803"/>
                  </a:moveTo>
                  <a:cubicBezTo>
                    <a:pt x="403"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1463287" y="4395234"/>
              <a:ext cx="41987" cy="59023"/>
            </a:xfrm>
            <a:custGeom>
              <a:avLst/>
              <a:gdLst/>
              <a:ahLst/>
              <a:cxnLst/>
              <a:rect l="l" t="t" r="r" b="b"/>
              <a:pathLst>
                <a:path w="244" h="343" extrusionOk="0">
                  <a:moveTo>
                    <a:pt x="23" y="0"/>
                  </a:moveTo>
                  <a:lnTo>
                    <a:pt x="23" y="11"/>
                  </a:lnTo>
                  <a:lnTo>
                    <a:pt x="0" y="11"/>
                  </a:lnTo>
                  <a:cubicBezTo>
                    <a:pt x="199" y="22"/>
                    <a:pt x="199" y="321"/>
                    <a:pt x="0"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562232" y="4387490"/>
              <a:ext cx="226626" cy="28737"/>
            </a:xfrm>
            <a:custGeom>
              <a:avLst/>
              <a:gdLst/>
              <a:ahLst/>
              <a:cxnLst/>
              <a:rect l="l" t="t" r="r" b="b"/>
              <a:pathLst>
                <a:path w="1317" h="167" extrusionOk="0">
                  <a:moveTo>
                    <a:pt x="45" y="1"/>
                  </a:moveTo>
                  <a:cubicBezTo>
                    <a:pt x="11" y="56"/>
                    <a:pt x="0" y="112"/>
                    <a:pt x="0" y="167"/>
                  </a:cubicBezTo>
                  <a:lnTo>
                    <a:pt x="1316" y="167"/>
                  </a:lnTo>
                  <a:cubicBezTo>
                    <a:pt x="1316"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320635" y="4387490"/>
              <a:ext cx="181026" cy="59195"/>
            </a:xfrm>
            <a:custGeom>
              <a:avLst/>
              <a:gdLst/>
              <a:ahLst/>
              <a:cxnLst/>
              <a:rect l="l" t="t" r="r" b="b"/>
              <a:pathLst>
                <a:path w="1052" h="344" extrusionOk="0">
                  <a:moveTo>
                    <a:pt x="1" y="1"/>
                  </a:moveTo>
                  <a:lnTo>
                    <a:pt x="1" y="344"/>
                  </a:lnTo>
                  <a:lnTo>
                    <a:pt x="1051" y="344"/>
                  </a:lnTo>
                  <a:lnTo>
                    <a:pt x="10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838073" y="4284760"/>
              <a:ext cx="749742" cy="102902"/>
            </a:xfrm>
            <a:custGeom>
              <a:avLst/>
              <a:gdLst/>
              <a:ahLst/>
              <a:cxnLst/>
              <a:rect l="l" t="t" r="r" b="b"/>
              <a:pathLst>
                <a:path w="4357" h="598" extrusionOk="0">
                  <a:moveTo>
                    <a:pt x="0" y="1"/>
                  </a:moveTo>
                  <a:lnTo>
                    <a:pt x="0" y="598"/>
                  </a:lnTo>
                  <a:lnTo>
                    <a:pt x="4357" y="598"/>
                  </a:lnTo>
                  <a:lnTo>
                    <a:pt x="43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139781" y="4387490"/>
              <a:ext cx="192211" cy="59195"/>
            </a:xfrm>
            <a:custGeom>
              <a:avLst/>
              <a:gdLst/>
              <a:ahLst/>
              <a:cxnLst/>
              <a:rect l="l" t="t" r="r" b="b"/>
              <a:pathLst>
                <a:path w="1117" h="344" extrusionOk="0">
                  <a:moveTo>
                    <a:pt x="0" y="1"/>
                  </a:moveTo>
                  <a:lnTo>
                    <a:pt x="0" y="344"/>
                  </a:lnTo>
                  <a:lnTo>
                    <a:pt x="1117" y="344"/>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088502" y="4284760"/>
              <a:ext cx="192383" cy="102902"/>
            </a:xfrm>
            <a:custGeom>
              <a:avLst/>
              <a:gdLst/>
              <a:ahLst/>
              <a:cxnLst/>
              <a:rect l="l" t="t" r="r" b="b"/>
              <a:pathLst>
                <a:path w="1118" h="598" extrusionOk="0">
                  <a:moveTo>
                    <a:pt x="1" y="1"/>
                  </a:moveTo>
                  <a:lnTo>
                    <a:pt x="1" y="598"/>
                  </a:lnTo>
                  <a:lnTo>
                    <a:pt x="1118" y="598"/>
                  </a:lnTo>
                  <a:lnTo>
                    <a:pt x="11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838073" y="4284760"/>
              <a:ext cx="941952" cy="30630"/>
            </a:xfrm>
            <a:custGeom>
              <a:avLst/>
              <a:gdLst/>
              <a:ahLst/>
              <a:cxnLst/>
              <a:rect l="l" t="t" r="r" b="b"/>
              <a:pathLst>
                <a:path w="5474" h="178" extrusionOk="0">
                  <a:moveTo>
                    <a:pt x="0" y="1"/>
                  </a:moveTo>
                  <a:lnTo>
                    <a:pt x="0" y="178"/>
                  </a:lnTo>
                  <a:lnTo>
                    <a:pt x="5474" y="178"/>
                  </a:lnTo>
                  <a:lnTo>
                    <a:pt x="54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139781" y="4387490"/>
              <a:ext cx="192211" cy="28737"/>
            </a:xfrm>
            <a:custGeom>
              <a:avLst/>
              <a:gdLst/>
              <a:ahLst/>
              <a:cxnLst/>
              <a:rect l="l" t="t" r="r" b="b"/>
              <a:pathLst>
                <a:path w="1117" h="167" extrusionOk="0">
                  <a:moveTo>
                    <a:pt x="0" y="1"/>
                  </a:moveTo>
                  <a:lnTo>
                    <a:pt x="0" y="167"/>
                  </a:lnTo>
                  <a:lnTo>
                    <a:pt x="1117" y="167"/>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320635" y="4446513"/>
              <a:ext cx="158139" cy="28737"/>
            </a:xfrm>
            <a:custGeom>
              <a:avLst/>
              <a:gdLst/>
              <a:ahLst/>
              <a:cxnLst/>
              <a:rect l="l" t="t" r="r" b="b"/>
              <a:pathLst>
                <a:path w="919" h="167" extrusionOk="0">
                  <a:moveTo>
                    <a:pt x="1" y="1"/>
                  </a:moveTo>
                  <a:lnTo>
                    <a:pt x="1" y="167"/>
                  </a:lnTo>
                  <a:lnTo>
                    <a:pt x="918" y="167"/>
                  </a:lnTo>
                  <a:lnTo>
                    <a:pt x="9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749853" y="4284760"/>
              <a:ext cx="466502" cy="102902"/>
            </a:xfrm>
            <a:custGeom>
              <a:avLst/>
              <a:gdLst/>
              <a:ahLst/>
              <a:cxnLst/>
              <a:rect l="l" t="t" r="r" b="b"/>
              <a:pathLst>
                <a:path w="2711" h="598" extrusionOk="0">
                  <a:moveTo>
                    <a:pt x="1" y="1"/>
                  </a:moveTo>
                  <a:lnTo>
                    <a:pt x="1" y="598"/>
                  </a:lnTo>
                  <a:lnTo>
                    <a:pt x="2710" y="598"/>
                  </a:lnTo>
                  <a:lnTo>
                    <a:pt x="27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283521" y="4284760"/>
              <a:ext cx="192211" cy="102902"/>
            </a:xfrm>
            <a:custGeom>
              <a:avLst/>
              <a:gdLst/>
              <a:ahLst/>
              <a:cxnLst/>
              <a:rect l="l" t="t" r="r" b="b"/>
              <a:pathLst>
                <a:path w="1117"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749853" y="4284760"/>
              <a:ext cx="658541" cy="30630"/>
            </a:xfrm>
            <a:custGeom>
              <a:avLst/>
              <a:gdLst/>
              <a:ahLst/>
              <a:cxnLst/>
              <a:rect l="l" t="t" r="r" b="b"/>
              <a:pathLst>
                <a:path w="3827" h="178" extrusionOk="0">
                  <a:moveTo>
                    <a:pt x="1" y="1"/>
                  </a:moveTo>
                  <a:lnTo>
                    <a:pt x="1" y="178"/>
                  </a:lnTo>
                  <a:lnTo>
                    <a:pt x="3827" y="178"/>
                  </a:lnTo>
                  <a:lnTo>
                    <a:pt x="38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989557" y="4315217"/>
              <a:ext cx="239876" cy="28737"/>
            </a:xfrm>
            <a:custGeom>
              <a:avLst/>
              <a:gdLst/>
              <a:ahLst/>
              <a:cxnLst/>
              <a:rect l="l" t="t" r="r" b="b"/>
              <a:pathLst>
                <a:path w="1394" h="167" extrusionOk="0">
                  <a:moveTo>
                    <a:pt x="78" y="1"/>
                  </a:moveTo>
                  <a:cubicBezTo>
                    <a:pt x="34" y="1"/>
                    <a:pt x="1" y="45"/>
                    <a:pt x="1" y="89"/>
                  </a:cubicBezTo>
                  <a:cubicBezTo>
                    <a:pt x="1" y="122"/>
                    <a:pt x="34" y="167"/>
                    <a:pt x="78" y="167"/>
                  </a:cubicBezTo>
                  <a:lnTo>
                    <a:pt x="1394" y="167"/>
                  </a:lnTo>
                  <a:lnTo>
                    <a:pt x="13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90427" y="4315217"/>
              <a:ext cx="253298" cy="28737"/>
            </a:xfrm>
            <a:custGeom>
              <a:avLst/>
              <a:gdLst/>
              <a:ahLst/>
              <a:cxnLst/>
              <a:rect l="l" t="t" r="r" b="b"/>
              <a:pathLst>
                <a:path w="1472" h="167" extrusionOk="0">
                  <a:moveTo>
                    <a:pt x="89" y="1"/>
                  </a:moveTo>
                  <a:cubicBezTo>
                    <a:pt x="45" y="1"/>
                    <a:pt x="1" y="45"/>
                    <a:pt x="1" y="89"/>
                  </a:cubicBezTo>
                  <a:cubicBezTo>
                    <a:pt x="1" y="122"/>
                    <a:pt x="45" y="167"/>
                    <a:pt x="89" y="167"/>
                  </a:cubicBezTo>
                  <a:lnTo>
                    <a:pt x="1472" y="167"/>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43553" y="4355139"/>
              <a:ext cx="167603" cy="143341"/>
            </a:xfrm>
            <a:custGeom>
              <a:avLst/>
              <a:gdLst/>
              <a:ahLst/>
              <a:cxnLst/>
              <a:rect l="l" t="t" r="r" b="b"/>
              <a:pathLst>
                <a:path w="974" h="833" extrusionOk="0">
                  <a:moveTo>
                    <a:pt x="564" y="244"/>
                  </a:moveTo>
                  <a:cubicBezTo>
                    <a:pt x="785" y="244"/>
                    <a:pt x="785" y="576"/>
                    <a:pt x="564" y="576"/>
                  </a:cubicBezTo>
                  <a:cubicBezTo>
                    <a:pt x="332" y="576"/>
                    <a:pt x="332" y="244"/>
                    <a:pt x="564" y="244"/>
                  </a:cubicBezTo>
                  <a:close/>
                  <a:moveTo>
                    <a:pt x="564" y="1"/>
                  </a:moveTo>
                  <a:cubicBezTo>
                    <a:pt x="188" y="1"/>
                    <a:pt x="0" y="443"/>
                    <a:pt x="265" y="709"/>
                  </a:cubicBezTo>
                  <a:cubicBezTo>
                    <a:pt x="351" y="794"/>
                    <a:pt x="455" y="833"/>
                    <a:pt x="557" y="833"/>
                  </a:cubicBezTo>
                  <a:cubicBezTo>
                    <a:pt x="771" y="833"/>
                    <a:pt x="973" y="665"/>
                    <a:pt x="973" y="410"/>
                  </a:cubicBezTo>
                  <a:cubicBezTo>
                    <a:pt x="973" y="189"/>
                    <a:pt x="785" y="1"/>
                    <a:pt x="5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09310" y="4330532"/>
              <a:ext cx="228347" cy="194103"/>
            </a:xfrm>
            <a:custGeom>
              <a:avLst/>
              <a:gdLst/>
              <a:ahLst/>
              <a:cxnLst/>
              <a:rect l="l" t="t" r="r" b="b"/>
              <a:pathLst>
                <a:path w="1327" h="1128" extrusionOk="0">
                  <a:moveTo>
                    <a:pt x="756" y="130"/>
                  </a:moveTo>
                  <a:cubicBezTo>
                    <a:pt x="970" y="130"/>
                    <a:pt x="1172" y="299"/>
                    <a:pt x="1172" y="553"/>
                  </a:cubicBezTo>
                  <a:cubicBezTo>
                    <a:pt x="1172" y="774"/>
                    <a:pt x="984" y="962"/>
                    <a:pt x="763" y="962"/>
                  </a:cubicBezTo>
                  <a:cubicBezTo>
                    <a:pt x="387" y="962"/>
                    <a:pt x="199" y="520"/>
                    <a:pt x="464" y="255"/>
                  </a:cubicBezTo>
                  <a:cubicBezTo>
                    <a:pt x="550" y="169"/>
                    <a:pt x="654" y="130"/>
                    <a:pt x="756" y="130"/>
                  </a:cubicBezTo>
                  <a:close/>
                  <a:moveTo>
                    <a:pt x="763" y="0"/>
                  </a:moveTo>
                  <a:cubicBezTo>
                    <a:pt x="254" y="0"/>
                    <a:pt x="0" y="597"/>
                    <a:pt x="354" y="962"/>
                  </a:cubicBezTo>
                  <a:cubicBezTo>
                    <a:pt x="471" y="1076"/>
                    <a:pt x="614" y="1127"/>
                    <a:pt x="754" y="1127"/>
                  </a:cubicBezTo>
                  <a:cubicBezTo>
                    <a:pt x="1047" y="1127"/>
                    <a:pt x="1327" y="902"/>
                    <a:pt x="1327" y="564"/>
                  </a:cubicBezTo>
                  <a:cubicBezTo>
                    <a:pt x="1327" y="244"/>
                    <a:pt x="1073" y="0"/>
                    <a:pt x="7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300511" y="4397126"/>
              <a:ext cx="68659" cy="57302"/>
            </a:xfrm>
            <a:custGeom>
              <a:avLst/>
              <a:gdLst/>
              <a:ahLst/>
              <a:cxnLst/>
              <a:rect l="l" t="t" r="r" b="b"/>
              <a:pathLst>
                <a:path w="399" h="333" extrusionOk="0">
                  <a:moveTo>
                    <a:pt x="233" y="0"/>
                  </a:moveTo>
                  <a:cubicBezTo>
                    <a:pt x="78" y="0"/>
                    <a:pt x="1" y="177"/>
                    <a:pt x="111" y="288"/>
                  </a:cubicBezTo>
                  <a:cubicBezTo>
                    <a:pt x="146" y="319"/>
                    <a:pt x="187" y="333"/>
                    <a:pt x="227" y="333"/>
                  </a:cubicBezTo>
                  <a:cubicBezTo>
                    <a:pt x="315" y="333"/>
                    <a:pt x="399" y="265"/>
                    <a:pt x="399" y="166"/>
                  </a:cubicBezTo>
                  <a:cubicBezTo>
                    <a:pt x="399" y="67"/>
                    <a:pt x="321"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367105" y="4330532"/>
              <a:ext cx="135253" cy="194275"/>
            </a:xfrm>
            <a:custGeom>
              <a:avLst/>
              <a:gdLst/>
              <a:ahLst/>
              <a:cxnLst/>
              <a:rect l="l" t="t" r="r" b="b"/>
              <a:pathLst>
                <a:path w="786" h="1129" extrusionOk="0">
                  <a:moveTo>
                    <a:pt x="45" y="0"/>
                  </a:moveTo>
                  <a:cubicBezTo>
                    <a:pt x="41" y="0"/>
                    <a:pt x="38"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342498"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163" y="1"/>
                  </a:moveTo>
                  <a:cubicBezTo>
                    <a:pt x="157" y="1"/>
                    <a:pt x="150" y="1"/>
                    <a:pt x="144" y="1"/>
                  </a:cubicBezTo>
                  <a:lnTo>
                    <a:pt x="22" y="1"/>
                  </a:lnTo>
                  <a:cubicBezTo>
                    <a:pt x="752" y="12"/>
                    <a:pt x="745" y="1118"/>
                    <a:pt x="0" y="1129"/>
                  </a:cubicBezTo>
                  <a:lnTo>
                    <a:pt x="144" y="1129"/>
                  </a:lnTo>
                  <a:cubicBezTo>
                    <a:pt x="453" y="1129"/>
                    <a:pt x="708" y="875"/>
                    <a:pt x="708" y="565"/>
                  </a:cubicBezTo>
                  <a:cubicBezTo>
                    <a:pt x="708"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332862"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56" y="1128"/>
                  </a:lnTo>
                  <a:cubicBezTo>
                    <a:pt x="366" y="1128"/>
                    <a:pt x="620" y="874"/>
                    <a:pt x="620" y="564"/>
                  </a:cubicBezTo>
                  <a:cubicBezTo>
                    <a:pt x="620" y="243"/>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62138" y="4355139"/>
              <a:ext cx="80532" cy="141104"/>
            </a:xfrm>
            <a:custGeom>
              <a:avLst/>
              <a:gdLst/>
              <a:ahLst/>
              <a:cxnLst/>
              <a:rect l="l" t="t" r="r" b="b"/>
              <a:pathLst>
                <a:path w="468" h="820" extrusionOk="0">
                  <a:moveTo>
                    <a:pt x="445" y="1"/>
                  </a:moveTo>
                  <a:cubicBezTo>
                    <a:pt x="436" y="2"/>
                    <a:pt x="428" y="4"/>
                    <a:pt x="420" y="6"/>
                  </a:cubicBezTo>
                  <a:lnTo>
                    <a:pt x="420" y="6"/>
                  </a:lnTo>
                  <a:cubicBezTo>
                    <a:pt x="435" y="3"/>
                    <a:pt x="451" y="2"/>
                    <a:pt x="467" y="1"/>
                  </a:cubicBezTo>
                  <a:close/>
                  <a:moveTo>
                    <a:pt x="420" y="6"/>
                  </a:moveTo>
                  <a:cubicBezTo>
                    <a:pt x="223" y="38"/>
                    <a:pt x="80" y="205"/>
                    <a:pt x="80" y="410"/>
                  </a:cubicBezTo>
                  <a:cubicBezTo>
                    <a:pt x="80" y="592"/>
                    <a:pt x="205" y="750"/>
                    <a:pt x="383" y="803"/>
                  </a:cubicBezTo>
                  <a:lnTo>
                    <a:pt x="383" y="803"/>
                  </a:lnTo>
                  <a:cubicBezTo>
                    <a:pt x="0" y="672"/>
                    <a:pt x="13" y="98"/>
                    <a:pt x="420" y="6"/>
                  </a:cubicBezTo>
                  <a:close/>
                  <a:moveTo>
                    <a:pt x="383" y="803"/>
                  </a:moveTo>
                  <a:cubicBezTo>
                    <a:pt x="402"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44391"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43553" y="4387490"/>
              <a:ext cx="226454" cy="28737"/>
            </a:xfrm>
            <a:custGeom>
              <a:avLst/>
              <a:gdLst/>
              <a:ahLst/>
              <a:cxnLst/>
              <a:rect l="l" t="t" r="r" b="b"/>
              <a:pathLst>
                <a:path w="1316" h="167" extrusionOk="0">
                  <a:moveTo>
                    <a:pt x="44" y="1"/>
                  </a:moveTo>
                  <a:cubicBezTo>
                    <a:pt x="22" y="56"/>
                    <a:pt x="0" y="112"/>
                    <a:pt x="0"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498400" y="4355139"/>
              <a:ext cx="167603" cy="143341"/>
            </a:xfrm>
            <a:custGeom>
              <a:avLst/>
              <a:gdLst/>
              <a:ahLst/>
              <a:cxnLst/>
              <a:rect l="l" t="t" r="r" b="b"/>
              <a:pathLst>
                <a:path w="974" h="833" extrusionOk="0">
                  <a:moveTo>
                    <a:pt x="553" y="241"/>
                  </a:moveTo>
                  <a:cubicBezTo>
                    <a:pt x="640" y="241"/>
                    <a:pt x="723" y="306"/>
                    <a:pt x="731" y="410"/>
                  </a:cubicBezTo>
                  <a:cubicBezTo>
                    <a:pt x="731" y="499"/>
                    <a:pt x="653" y="576"/>
                    <a:pt x="554" y="576"/>
                  </a:cubicBezTo>
                  <a:cubicBezTo>
                    <a:pt x="410" y="576"/>
                    <a:pt x="332" y="399"/>
                    <a:pt x="432" y="288"/>
                  </a:cubicBezTo>
                  <a:cubicBezTo>
                    <a:pt x="468" y="256"/>
                    <a:pt x="511" y="241"/>
                    <a:pt x="553" y="241"/>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464673" y="4330532"/>
              <a:ext cx="226110" cy="194103"/>
            </a:xfrm>
            <a:custGeom>
              <a:avLst/>
              <a:gdLst/>
              <a:ahLst/>
              <a:cxnLst/>
              <a:rect l="l" t="t" r="r" b="b"/>
              <a:pathLst>
                <a:path w="1314" h="1128" extrusionOk="0">
                  <a:moveTo>
                    <a:pt x="749" y="130"/>
                  </a:moveTo>
                  <a:cubicBezTo>
                    <a:pt x="962" y="130"/>
                    <a:pt x="1170" y="299"/>
                    <a:pt x="1170" y="553"/>
                  </a:cubicBezTo>
                  <a:cubicBezTo>
                    <a:pt x="1170" y="774"/>
                    <a:pt x="982" y="962"/>
                    <a:pt x="750" y="962"/>
                  </a:cubicBezTo>
                  <a:cubicBezTo>
                    <a:pt x="385" y="962"/>
                    <a:pt x="197" y="520"/>
                    <a:pt x="462" y="255"/>
                  </a:cubicBezTo>
                  <a:cubicBezTo>
                    <a:pt x="544" y="169"/>
                    <a:pt x="647" y="130"/>
                    <a:pt x="749" y="130"/>
                  </a:cubicBezTo>
                  <a:close/>
                  <a:moveTo>
                    <a:pt x="736" y="0"/>
                  </a:moveTo>
                  <a:cubicBezTo>
                    <a:pt x="248" y="0"/>
                    <a:pt x="1" y="601"/>
                    <a:pt x="352" y="962"/>
                  </a:cubicBezTo>
                  <a:cubicBezTo>
                    <a:pt x="466"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555530" y="4397126"/>
              <a:ext cx="68659" cy="57302"/>
            </a:xfrm>
            <a:custGeom>
              <a:avLst/>
              <a:gdLst/>
              <a:ahLst/>
              <a:cxnLst/>
              <a:rect l="l" t="t" r="r" b="b"/>
              <a:pathLst>
                <a:path w="399" h="333" extrusionOk="0">
                  <a:moveTo>
                    <a:pt x="222" y="0"/>
                  </a:moveTo>
                  <a:cubicBezTo>
                    <a:pt x="78" y="0"/>
                    <a:pt x="0" y="177"/>
                    <a:pt x="111" y="288"/>
                  </a:cubicBezTo>
                  <a:cubicBezTo>
                    <a:pt x="142" y="319"/>
                    <a:pt x="182" y="333"/>
                    <a:pt x="221" y="333"/>
                  </a:cubicBezTo>
                  <a:cubicBezTo>
                    <a:pt x="309" y="333"/>
                    <a:pt x="399" y="265"/>
                    <a:pt x="399" y="166"/>
                  </a:cubicBezTo>
                  <a:cubicBezTo>
                    <a:pt x="388" y="67"/>
                    <a:pt x="321" y="0"/>
                    <a:pt x="2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622124" y="4330532"/>
              <a:ext cx="135253" cy="194275"/>
            </a:xfrm>
            <a:custGeom>
              <a:avLst/>
              <a:gdLst/>
              <a:ahLst/>
              <a:cxnLst/>
              <a:rect l="l" t="t" r="r" b="b"/>
              <a:pathLst>
                <a:path w="786" h="1129" extrusionOk="0">
                  <a:moveTo>
                    <a:pt x="1" y="0"/>
                  </a:moveTo>
                  <a:cubicBezTo>
                    <a:pt x="752" y="0"/>
                    <a:pt x="75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597345" y="4328467"/>
              <a:ext cx="129574" cy="194448"/>
            </a:xfrm>
            <a:custGeom>
              <a:avLst/>
              <a:gdLst/>
              <a:ahLst/>
              <a:cxnLst/>
              <a:rect l="l" t="t" r="r" b="b"/>
              <a:pathLst>
                <a:path w="753" h="1130" extrusionOk="0">
                  <a:moveTo>
                    <a:pt x="12" y="1"/>
                  </a:moveTo>
                  <a:cubicBezTo>
                    <a:pt x="8" y="1"/>
                    <a:pt x="4" y="1"/>
                    <a:pt x="1" y="1"/>
                  </a:cubicBezTo>
                  <a:lnTo>
                    <a:pt x="23" y="1"/>
                  </a:lnTo>
                  <a:cubicBezTo>
                    <a:pt x="19" y="1"/>
                    <a:pt x="15" y="1"/>
                    <a:pt x="12" y="1"/>
                  </a:cubicBezTo>
                  <a:close/>
                  <a:moveTo>
                    <a:pt x="164" y="1"/>
                  </a:moveTo>
                  <a:cubicBezTo>
                    <a:pt x="157" y="1"/>
                    <a:pt x="151" y="1"/>
                    <a:pt x="145" y="1"/>
                  </a:cubicBezTo>
                  <a:lnTo>
                    <a:pt x="23" y="1"/>
                  </a:lnTo>
                  <a:cubicBezTo>
                    <a:pt x="753" y="12"/>
                    <a:pt x="745" y="1118"/>
                    <a:pt x="1" y="1129"/>
                  </a:cubicBezTo>
                  <a:lnTo>
                    <a:pt x="145" y="1129"/>
                  </a:lnTo>
                  <a:cubicBezTo>
                    <a:pt x="454" y="1129"/>
                    <a:pt x="708" y="875"/>
                    <a:pt x="708" y="565"/>
                  </a:cubicBezTo>
                  <a:cubicBezTo>
                    <a:pt x="708" y="251"/>
                    <a:pt x="465" y="1"/>
                    <a:pt x="1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587881" y="4328639"/>
              <a:ext cx="129574" cy="194275"/>
            </a:xfrm>
            <a:custGeom>
              <a:avLst/>
              <a:gdLst/>
              <a:ahLst/>
              <a:cxnLst/>
              <a:rect l="l" t="t" r="r" b="b"/>
              <a:pathLst>
                <a:path w="753" h="1129" extrusionOk="0">
                  <a:moveTo>
                    <a:pt x="11" y="0"/>
                  </a:moveTo>
                  <a:cubicBezTo>
                    <a:pt x="8" y="0"/>
                    <a:pt x="4" y="0"/>
                    <a:pt x="0" y="0"/>
                  </a:cubicBezTo>
                  <a:lnTo>
                    <a:pt x="22" y="0"/>
                  </a:lnTo>
                  <a:cubicBezTo>
                    <a:pt x="19" y="0"/>
                    <a:pt x="15" y="0"/>
                    <a:pt x="11" y="0"/>
                  </a:cubicBezTo>
                  <a:close/>
                  <a:moveTo>
                    <a:pt x="22" y="0"/>
                  </a:moveTo>
                  <a:cubicBezTo>
                    <a:pt x="752" y="11"/>
                    <a:pt x="745" y="1117"/>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517673"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597345"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498400" y="4387490"/>
              <a:ext cx="226626" cy="28737"/>
            </a:xfrm>
            <a:custGeom>
              <a:avLst/>
              <a:gdLst/>
              <a:ahLst/>
              <a:cxnLst/>
              <a:rect l="l" t="t" r="r" b="b"/>
              <a:pathLst>
                <a:path w="1317" h="167" extrusionOk="0">
                  <a:moveTo>
                    <a:pt x="34" y="1"/>
                  </a:moveTo>
                  <a:cubicBezTo>
                    <a:pt x="12" y="56"/>
                    <a:pt x="1" y="112"/>
                    <a:pt x="1" y="167"/>
                  </a:cubicBezTo>
                  <a:lnTo>
                    <a:pt x="1317" y="167"/>
                  </a:lnTo>
                  <a:cubicBezTo>
                    <a:pt x="1306" y="112"/>
                    <a:pt x="1295"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1800" y="4355139"/>
              <a:ext cx="167603" cy="143341"/>
            </a:xfrm>
            <a:custGeom>
              <a:avLst/>
              <a:gdLst/>
              <a:ahLst/>
              <a:cxnLst/>
              <a:rect l="l" t="t" r="r" b="b"/>
              <a:pathLst>
                <a:path w="974" h="833" extrusionOk="0">
                  <a:moveTo>
                    <a:pt x="558" y="236"/>
                  </a:moveTo>
                  <a:cubicBezTo>
                    <a:pt x="644" y="236"/>
                    <a:pt x="730" y="306"/>
                    <a:pt x="730" y="410"/>
                  </a:cubicBezTo>
                  <a:cubicBezTo>
                    <a:pt x="730" y="499"/>
                    <a:pt x="653" y="576"/>
                    <a:pt x="553" y="576"/>
                  </a:cubicBezTo>
                  <a:cubicBezTo>
                    <a:pt x="409" y="576"/>
                    <a:pt x="332" y="399"/>
                    <a:pt x="442" y="288"/>
                  </a:cubicBezTo>
                  <a:cubicBezTo>
                    <a:pt x="475" y="253"/>
                    <a:pt x="517" y="236"/>
                    <a:pt x="558" y="236"/>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49449" y="4330360"/>
              <a:ext cx="227831" cy="193759"/>
            </a:xfrm>
            <a:custGeom>
              <a:avLst/>
              <a:gdLst/>
              <a:ahLst/>
              <a:cxnLst/>
              <a:rect l="l" t="t" r="r" b="b"/>
              <a:pathLst>
                <a:path w="1324" h="1126" extrusionOk="0">
                  <a:moveTo>
                    <a:pt x="741" y="131"/>
                  </a:moveTo>
                  <a:cubicBezTo>
                    <a:pt x="954" y="131"/>
                    <a:pt x="1161" y="300"/>
                    <a:pt x="1161" y="554"/>
                  </a:cubicBezTo>
                  <a:cubicBezTo>
                    <a:pt x="1161" y="775"/>
                    <a:pt x="973" y="963"/>
                    <a:pt x="741" y="963"/>
                  </a:cubicBezTo>
                  <a:cubicBezTo>
                    <a:pt x="376" y="963"/>
                    <a:pt x="188" y="521"/>
                    <a:pt x="454" y="256"/>
                  </a:cubicBezTo>
                  <a:cubicBezTo>
                    <a:pt x="536" y="170"/>
                    <a:pt x="639" y="131"/>
                    <a:pt x="741" y="131"/>
                  </a:cubicBezTo>
                  <a:close/>
                  <a:moveTo>
                    <a:pt x="761" y="1"/>
                  </a:moveTo>
                  <a:cubicBezTo>
                    <a:pt x="755" y="1"/>
                    <a:pt x="748" y="1"/>
                    <a:pt x="741" y="1"/>
                  </a:cubicBezTo>
                  <a:cubicBezTo>
                    <a:pt x="243" y="1"/>
                    <a:pt x="0" y="609"/>
                    <a:pt x="365" y="963"/>
                  </a:cubicBezTo>
                  <a:cubicBezTo>
                    <a:pt x="477" y="1075"/>
                    <a:pt x="615" y="1125"/>
                    <a:pt x="751" y="1125"/>
                  </a:cubicBezTo>
                  <a:cubicBezTo>
                    <a:pt x="1042" y="1125"/>
                    <a:pt x="1324" y="894"/>
                    <a:pt x="1316" y="554"/>
                  </a:cubicBezTo>
                  <a:cubicBezTo>
                    <a:pt x="1305" y="240"/>
                    <a:pt x="1062"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138758" y="4397126"/>
              <a:ext cx="68659" cy="57302"/>
            </a:xfrm>
            <a:custGeom>
              <a:avLst/>
              <a:gdLst/>
              <a:ahLst/>
              <a:cxnLst/>
              <a:rect l="l" t="t" r="r" b="b"/>
              <a:pathLst>
                <a:path w="399" h="333" extrusionOk="0">
                  <a:moveTo>
                    <a:pt x="222" y="0"/>
                  </a:moveTo>
                  <a:cubicBezTo>
                    <a:pt x="78" y="0"/>
                    <a:pt x="1" y="177"/>
                    <a:pt x="111" y="288"/>
                  </a:cubicBezTo>
                  <a:cubicBezTo>
                    <a:pt x="142" y="319"/>
                    <a:pt x="182" y="333"/>
                    <a:pt x="222" y="333"/>
                  </a:cubicBezTo>
                  <a:cubicBezTo>
                    <a:pt x="310" y="333"/>
                    <a:pt x="399" y="265"/>
                    <a:pt x="399" y="166"/>
                  </a:cubicBezTo>
                  <a:cubicBezTo>
                    <a:pt x="399" y="67"/>
                    <a:pt x="322"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205352" y="4330532"/>
              <a:ext cx="135253" cy="194275"/>
            </a:xfrm>
            <a:custGeom>
              <a:avLst/>
              <a:gdLst/>
              <a:ahLst/>
              <a:cxnLst/>
              <a:rect l="l" t="t" r="r" b="b"/>
              <a:pathLst>
                <a:path w="786" h="1129" extrusionOk="0">
                  <a:moveTo>
                    <a:pt x="1" y="0"/>
                  </a:moveTo>
                  <a:cubicBezTo>
                    <a:pt x="742" y="0"/>
                    <a:pt x="74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180745" y="4330360"/>
              <a:ext cx="129574" cy="194448"/>
            </a:xfrm>
            <a:custGeom>
              <a:avLst/>
              <a:gdLst/>
              <a:ahLst/>
              <a:cxnLst/>
              <a:rect l="l" t="t" r="r" b="b"/>
              <a:pathLst>
                <a:path w="753" h="1130" extrusionOk="0">
                  <a:moveTo>
                    <a:pt x="163" y="1"/>
                  </a:moveTo>
                  <a:cubicBezTo>
                    <a:pt x="156" y="1"/>
                    <a:pt x="150" y="1"/>
                    <a:pt x="144" y="1"/>
                  </a:cubicBezTo>
                  <a:lnTo>
                    <a:pt x="0" y="1"/>
                  </a:lnTo>
                  <a:cubicBezTo>
                    <a:pt x="752" y="1"/>
                    <a:pt x="752" y="1129"/>
                    <a:pt x="0" y="1129"/>
                  </a:cubicBezTo>
                  <a:lnTo>
                    <a:pt x="144" y="1129"/>
                  </a:lnTo>
                  <a:cubicBezTo>
                    <a:pt x="454" y="1129"/>
                    <a:pt x="708" y="864"/>
                    <a:pt x="708" y="554"/>
                  </a:cubicBezTo>
                  <a:cubicBezTo>
                    <a:pt x="697" y="251"/>
                    <a:pt x="453"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71108" y="4330532"/>
              <a:ext cx="129574" cy="194275"/>
            </a:xfrm>
            <a:custGeom>
              <a:avLst/>
              <a:gdLst/>
              <a:ahLst/>
              <a:cxnLst/>
              <a:rect l="l" t="t" r="r" b="b"/>
              <a:pathLst>
                <a:path w="753" h="1129" extrusionOk="0">
                  <a:moveTo>
                    <a:pt x="1" y="0"/>
                  </a:moveTo>
                  <a:cubicBezTo>
                    <a:pt x="753" y="0"/>
                    <a:pt x="753" y="1128"/>
                    <a:pt x="1" y="1128"/>
                  </a:cubicBezTo>
                  <a:lnTo>
                    <a:pt x="56" y="1128"/>
                  </a:lnTo>
                  <a:cubicBezTo>
                    <a:pt x="366" y="1117"/>
                    <a:pt x="620" y="863"/>
                    <a:pt x="620" y="553"/>
                  </a:cubicBezTo>
                  <a:cubicBezTo>
                    <a:pt x="609" y="244"/>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00728" y="4355139"/>
              <a:ext cx="80188" cy="141104"/>
            </a:xfrm>
            <a:custGeom>
              <a:avLst/>
              <a:gdLst/>
              <a:ahLst/>
              <a:cxnLst/>
              <a:rect l="l" t="t" r="r" b="b"/>
              <a:pathLst>
                <a:path w="466" h="820" extrusionOk="0">
                  <a:moveTo>
                    <a:pt x="443" y="1"/>
                  </a:moveTo>
                  <a:cubicBezTo>
                    <a:pt x="432" y="3"/>
                    <a:pt x="421" y="5"/>
                    <a:pt x="411" y="8"/>
                  </a:cubicBezTo>
                  <a:lnTo>
                    <a:pt x="411" y="8"/>
                  </a:lnTo>
                  <a:cubicBezTo>
                    <a:pt x="429" y="4"/>
                    <a:pt x="447" y="2"/>
                    <a:pt x="465" y="1"/>
                  </a:cubicBezTo>
                  <a:close/>
                  <a:moveTo>
                    <a:pt x="411" y="8"/>
                  </a:moveTo>
                  <a:cubicBezTo>
                    <a:pt x="225" y="43"/>
                    <a:pt x="78" y="208"/>
                    <a:pt x="78" y="410"/>
                  </a:cubicBezTo>
                  <a:cubicBezTo>
                    <a:pt x="78" y="592"/>
                    <a:pt x="203" y="750"/>
                    <a:pt x="381" y="803"/>
                  </a:cubicBezTo>
                  <a:lnTo>
                    <a:pt x="381" y="803"/>
                  </a:lnTo>
                  <a:cubicBezTo>
                    <a:pt x="1" y="673"/>
                    <a:pt x="11" y="105"/>
                    <a:pt x="411" y="8"/>
                  </a:cubicBezTo>
                  <a:close/>
                  <a:moveTo>
                    <a:pt x="381" y="803"/>
                  </a:moveTo>
                  <a:cubicBezTo>
                    <a:pt x="400" y="809"/>
                    <a:pt x="421" y="815"/>
                    <a:pt x="443" y="819"/>
                  </a:cubicBezTo>
                  <a:lnTo>
                    <a:pt x="465" y="819"/>
                  </a:lnTo>
                  <a:cubicBezTo>
                    <a:pt x="436" y="816"/>
                    <a:pt x="408" y="811"/>
                    <a:pt x="381"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80745"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81800"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36647" y="4355139"/>
              <a:ext cx="167603" cy="143341"/>
            </a:xfrm>
            <a:custGeom>
              <a:avLst/>
              <a:gdLst/>
              <a:ahLst/>
              <a:cxnLst/>
              <a:rect l="l" t="t" r="r" b="b"/>
              <a:pathLst>
                <a:path w="974" h="833" extrusionOk="0">
                  <a:moveTo>
                    <a:pt x="553" y="236"/>
                  </a:moveTo>
                  <a:cubicBezTo>
                    <a:pt x="639" y="236"/>
                    <a:pt x="720" y="306"/>
                    <a:pt x="720" y="410"/>
                  </a:cubicBezTo>
                  <a:cubicBezTo>
                    <a:pt x="720" y="499"/>
                    <a:pt x="653" y="576"/>
                    <a:pt x="554" y="576"/>
                  </a:cubicBezTo>
                  <a:cubicBezTo>
                    <a:pt x="410" y="576"/>
                    <a:pt x="333" y="399"/>
                    <a:pt x="432" y="288"/>
                  </a:cubicBezTo>
                  <a:cubicBezTo>
                    <a:pt x="468" y="253"/>
                    <a:pt x="511" y="236"/>
                    <a:pt x="553" y="236"/>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302404" y="4330532"/>
              <a:ext cx="226626" cy="194103"/>
            </a:xfrm>
            <a:custGeom>
              <a:avLst/>
              <a:gdLst/>
              <a:ahLst/>
              <a:cxnLst/>
              <a:rect l="l" t="t" r="r" b="b"/>
              <a:pathLst>
                <a:path w="1317" h="1128" extrusionOk="0">
                  <a:moveTo>
                    <a:pt x="752" y="130"/>
                  </a:moveTo>
                  <a:cubicBezTo>
                    <a:pt x="965" y="130"/>
                    <a:pt x="1173" y="299"/>
                    <a:pt x="1173" y="553"/>
                  </a:cubicBezTo>
                  <a:cubicBezTo>
                    <a:pt x="1173" y="774"/>
                    <a:pt x="985" y="962"/>
                    <a:pt x="753" y="962"/>
                  </a:cubicBezTo>
                  <a:cubicBezTo>
                    <a:pt x="388" y="962"/>
                    <a:pt x="200" y="520"/>
                    <a:pt x="465" y="255"/>
                  </a:cubicBezTo>
                  <a:cubicBezTo>
                    <a:pt x="547" y="169"/>
                    <a:pt x="650" y="130"/>
                    <a:pt x="752" y="130"/>
                  </a:cubicBezTo>
                  <a:close/>
                  <a:moveTo>
                    <a:pt x="753" y="0"/>
                  </a:moveTo>
                  <a:cubicBezTo>
                    <a:pt x="255" y="0"/>
                    <a:pt x="1" y="597"/>
                    <a:pt x="355" y="962"/>
                  </a:cubicBezTo>
                  <a:cubicBezTo>
                    <a:pt x="469" y="1076"/>
                    <a:pt x="609" y="1127"/>
                    <a:pt x="747" y="1127"/>
                  </a:cubicBezTo>
                  <a:cubicBezTo>
                    <a:pt x="1037" y="1127"/>
                    <a:pt x="1317" y="902"/>
                    <a:pt x="1317" y="564"/>
                  </a:cubicBezTo>
                  <a:cubicBezTo>
                    <a:pt x="1317" y="244"/>
                    <a:pt x="1062" y="0"/>
                    <a:pt x="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393777" y="4397126"/>
              <a:ext cx="66766" cy="57302"/>
            </a:xfrm>
            <a:custGeom>
              <a:avLst/>
              <a:gdLst/>
              <a:ahLst/>
              <a:cxnLst/>
              <a:rect l="l" t="t" r="r" b="b"/>
              <a:pathLst>
                <a:path w="388" h="333" extrusionOk="0">
                  <a:moveTo>
                    <a:pt x="222" y="0"/>
                  </a:moveTo>
                  <a:cubicBezTo>
                    <a:pt x="78" y="0"/>
                    <a:pt x="1" y="177"/>
                    <a:pt x="100" y="288"/>
                  </a:cubicBezTo>
                  <a:cubicBezTo>
                    <a:pt x="135" y="319"/>
                    <a:pt x="175" y="333"/>
                    <a:pt x="215" y="333"/>
                  </a:cubicBezTo>
                  <a:cubicBezTo>
                    <a:pt x="304" y="333"/>
                    <a:pt x="388" y="265"/>
                    <a:pt x="388" y="166"/>
                  </a:cubicBezTo>
                  <a:cubicBezTo>
                    <a:pt x="388" y="67"/>
                    <a:pt x="321"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460371" y="4330532"/>
              <a:ext cx="135253" cy="194275"/>
            </a:xfrm>
            <a:custGeom>
              <a:avLst/>
              <a:gdLst/>
              <a:ahLst/>
              <a:cxnLst/>
              <a:rect l="l" t="t" r="r" b="b"/>
              <a:pathLst>
                <a:path w="786" h="1129" extrusionOk="0">
                  <a:moveTo>
                    <a:pt x="45" y="0"/>
                  </a:moveTo>
                  <a:cubicBezTo>
                    <a:pt x="41" y="0"/>
                    <a:pt x="37"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435592" y="4328639"/>
              <a:ext cx="129574" cy="194275"/>
            </a:xfrm>
            <a:custGeom>
              <a:avLst/>
              <a:gdLst/>
              <a:ahLst/>
              <a:cxnLst/>
              <a:rect l="l" t="t" r="r" b="b"/>
              <a:pathLst>
                <a:path w="753" h="1129" extrusionOk="0">
                  <a:moveTo>
                    <a:pt x="12" y="0"/>
                  </a:moveTo>
                  <a:cubicBezTo>
                    <a:pt x="8" y="0"/>
                    <a:pt x="5" y="0"/>
                    <a:pt x="1" y="0"/>
                  </a:cubicBezTo>
                  <a:lnTo>
                    <a:pt x="23" y="0"/>
                  </a:lnTo>
                  <a:cubicBezTo>
                    <a:pt x="19" y="0"/>
                    <a:pt x="15" y="0"/>
                    <a:pt x="12" y="0"/>
                  </a:cubicBezTo>
                  <a:close/>
                  <a:moveTo>
                    <a:pt x="23" y="0"/>
                  </a:moveTo>
                  <a:cubicBezTo>
                    <a:pt x="753" y="11"/>
                    <a:pt x="745" y="1117"/>
                    <a:pt x="1" y="1128"/>
                  </a:cubicBezTo>
                  <a:lnTo>
                    <a:pt x="145" y="1128"/>
                  </a:lnTo>
                  <a:cubicBezTo>
                    <a:pt x="454" y="1128"/>
                    <a:pt x="709" y="874"/>
                    <a:pt x="709" y="564"/>
                  </a:cubicBezTo>
                  <a:cubicBezTo>
                    <a:pt x="709" y="243"/>
                    <a:pt x="454" y="0"/>
                    <a:pt x="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426128" y="4328639"/>
              <a:ext cx="129574" cy="194275"/>
            </a:xfrm>
            <a:custGeom>
              <a:avLst/>
              <a:gdLst/>
              <a:ahLst/>
              <a:cxnLst/>
              <a:rect l="l" t="t" r="r" b="b"/>
              <a:pathLst>
                <a:path w="753" h="1129" extrusionOk="0">
                  <a:moveTo>
                    <a:pt x="12" y="0"/>
                  </a:moveTo>
                  <a:cubicBezTo>
                    <a:pt x="8" y="0"/>
                    <a:pt x="4" y="0"/>
                    <a:pt x="1" y="0"/>
                  </a:cubicBezTo>
                  <a:lnTo>
                    <a:pt x="22" y="0"/>
                  </a:lnTo>
                  <a:cubicBezTo>
                    <a:pt x="19" y="0"/>
                    <a:pt x="15" y="0"/>
                    <a:pt x="12" y="0"/>
                  </a:cubicBezTo>
                  <a:close/>
                  <a:moveTo>
                    <a:pt x="22" y="0"/>
                  </a:moveTo>
                  <a:cubicBezTo>
                    <a:pt x="752" y="11"/>
                    <a:pt x="745" y="1117"/>
                    <a:pt x="1"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55748" y="4355139"/>
              <a:ext cx="80016" cy="141104"/>
            </a:xfrm>
            <a:custGeom>
              <a:avLst/>
              <a:gdLst/>
              <a:ahLst/>
              <a:cxnLst/>
              <a:rect l="l" t="t" r="r" b="b"/>
              <a:pathLst>
                <a:path w="465" h="820" extrusionOk="0">
                  <a:moveTo>
                    <a:pt x="443" y="1"/>
                  </a:moveTo>
                  <a:cubicBezTo>
                    <a:pt x="432" y="3"/>
                    <a:pt x="421" y="5"/>
                    <a:pt x="411" y="8"/>
                  </a:cubicBezTo>
                  <a:lnTo>
                    <a:pt x="411" y="8"/>
                  </a:lnTo>
                  <a:cubicBezTo>
                    <a:pt x="428" y="4"/>
                    <a:pt x="446" y="2"/>
                    <a:pt x="465" y="1"/>
                  </a:cubicBezTo>
                  <a:close/>
                  <a:moveTo>
                    <a:pt x="411" y="8"/>
                  </a:moveTo>
                  <a:cubicBezTo>
                    <a:pt x="225" y="43"/>
                    <a:pt x="78" y="208"/>
                    <a:pt x="78" y="410"/>
                  </a:cubicBezTo>
                  <a:cubicBezTo>
                    <a:pt x="78" y="592"/>
                    <a:pt x="203" y="750"/>
                    <a:pt x="380" y="803"/>
                  </a:cubicBezTo>
                  <a:lnTo>
                    <a:pt x="380" y="803"/>
                  </a:lnTo>
                  <a:cubicBezTo>
                    <a:pt x="0" y="673"/>
                    <a:pt x="10" y="105"/>
                    <a:pt x="411" y="8"/>
                  </a:cubicBezTo>
                  <a:close/>
                  <a:moveTo>
                    <a:pt x="380" y="803"/>
                  </a:moveTo>
                  <a:cubicBezTo>
                    <a:pt x="400" y="809"/>
                    <a:pt x="421" y="815"/>
                    <a:pt x="443" y="819"/>
                  </a:cubicBezTo>
                  <a:lnTo>
                    <a:pt x="465" y="819"/>
                  </a:lnTo>
                  <a:cubicBezTo>
                    <a:pt x="436" y="816"/>
                    <a:pt x="407" y="811"/>
                    <a:pt x="380"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435592"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34754" y="4387490"/>
              <a:ext cx="228519" cy="28737"/>
            </a:xfrm>
            <a:custGeom>
              <a:avLst/>
              <a:gdLst/>
              <a:ahLst/>
              <a:cxnLst/>
              <a:rect l="l" t="t" r="r" b="b"/>
              <a:pathLst>
                <a:path w="1328" h="167" extrusionOk="0">
                  <a:moveTo>
                    <a:pt x="45" y="1"/>
                  </a:moveTo>
                  <a:cubicBezTo>
                    <a:pt x="23" y="56"/>
                    <a:pt x="12" y="112"/>
                    <a:pt x="1" y="167"/>
                  </a:cubicBezTo>
                  <a:lnTo>
                    <a:pt x="1328" y="167"/>
                  </a:lnTo>
                  <a:cubicBezTo>
                    <a:pt x="1317" y="112"/>
                    <a:pt x="1306" y="56"/>
                    <a:pt x="1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578417" y="4387490"/>
              <a:ext cx="85695" cy="59195"/>
            </a:xfrm>
            <a:custGeom>
              <a:avLst/>
              <a:gdLst/>
              <a:ahLst/>
              <a:cxnLst/>
              <a:rect l="l" t="t" r="r" b="b"/>
              <a:pathLst>
                <a:path w="498" h="344" extrusionOk="0">
                  <a:moveTo>
                    <a:pt x="0" y="1"/>
                  </a:moveTo>
                  <a:lnTo>
                    <a:pt x="0" y="344"/>
                  </a:lnTo>
                  <a:lnTo>
                    <a:pt x="498" y="344"/>
                  </a:lnTo>
                  <a:lnTo>
                    <a:pt x="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60806" y="4284760"/>
              <a:ext cx="652862" cy="102902"/>
            </a:xfrm>
            <a:custGeom>
              <a:avLst/>
              <a:gdLst/>
              <a:ahLst/>
              <a:cxnLst/>
              <a:rect l="l" t="t" r="r" b="b"/>
              <a:pathLst>
                <a:path w="3794" h="598" extrusionOk="0">
                  <a:moveTo>
                    <a:pt x="1" y="1"/>
                  </a:moveTo>
                  <a:lnTo>
                    <a:pt x="1" y="598"/>
                  </a:lnTo>
                  <a:lnTo>
                    <a:pt x="3793" y="598"/>
                  </a:lnTo>
                  <a:lnTo>
                    <a:pt x="37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663939" y="4387490"/>
              <a:ext cx="190490" cy="59195"/>
            </a:xfrm>
            <a:custGeom>
              <a:avLst/>
              <a:gdLst/>
              <a:ahLst/>
              <a:cxnLst/>
              <a:rect l="l" t="t" r="r" b="b"/>
              <a:pathLst>
                <a:path w="1107" h="344" extrusionOk="0">
                  <a:moveTo>
                    <a:pt x="1" y="1"/>
                  </a:moveTo>
                  <a:lnTo>
                    <a:pt x="1" y="344"/>
                  </a:lnTo>
                  <a:lnTo>
                    <a:pt x="1107" y="344"/>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578417" y="4446513"/>
              <a:ext cx="62980" cy="49730"/>
            </a:xfrm>
            <a:custGeom>
              <a:avLst/>
              <a:gdLst/>
              <a:ahLst/>
              <a:cxnLst/>
              <a:rect l="l" t="t" r="r" b="b"/>
              <a:pathLst>
                <a:path w="366" h="289" extrusionOk="0">
                  <a:moveTo>
                    <a:pt x="0" y="1"/>
                  </a:moveTo>
                  <a:lnTo>
                    <a:pt x="0" y="288"/>
                  </a:lnTo>
                  <a:lnTo>
                    <a:pt x="365" y="288"/>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713498" y="4284760"/>
              <a:ext cx="192383" cy="102902"/>
            </a:xfrm>
            <a:custGeom>
              <a:avLst/>
              <a:gdLst/>
              <a:ahLst/>
              <a:cxnLst/>
              <a:rect l="l" t="t" r="r" b="b"/>
              <a:pathLst>
                <a:path w="1118"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60806" y="4284760"/>
              <a:ext cx="845073" cy="30630"/>
            </a:xfrm>
            <a:custGeom>
              <a:avLst/>
              <a:gdLst/>
              <a:ahLst/>
              <a:cxnLst/>
              <a:rect l="l" t="t" r="r" b="b"/>
              <a:pathLst>
                <a:path w="4911" h="178" extrusionOk="0">
                  <a:moveTo>
                    <a:pt x="1" y="1"/>
                  </a:moveTo>
                  <a:lnTo>
                    <a:pt x="1" y="178"/>
                  </a:lnTo>
                  <a:lnTo>
                    <a:pt x="4910" y="178"/>
                  </a:lnTo>
                  <a:lnTo>
                    <a:pt x="49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663939" y="4387490"/>
              <a:ext cx="190490" cy="28737"/>
            </a:xfrm>
            <a:custGeom>
              <a:avLst/>
              <a:gdLst/>
              <a:ahLst/>
              <a:cxnLst/>
              <a:rect l="l" t="t" r="r" b="b"/>
              <a:pathLst>
                <a:path w="1107" h="167" extrusionOk="0">
                  <a:moveTo>
                    <a:pt x="1" y="1"/>
                  </a:moveTo>
                  <a:lnTo>
                    <a:pt x="1" y="167"/>
                  </a:lnTo>
                  <a:lnTo>
                    <a:pt x="1107" y="167"/>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578417" y="4446513"/>
              <a:ext cx="62980" cy="28737"/>
            </a:xfrm>
            <a:custGeom>
              <a:avLst/>
              <a:gdLst/>
              <a:ahLst/>
              <a:cxnLst/>
              <a:rect l="l" t="t" r="r" b="b"/>
              <a:pathLst>
                <a:path w="366" h="167" extrusionOk="0">
                  <a:moveTo>
                    <a:pt x="0" y="1"/>
                  </a:moveTo>
                  <a:lnTo>
                    <a:pt x="0" y="167"/>
                  </a:lnTo>
                  <a:lnTo>
                    <a:pt x="365" y="167"/>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722962" y="4338104"/>
              <a:ext cx="97224" cy="41987"/>
            </a:xfrm>
            <a:custGeom>
              <a:avLst/>
              <a:gdLst/>
              <a:ahLst/>
              <a:cxnLst/>
              <a:rect l="l" t="t" r="r" b="b"/>
              <a:pathLst>
                <a:path w="565" h="244" extrusionOk="0">
                  <a:moveTo>
                    <a:pt x="133" y="0"/>
                  </a:moveTo>
                  <a:cubicBezTo>
                    <a:pt x="56" y="0"/>
                    <a:pt x="1" y="56"/>
                    <a:pt x="1" y="122"/>
                  </a:cubicBezTo>
                  <a:cubicBezTo>
                    <a:pt x="1" y="188"/>
                    <a:pt x="56" y="244"/>
                    <a:pt x="133"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783878" y="4305753"/>
              <a:ext cx="45773" cy="106688"/>
            </a:xfrm>
            <a:custGeom>
              <a:avLst/>
              <a:gdLst/>
              <a:ahLst/>
              <a:cxnLst/>
              <a:rect l="l" t="t" r="r" b="b"/>
              <a:pathLst>
                <a:path w="266" h="620" extrusionOk="0">
                  <a:moveTo>
                    <a:pt x="133" y="0"/>
                  </a:moveTo>
                  <a:cubicBezTo>
                    <a:pt x="56" y="0"/>
                    <a:pt x="0" y="67"/>
                    <a:pt x="0" y="133"/>
                  </a:cubicBezTo>
                  <a:lnTo>
                    <a:pt x="0" y="476"/>
                  </a:lnTo>
                  <a:cubicBezTo>
                    <a:pt x="0" y="553"/>
                    <a:pt x="56"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797128"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5" y="609"/>
                    <a:pt x="189" y="564"/>
                    <a:pt x="189" y="509"/>
                  </a:cubicBezTo>
                  <a:lnTo>
                    <a:pt x="189" y="100"/>
                  </a:lnTo>
                  <a:cubicBezTo>
                    <a:pt x="189" y="45"/>
                    <a:pt x="145"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879037" y="4338104"/>
              <a:ext cx="97224" cy="41987"/>
            </a:xfrm>
            <a:custGeom>
              <a:avLst/>
              <a:gdLst/>
              <a:ahLst/>
              <a:cxnLst/>
              <a:rect l="l" t="t" r="r" b="b"/>
              <a:pathLst>
                <a:path w="565" h="244" extrusionOk="0">
                  <a:moveTo>
                    <a:pt x="122" y="0"/>
                  </a:moveTo>
                  <a:cubicBezTo>
                    <a:pt x="56" y="0"/>
                    <a:pt x="0" y="56"/>
                    <a:pt x="0" y="122"/>
                  </a:cubicBezTo>
                  <a:cubicBezTo>
                    <a:pt x="0" y="188"/>
                    <a:pt x="56" y="244"/>
                    <a:pt x="122"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939952" y="4305753"/>
              <a:ext cx="45773" cy="106688"/>
            </a:xfrm>
            <a:custGeom>
              <a:avLst/>
              <a:gdLst/>
              <a:ahLst/>
              <a:cxnLst/>
              <a:rect l="l" t="t" r="r" b="b"/>
              <a:pathLst>
                <a:path w="266" h="620" extrusionOk="0">
                  <a:moveTo>
                    <a:pt x="133" y="0"/>
                  </a:moveTo>
                  <a:cubicBezTo>
                    <a:pt x="55" y="0"/>
                    <a:pt x="0" y="67"/>
                    <a:pt x="0" y="133"/>
                  </a:cubicBezTo>
                  <a:lnTo>
                    <a:pt x="0" y="476"/>
                  </a:lnTo>
                  <a:cubicBezTo>
                    <a:pt x="0" y="553"/>
                    <a:pt x="55"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953202"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4" y="609"/>
                    <a:pt x="189" y="564"/>
                    <a:pt x="189" y="509"/>
                  </a:cubicBezTo>
                  <a:lnTo>
                    <a:pt x="189" y="100"/>
                  </a:lnTo>
                  <a:cubicBezTo>
                    <a:pt x="189" y="45"/>
                    <a:pt x="144"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1860959" y="4338104"/>
              <a:ext cx="23058" cy="41987"/>
            </a:xfrm>
            <a:custGeom>
              <a:avLst/>
              <a:gdLst/>
              <a:ahLst/>
              <a:cxnLst/>
              <a:rect l="l" t="t" r="r" b="b"/>
              <a:pathLst>
                <a:path w="134" h="244" extrusionOk="0">
                  <a:moveTo>
                    <a:pt x="0" y="0"/>
                  </a:moveTo>
                  <a:lnTo>
                    <a:pt x="0" y="244"/>
                  </a:lnTo>
                  <a:lnTo>
                    <a:pt x="133" y="244"/>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1450037" y="3500945"/>
              <a:ext cx="17380" cy="709820"/>
            </a:xfrm>
            <a:custGeom>
              <a:avLst/>
              <a:gdLst/>
              <a:ahLst/>
              <a:cxnLst/>
              <a:rect l="l" t="t" r="r" b="b"/>
              <a:pathLst>
                <a:path w="101" h="4125" extrusionOk="0">
                  <a:moveTo>
                    <a:pt x="1" y="0"/>
                  </a:moveTo>
                  <a:lnTo>
                    <a:pt x="1"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1031372"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614599"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196106" y="3500945"/>
              <a:ext cx="19273" cy="709820"/>
            </a:xfrm>
            <a:custGeom>
              <a:avLst/>
              <a:gdLst/>
              <a:ahLst/>
              <a:cxnLst/>
              <a:rect l="l" t="t" r="r" b="b"/>
              <a:pathLst>
                <a:path w="112" h="4125" extrusionOk="0">
                  <a:moveTo>
                    <a:pt x="1" y="0"/>
                  </a:moveTo>
                  <a:lnTo>
                    <a:pt x="1" y="4125"/>
                  </a:lnTo>
                  <a:lnTo>
                    <a:pt x="111" y="4125"/>
                  </a:lnTo>
                  <a:lnTo>
                    <a:pt x="111"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222560"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1874382" y="3428500"/>
              <a:ext cx="2530916" cy="74510"/>
            </a:xfrm>
            <a:custGeom>
              <a:avLst/>
              <a:gdLst/>
              <a:ahLst/>
              <a:cxnLst/>
              <a:rect l="l" t="t" r="r" b="b"/>
              <a:pathLst>
                <a:path w="14708" h="433" extrusionOk="0">
                  <a:moveTo>
                    <a:pt x="1" y="1"/>
                  </a:moveTo>
                  <a:lnTo>
                    <a:pt x="1" y="432"/>
                  </a:lnTo>
                  <a:lnTo>
                    <a:pt x="14708" y="432"/>
                  </a:lnTo>
                  <a:lnTo>
                    <a:pt x="147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1824823" y="3502838"/>
              <a:ext cx="2772513" cy="47665"/>
            </a:xfrm>
            <a:custGeom>
              <a:avLst/>
              <a:gdLst/>
              <a:ahLst/>
              <a:cxnLst/>
              <a:rect l="l" t="t" r="r" b="b"/>
              <a:pathLst>
                <a:path w="16112" h="277" extrusionOk="0">
                  <a:moveTo>
                    <a:pt x="0" y="0"/>
                  </a:moveTo>
                  <a:lnTo>
                    <a:pt x="0" y="277"/>
                  </a:lnTo>
                  <a:lnTo>
                    <a:pt x="16111" y="277"/>
                  </a:lnTo>
                  <a:lnTo>
                    <a:pt x="161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741193" y="3550331"/>
              <a:ext cx="192383" cy="432087"/>
            </a:xfrm>
            <a:custGeom>
              <a:avLst/>
              <a:gdLst/>
              <a:ahLst/>
              <a:cxnLst/>
              <a:rect l="l" t="t" r="r" b="b"/>
              <a:pathLst>
                <a:path w="1118" h="2511" extrusionOk="0">
                  <a:moveTo>
                    <a:pt x="764" y="1"/>
                  </a:moveTo>
                  <a:lnTo>
                    <a:pt x="1" y="2256"/>
                  </a:lnTo>
                  <a:lnTo>
                    <a:pt x="266" y="2511"/>
                  </a:lnTo>
                  <a:lnTo>
                    <a:pt x="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1781115" y="3502838"/>
              <a:ext cx="312321" cy="778307"/>
            </a:xfrm>
            <a:custGeom>
              <a:avLst/>
              <a:gdLst/>
              <a:ahLst/>
              <a:cxnLst/>
              <a:rect l="l" t="t" r="r" b="b"/>
              <a:pathLst>
                <a:path w="1815" h="4523" extrusionOk="0">
                  <a:moveTo>
                    <a:pt x="1482" y="0"/>
                  </a:moveTo>
                  <a:lnTo>
                    <a:pt x="1" y="4423"/>
                  </a:lnTo>
                  <a:lnTo>
                    <a:pt x="299" y="4523"/>
                  </a:lnTo>
                  <a:lnTo>
                    <a:pt x="18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1807787" y="3502838"/>
              <a:ext cx="314214" cy="778307"/>
            </a:xfrm>
            <a:custGeom>
              <a:avLst/>
              <a:gdLst/>
              <a:ahLst/>
              <a:cxnLst/>
              <a:rect l="l" t="t" r="r" b="b"/>
              <a:pathLst>
                <a:path w="1826" h="4523" extrusionOk="0">
                  <a:moveTo>
                    <a:pt x="1494" y="0"/>
                  </a:moveTo>
                  <a:lnTo>
                    <a:pt x="1" y="4423"/>
                  </a:lnTo>
                  <a:lnTo>
                    <a:pt x="300" y="4523"/>
                  </a:lnTo>
                  <a:lnTo>
                    <a:pt x="18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73839" y="3502838"/>
              <a:ext cx="314214" cy="778307"/>
            </a:xfrm>
            <a:custGeom>
              <a:avLst/>
              <a:gdLst/>
              <a:ahLst/>
              <a:cxnLst/>
              <a:rect l="l" t="t" r="r" b="b"/>
              <a:pathLst>
                <a:path w="1826" h="4523" extrusionOk="0">
                  <a:moveTo>
                    <a:pt x="1" y="0"/>
                  </a:moveTo>
                  <a:lnTo>
                    <a:pt x="1516" y="4523"/>
                  </a:lnTo>
                  <a:lnTo>
                    <a:pt x="1825" y="4423"/>
                  </a:lnTo>
                  <a:lnTo>
                    <a:pt x="333"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47339" y="3502838"/>
              <a:ext cx="314041" cy="778307"/>
            </a:xfrm>
            <a:custGeom>
              <a:avLst/>
              <a:gdLst/>
              <a:ahLst/>
              <a:cxnLst/>
              <a:rect l="l" t="t" r="r" b="b"/>
              <a:pathLst>
                <a:path w="1825" h="4523" extrusionOk="0">
                  <a:moveTo>
                    <a:pt x="0" y="0"/>
                  </a:moveTo>
                  <a:lnTo>
                    <a:pt x="1526" y="4523"/>
                  </a:lnTo>
                  <a:lnTo>
                    <a:pt x="1825" y="4423"/>
                  </a:lnTo>
                  <a:lnTo>
                    <a:pt x="3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1874382" y="4210594"/>
              <a:ext cx="2530916" cy="74337"/>
            </a:xfrm>
            <a:custGeom>
              <a:avLst/>
              <a:gdLst/>
              <a:ahLst/>
              <a:cxnLst/>
              <a:rect l="l" t="t" r="r" b="b"/>
              <a:pathLst>
                <a:path w="14708" h="432" extrusionOk="0">
                  <a:moveTo>
                    <a:pt x="1" y="1"/>
                  </a:moveTo>
                  <a:lnTo>
                    <a:pt x="1" y="432"/>
                  </a:lnTo>
                  <a:lnTo>
                    <a:pt x="14708" y="432"/>
                  </a:lnTo>
                  <a:lnTo>
                    <a:pt x="14708" y="1"/>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3"/>
        <p:cNvGrpSpPr/>
        <p:nvPr/>
      </p:nvGrpSpPr>
      <p:grpSpPr>
        <a:xfrm>
          <a:off x="0" y="0"/>
          <a:ext cx="0" cy="0"/>
          <a:chOff x="0" y="0"/>
          <a:chExt cx="0" cy="0"/>
        </a:xfrm>
      </p:grpSpPr>
      <p:sp>
        <p:nvSpPr>
          <p:cNvPr id="184" name="Google Shape;184;p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5" name="Google Shape;185;p6"/>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6"/>
        <p:cNvGrpSpPr/>
        <p:nvPr/>
      </p:nvGrpSpPr>
      <p:grpSpPr>
        <a:xfrm>
          <a:off x="0" y="0"/>
          <a:ext cx="0" cy="0"/>
          <a:chOff x="0" y="0"/>
          <a:chExt cx="0" cy="0"/>
        </a:xfrm>
      </p:grpSpPr>
      <p:grpSp>
        <p:nvGrpSpPr>
          <p:cNvPr id="187" name="Google Shape;187;p7"/>
          <p:cNvGrpSpPr/>
          <p:nvPr/>
        </p:nvGrpSpPr>
        <p:grpSpPr>
          <a:xfrm flipH="1">
            <a:off x="-125295" y="3120794"/>
            <a:ext cx="9269295" cy="1715408"/>
            <a:chOff x="2477366" y="1218625"/>
            <a:chExt cx="7526833" cy="1392942"/>
          </a:xfrm>
        </p:grpSpPr>
        <p:sp>
          <p:nvSpPr>
            <p:cNvPr id="188" name="Google Shape;188;p7"/>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7"/>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7"/>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p:nvPr/>
          </p:nvSpPr>
          <p:spPr>
            <a:xfrm>
              <a:off x="2477366" y="2056267"/>
              <a:ext cx="7425000" cy="555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4" name="Google Shape;194;p7"/>
          <p:cNvSpPr txBox="1">
            <a:spLocks noGrp="1"/>
          </p:cNvSpPr>
          <p:nvPr>
            <p:ph type="body" idx="1"/>
          </p:nvPr>
        </p:nvSpPr>
        <p:spPr>
          <a:xfrm flipH="1">
            <a:off x="4545688" y="1584825"/>
            <a:ext cx="3705900" cy="2316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195" name="Google Shape;195;p7"/>
          <p:cNvSpPr>
            <a:spLocks noGrp="1"/>
          </p:cNvSpPr>
          <p:nvPr>
            <p:ph type="pic" idx="2"/>
          </p:nvPr>
        </p:nvSpPr>
        <p:spPr>
          <a:xfrm>
            <a:off x="892413" y="1259775"/>
            <a:ext cx="2966700" cy="2966700"/>
          </a:xfrm>
          <a:prstGeom prst="ellipse">
            <a:avLst/>
          </a:prstGeom>
          <a:noFill/>
          <a:ln w="19050" cap="flat" cmpd="sng">
            <a:solidFill>
              <a:schemeClr val="accent6"/>
            </a:solidFill>
            <a:prstDash val="solid"/>
            <a:round/>
            <a:headEnd type="none" w="sm" len="sm"/>
            <a:tailEnd type="none" w="sm" len="sm"/>
          </a:ln>
        </p:spPr>
      </p:sp>
      <p:grpSp>
        <p:nvGrpSpPr>
          <p:cNvPr id="196" name="Google Shape;196;p7"/>
          <p:cNvGrpSpPr/>
          <p:nvPr/>
        </p:nvGrpSpPr>
        <p:grpSpPr>
          <a:xfrm>
            <a:off x="8430787" y="0"/>
            <a:ext cx="1671525" cy="4544675"/>
            <a:chOff x="616750" y="-26175"/>
            <a:chExt cx="1671525" cy="4544675"/>
          </a:xfrm>
        </p:grpSpPr>
        <p:sp>
          <p:nvSpPr>
            <p:cNvPr id="197" name="Google Shape;197;p7"/>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7"/>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7"/>
          <p:cNvSpPr/>
          <p:nvPr/>
        </p:nvSpPr>
        <p:spPr>
          <a:xfrm>
            <a:off x="-4325" y="4544675"/>
            <a:ext cx="9191700" cy="683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29"/>
        <p:cNvGrpSpPr/>
        <p:nvPr/>
      </p:nvGrpSpPr>
      <p:grpSpPr>
        <a:xfrm>
          <a:off x="0" y="0"/>
          <a:ext cx="0" cy="0"/>
          <a:chOff x="0" y="0"/>
          <a:chExt cx="0" cy="0"/>
        </a:xfrm>
      </p:grpSpPr>
      <p:sp>
        <p:nvSpPr>
          <p:cNvPr id="230" name="Google Shape;230;p8"/>
          <p:cNvSpPr txBox="1">
            <a:spLocks noGrp="1"/>
          </p:cNvSpPr>
          <p:nvPr>
            <p:ph type="title"/>
          </p:nvPr>
        </p:nvSpPr>
        <p:spPr>
          <a:xfrm>
            <a:off x="2185850" y="599250"/>
            <a:ext cx="4772400" cy="21732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231" name="Google Shape;231;p8"/>
          <p:cNvGrpSpPr/>
          <p:nvPr/>
        </p:nvGrpSpPr>
        <p:grpSpPr>
          <a:xfrm>
            <a:off x="-50" y="2"/>
            <a:ext cx="9144022" cy="3494672"/>
            <a:chOff x="-50" y="2"/>
            <a:chExt cx="9144022" cy="3494672"/>
          </a:xfrm>
        </p:grpSpPr>
        <p:sp>
          <p:nvSpPr>
            <p:cNvPr id="232" name="Google Shape;232;p8"/>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 name="Google Shape;234;p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4"/>
        <p:cNvGrpSpPr/>
        <p:nvPr/>
      </p:nvGrpSpPr>
      <p:grpSpPr>
        <a:xfrm>
          <a:off x="0" y="0"/>
          <a:ext cx="0" cy="0"/>
          <a:chOff x="0" y="0"/>
          <a:chExt cx="0" cy="0"/>
        </a:xfrm>
      </p:grpSpPr>
      <p:grpSp>
        <p:nvGrpSpPr>
          <p:cNvPr id="245" name="Google Shape;245;p11"/>
          <p:cNvGrpSpPr/>
          <p:nvPr/>
        </p:nvGrpSpPr>
        <p:grpSpPr>
          <a:xfrm>
            <a:off x="-125295" y="3394844"/>
            <a:ext cx="9269295" cy="1775259"/>
            <a:chOff x="2477366" y="1218625"/>
            <a:chExt cx="7526833" cy="1441542"/>
          </a:xfrm>
        </p:grpSpPr>
        <p:sp>
          <p:nvSpPr>
            <p:cNvPr id="246" name="Google Shape;246;p11"/>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2477366" y="2056267"/>
              <a:ext cx="7425000" cy="603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11"/>
          <p:cNvSpPr txBox="1">
            <a:spLocks noGrp="1"/>
          </p:cNvSpPr>
          <p:nvPr>
            <p:ph type="title" hasCustomPrompt="1"/>
          </p:nvPr>
        </p:nvSpPr>
        <p:spPr>
          <a:xfrm>
            <a:off x="1987500" y="780525"/>
            <a:ext cx="5169000" cy="1155900"/>
          </a:xfrm>
          <a:prstGeom prst="rect">
            <a:avLst/>
          </a:prstGeom>
          <a:solidFill>
            <a:schemeClr val="accent4"/>
          </a:solidFill>
        </p:spPr>
        <p:txBody>
          <a:bodyPr spcFirstLastPara="1" wrap="square" lIns="91425" tIns="91425" rIns="91425" bIns="91425" anchor="ctr" anchorCtr="0">
            <a:noAutofit/>
          </a:bodyPr>
          <a:lstStyle>
            <a:lvl1pPr lvl="0" algn="ctr">
              <a:spcBef>
                <a:spcPts val="0"/>
              </a:spcBef>
              <a:spcAft>
                <a:spcPts val="0"/>
              </a:spcAft>
              <a:buSzPts val="9600"/>
              <a:buNone/>
              <a:defRPr sz="6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55" name="Google Shape;255;p11"/>
          <p:cNvSpPr txBox="1">
            <a:spLocks noGrp="1"/>
          </p:cNvSpPr>
          <p:nvPr>
            <p:ph type="subTitle" idx="1"/>
          </p:nvPr>
        </p:nvSpPr>
        <p:spPr>
          <a:xfrm>
            <a:off x="1987500" y="2051800"/>
            <a:ext cx="5169000" cy="3744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56" name="Google Shape;256;p11"/>
          <p:cNvSpPr/>
          <p:nvPr/>
        </p:nvSpPr>
        <p:spPr>
          <a:xfrm>
            <a:off x="-122625" y="4604000"/>
            <a:ext cx="9297600" cy="566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392795" y="4172398"/>
            <a:ext cx="1557131" cy="4316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 name="Google Shape;258;p11"/>
          <p:cNvGrpSpPr/>
          <p:nvPr/>
        </p:nvGrpSpPr>
        <p:grpSpPr>
          <a:xfrm>
            <a:off x="-348513" y="2353197"/>
            <a:ext cx="1260316" cy="2254849"/>
            <a:chOff x="-3882175" y="2494675"/>
            <a:chExt cx="1407074" cy="2517416"/>
          </a:xfrm>
        </p:grpSpPr>
        <p:sp>
          <p:nvSpPr>
            <p:cNvPr id="259" name="Google Shape;259;p1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7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2">
    <p:spTree>
      <p:nvGrpSpPr>
        <p:cNvPr id="1" name="Shape 271"/>
        <p:cNvGrpSpPr/>
        <p:nvPr/>
      </p:nvGrpSpPr>
      <p:grpSpPr>
        <a:xfrm>
          <a:off x="0" y="0"/>
          <a:ext cx="0" cy="0"/>
          <a:chOff x="0" y="0"/>
          <a:chExt cx="0" cy="0"/>
        </a:xfrm>
      </p:grpSpPr>
      <p:sp>
        <p:nvSpPr>
          <p:cNvPr id="272" name="Google Shape;272;p13"/>
          <p:cNvSpPr txBox="1">
            <a:spLocks noGrp="1"/>
          </p:cNvSpPr>
          <p:nvPr>
            <p:ph type="subTitle" idx="1"/>
          </p:nvPr>
        </p:nvSpPr>
        <p:spPr>
          <a:xfrm>
            <a:off x="2243988"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 name="Google Shape;273;p13"/>
          <p:cNvSpPr txBox="1">
            <a:spLocks noGrp="1"/>
          </p:cNvSpPr>
          <p:nvPr>
            <p:ph type="subTitle" idx="2"/>
          </p:nvPr>
        </p:nvSpPr>
        <p:spPr>
          <a:xfrm>
            <a:off x="5586317"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13"/>
          <p:cNvSpPr txBox="1">
            <a:spLocks noGrp="1"/>
          </p:cNvSpPr>
          <p:nvPr>
            <p:ph type="subTitle" idx="3"/>
          </p:nvPr>
        </p:nvSpPr>
        <p:spPr>
          <a:xfrm>
            <a:off x="2243988" y="3464212"/>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13"/>
          <p:cNvSpPr txBox="1">
            <a:spLocks noGrp="1"/>
          </p:cNvSpPr>
          <p:nvPr>
            <p:ph type="subTitle" idx="4"/>
          </p:nvPr>
        </p:nvSpPr>
        <p:spPr>
          <a:xfrm>
            <a:off x="5586317" y="3464215"/>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13"/>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7" name="Google Shape;277;p13"/>
          <p:cNvSpPr txBox="1">
            <a:spLocks noGrp="1"/>
          </p:cNvSpPr>
          <p:nvPr>
            <p:ph type="title" idx="5" hasCustomPrompt="1"/>
          </p:nvPr>
        </p:nvSpPr>
        <p:spPr>
          <a:xfrm>
            <a:off x="1360187" y="1582162"/>
            <a:ext cx="733500" cy="7335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8" name="Google Shape;278;p13"/>
          <p:cNvSpPr txBox="1">
            <a:spLocks noGrp="1"/>
          </p:cNvSpPr>
          <p:nvPr>
            <p:ph type="title" idx="6" hasCustomPrompt="1"/>
          </p:nvPr>
        </p:nvSpPr>
        <p:spPr>
          <a:xfrm>
            <a:off x="1360185" y="320738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9" name="Google Shape;279;p13"/>
          <p:cNvSpPr txBox="1">
            <a:spLocks noGrp="1"/>
          </p:cNvSpPr>
          <p:nvPr>
            <p:ph type="title" idx="7" hasCustomPrompt="1"/>
          </p:nvPr>
        </p:nvSpPr>
        <p:spPr>
          <a:xfrm>
            <a:off x="4703663" y="158320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0" name="Google Shape;280;p13"/>
          <p:cNvSpPr txBox="1">
            <a:spLocks noGrp="1"/>
          </p:cNvSpPr>
          <p:nvPr>
            <p:ph type="title" idx="8" hasCustomPrompt="1"/>
          </p:nvPr>
        </p:nvSpPr>
        <p:spPr>
          <a:xfrm>
            <a:off x="4702513" y="3207387"/>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13"/>
          <p:cNvSpPr txBox="1">
            <a:spLocks noGrp="1"/>
          </p:cNvSpPr>
          <p:nvPr>
            <p:ph type="subTitle" idx="9"/>
          </p:nvPr>
        </p:nvSpPr>
        <p:spPr>
          <a:xfrm>
            <a:off x="2243888"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2" name="Google Shape;282;p13"/>
          <p:cNvSpPr txBox="1">
            <a:spLocks noGrp="1"/>
          </p:cNvSpPr>
          <p:nvPr>
            <p:ph type="subTitle" idx="13"/>
          </p:nvPr>
        </p:nvSpPr>
        <p:spPr>
          <a:xfrm>
            <a:off x="2243888"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3" name="Google Shape;283;p13"/>
          <p:cNvSpPr txBox="1">
            <a:spLocks noGrp="1"/>
          </p:cNvSpPr>
          <p:nvPr>
            <p:ph type="subTitle" idx="14"/>
          </p:nvPr>
        </p:nvSpPr>
        <p:spPr>
          <a:xfrm>
            <a:off x="5586313"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4" name="Google Shape;284;p13"/>
          <p:cNvSpPr txBox="1">
            <a:spLocks noGrp="1"/>
          </p:cNvSpPr>
          <p:nvPr>
            <p:ph type="subTitle" idx="15"/>
          </p:nvPr>
        </p:nvSpPr>
        <p:spPr>
          <a:xfrm>
            <a:off x="5586313"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5" name="Google Shape;285;p13"/>
          <p:cNvSpPr/>
          <p:nvPr/>
        </p:nvSpPr>
        <p:spPr>
          <a:xfrm flipH="1">
            <a:off x="-620870" y="3225438"/>
            <a:ext cx="1181745" cy="3276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13"/>
          <p:cNvGrpSpPr/>
          <p:nvPr/>
        </p:nvGrpSpPr>
        <p:grpSpPr>
          <a:xfrm>
            <a:off x="8073499" y="2772373"/>
            <a:ext cx="841660" cy="1783927"/>
            <a:chOff x="152700" y="2332825"/>
            <a:chExt cx="1036527" cy="2197225"/>
          </a:xfrm>
        </p:grpSpPr>
        <p:sp>
          <p:nvSpPr>
            <p:cNvPr id="288" name="Google Shape;288;p13"/>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3"/>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3"/>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3"/>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3"/>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3"/>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99"/>
        <p:cNvGrpSpPr/>
        <p:nvPr/>
      </p:nvGrpSpPr>
      <p:grpSpPr>
        <a:xfrm>
          <a:off x="0" y="0"/>
          <a:ext cx="0" cy="0"/>
          <a:chOff x="0" y="0"/>
          <a:chExt cx="0" cy="0"/>
        </a:xfrm>
      </p:grpSpPr>
      <p:sp>
        <p:nvSpPr>
          <p:cNvPr id="300" name="Google Shape;300;p14"/>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
  <p:cSld name="CUSTOM_1">
    <p:spTree>
      <p:nvGrpSpPr>
        <p:cNvPr id="1" name="Shape 301"/>
        <p:cNvGrpSpPr/>
        <p:nvPr/>
      </p:nvGrpSpPr>
      <p:grpSpPr>
        <a:xfrm>
          <a:off x="0" y="0"/>
          <a:ext cx="0" cy="0"/>
          <a:chOff x="0" y="0"/>
          <a:chExt cx="0" cy="0"/>
        </a:xfrm>
      </p:grpSpPr>
      <p:sp>
        <p:nvSpPr>
          <p:cNvPr id="302" name="Google Shape;302;p15"/>
          <p:cNvSpPr txBox="1">
            <a:spLocks noGrp="1"/>
          </p:cNvSpPr>
          <p:nvPr>
            <p:ph type="subTitle" idx="1"/>
          </p:nvPr>
        </p:nvSpPr>
        <p:spPr>
          <a:xfrm>
            <a:off x="1963450" y="3811600"/>
            <a:ext cx="5013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303" name="Google Shape;303;p15"/>
          <p:cNvSpPr txBox="1">
            <a:spLocks noGrp="1"/>
          </p:cNvSpPr>
          <p:nvPr>
            <p:ph type="title"/>
          </p:nvPr>
        </p:nvSpPr>
        <p:spPr>
          <a:xfrm>
            <a:off x="7151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r" rtl="0">
              <a:spcBef>
                <a:spcPts val="0"/>
              </a:spcBef>
              <a:spcAft>
                <a:spcPts val="0"/>
              </a:spcAft>
              <a:buSzPts val="3500"/>
              <a:buNone/>
              <a:defRPr/>
            </a:lvl2pPr>
            <a:lvl3pPr lvl="2" algn="r" rtl="0">
              <a:spcBef>
                <a:spcPts val="0"/>
              </a:spcBef>
              <a:spcAft>
                <a:spcPts val="0"/>
              </a:spcAft>
              <a:buSzPts val="3500"/>
              <a:buNone/>
              <a:defRPr/>
            </a:lvl3pPr>
            <a:lvl4pPr lvl="3" algn="r" rtl="0">
              <a:spcBef>
                <a:spcPts val="0"/>
              </a:spcBef>
              <a:spcAft>
                <a:spcPts val="0"/>
              </a:spcAft>
              <a:buSzPts val="3500"/>
              <a:buNone/>
              <a:defRPr/>
            </a:lvl4pPr>
            <a:lvl5pPr lvl="4" algn="r" rtl="0">
              <a:spcBef>
                <a:spcPts val="0"/>
              </a:spcBef>
              <a:spcAft>
                <a:spcPts val="0"/>
              </a:spcAft>
              <a:buSzPts val="3500"/>
              <a:buNone/>
              <a:defRPr/>
            </a:lvl5pPr>
            <a:lvl6pPr lvl="5" algn="r" rtl="0">
              <a:spcBef>
                <a:spcPts val="0"/>
              </a:spcBef>
              <a:spcAft>
                <a:spcPts val="0"/>
              </a:spcAft>
              <a:buSzPts val="3500"/>
              <a:buNone/>
              <a:defRPr/>
            </a:lvl6pPr>
            <a:lvl7pPr lvl="6" algn="r" rtl="0">
              <a:spcBef>
                <a:spcPts val="0"/>
              </a:spcBef>
              <a:spcAft>
                <a:spcPts val="0"/>
              </a:spcAft>
              <a:buSzPts val="3500"/>
              <a:buNone/>
              <a:defRPr/>
            </a:lvl7pPr>
            <a:lvl8pPr lvl="7" algn="r" rtl="0">
              <a:spcBef>
                <a:spcPts val="0"/>
              </a:spcBef>
              <a:spcAft>
                <a:spcPts val="0"/>
              </a:spcAft>
              <a:buSzPts val="3500"/>
              <a:buNone/>
              <a:defRPr/>
            </a:lvl8pPr>
            <a:lvl9pPr lvl="8" algn="r" rtl="0">
              <a:spcBef>
                <a:spcPts val="0"/>
              </a:spcBef>
              <a:spcAft>
                <a:spcPts val="0"/>
              </a:spcAft>
              <a:buSzPts val="3500"/>
              <a:buNone/>
              <a:defRPr/>
            </a:lvl9pPr>
          </a:lstStyle>
          <a:p>
            <a:endParaRPr/>
          </a:p>
        </p:txBody>
      </p:sp>
      <p:sp>
        <p:nvSpPr>
          <p:cNvPr id="304" name="Google Shape;304;p15"/>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305"/>
        <p:cNvGrpSpPr/>
        <p:nvPr/>
      </p:nvGrpSpPr>
      <p:grpSpPr>
        <a:xfrm>
          <a:off x="0" y="0"/>
          <a:ext cx="0" cy="0"/>
          <a:chOff x="0" y="0"/>
          <a:chExt cx="0" cy="0"/>
        </a:xfrm>
      </p:grpSpPr>
      <p:sp>
        <p:nvSpPr>
          <p:cNvPr id="306" name="Google Shape;306;p16"/>
          <p:cNvSpPr txBox="1">
            <a:spLocks noGrp="1"/>
          </p:cNvSpPr>
          <p:nvPr>
            <p:ph type="subTitle" idx="1"/>
          </p:nvPr>
        </p:nvSpPr>
        <p:spPr>
          <a:xfrm>
            <a:off x="11679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7" name="Google Shape;307;p16"/>
          <p:cNvSpPr txBox="1">
            <a:spLocks noGrp="1"/>
          </p:cNvSpPr>
          <p:nvPr>
            <p:ph type="subTitle" idx="2"/>
          </p:nvPr>
        </p:nvSpPr>
        <p:spPr>
          <a:xfrm>
            <a:off x="3403800" y="3441589"/>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 name="Google Shape;308;p16"/>
          <p:cNvSpPr txBox="1">
            <a:spLocks noGrp="1"/>
          </p:cNvSpPr>
          <p:nvPr>
            <p:ph type="subTitle" idx="3"/>
          </p:nvPr>
        </p:nvSpPr>
        <p:spPr>
          <a:xfrm>
            <a:off x="56396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1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10" name="Google Shape;310;p16"/>
          <p:cNvSpPr txBox="1">
            <a:spLocks noGrp="1"/>
          </p:cNvSpPr>
          <p:nvPr>
            <p:ph type="subTitle" idx="4"/>
          </p:nvPr>
        </p:nvSpPr>
        <p:spPr>
          <a:xfrm>
            <a:off x="11679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1" name="Google Shape;311;p16"/>
          <p:cNvSpPr txBox="1">
            <a:spLocks noGrp="1"/>
          </p:cNvSpPr>
          <p:nvPr>
            <p:ph type="subTitle" idx="5"/>
          </p:nvPr>
        </p:nvSpPr>
        <p:spPr>
          <a:xfrm>
            <a:off x="56396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2" name="Google Shape;312;p16"/>
          <p:cNvSpPr txBox="1">
            <a:spLocks noGrp="1"/>
          </p:cNvSpPr>
          <p:nvPr>
            <p:ph type="subTitle" idx="6"/>
          </p:nvPr>
        </p:nvSpPr>
        <p:spPr>
          <a:xfrm>
            <a:off x="3403800" y="309618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3" name="Google Shape;313;p16"/>
          <p:cNvSpPr/>
          <p:nvPr/>
        </p:nvSpPr>
        <p:spPr>
          <a:xfrm flipH="1">
            <a:off x="-336579" y="3958083"/>
            <a:ext cx="2021405" cy="5604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15"/>
        <p:cNvGrpSpPr/>
        <p:nvPr/>
      </p:nvGrpSpPr>
      <p:grpSpPr>
        <a:xfrm>
          <a:off x="0" y="0"/>
          <a:ext cx="0" cy="0"/>
          <a:chOff x="0" y="0"/>
          <a:chExt cx="0" cy="0"/>
        </a:xfrm>
      </p:grpSpPr>
      <p:sp>
        <p:nvSpPr>
          <p:cNvPr id="316" name="Google Shape;316;p17"/>
          <p:cNvSpPr txBox="1">
            <a:spLocks noGrp="1"/>
          </p:cNvSpPr>
          <p:nvPr>
            <p:ph type="subTitle" idx="1"/>
          </p:nvPr>
        </p:nvSpPr>
        <p:spPr>
          <a:xfrm>
            <a:off x="719975"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7" name="Google Shape;317;p17"/>
          <p:cNvSpPr txBox="1">
            <a:spLocks noGrp="1"/>
          </p:cNvSpPr>
          <p:nvPr>
            <p:ph type="subTitle" idx="2"/>
          </p:nvPr>
        </p:nvSpPr>
        <p:spPr>
          <a:xfrm>
            <a:off x="3419248"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8" name="Google Shape;318;p17"/>
          <p:cNvSpPr txBox="1">
            <a:spLocks noGrp="1"/>
          </p:cNvSpPr>
          <p:nvPr>
            <p:ph type="subTitle" idx="3"/>
          </p:nvPr>
        </p:nvSpPr>
        <p:spPr>
          <a:xfrm>
            <a:off x="719975"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9" name="Google Shape;319;p17"/>
          <p:cNvSpPr txBox="1">
            <a:spLocks noGrp="1"/>
          </p:cNvSpPr>
          <p:nvPr>
            <p:ph type="subTitle" idx="4"/>
          </p:nvPr>
        </p:nvSpPr>
        <p:spPr>
          <a:xfrm>
            <a:off x="3419248"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0" name="Google Shape;320;p17"/>
          <p:cNvSpPr txBox="1">
            <a:spLocks noGrp="1"/>
          </p:cNvSpPr>
          <p:nvPr>
            <p:ph type="subTitle" idx="5"/>
          </p:nvPr>
        </p:nvSpPr>
        <p:spPr>
          <a:xfrm>
            <a:off x="6118524"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1" name="Google Shape;321;p17"/>
          <p:cNvSpPr txBox="1">
            <a:spLocks noGrp="1"/>
          </p:cNvSpPr>
          <p:nvPr>
            <p:ph type="subTitle" idx="6"/>
          </p:nvPr>
        </p:nvSpPr>
        <p:spPr>
          <a:xfrm>
            <a:off x="6118524"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2" name="Google Shape;322;p1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3" name="Google Shape;323;p17"/>
          <p:cNvSpPr txBox="1">
            <a:spLocks noGrp="1"/>
          </p:cNvSpPr>
          <p:nvPr>
            <p:ph type="subTitle" idx="7"/>
          </p:nvPr>
        </p:nvSpPr>
        <p:spPr>
          <a:xfrm>
            <a:off x="719975"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4" name="Google Shape;324;p17"/>
          <p:cNvSpPr txBox="1">
            <a:spLocks noGrp="1"/>
          </p:cNvSpPr>
          <p:nvPr>
            <p:ph type="subTitle" idx="8"/>
          </p:nvPr>
        </p:nvSpPr>
        <p:spPr>
          <a:xfrm>
            <a:off x="3419248"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5" name="Google Shape;325;p17"/>
          <p:cNvSpPr txBox="1">
            <a:spLocks noGrp="1"/>
          </p:cNvSpPr>
          <p:nvPr>
            <p:ph type="subTitle" idx="9"/>
          </p:nvPr>
        </p:nvSpPr>
        <p:spPr>
          <a:xfrm>
            <a:off x="6118524"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6" name="Google Shape;326;p17"/>
          <p:cNvSpPr txBox="1">
            <a:spLocks noGrp="1"/>
          </p:cNvSpPr>
          <p:nvPr>
            <p:ph type="subTitle" idx="13"/>
          </p:nvPr>
        </p:nvSpPr>
        <p:spPr>
          <a:xfrm>
            <a:off x="719975"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7" name="Google Shape;327;p17"/>
          <p:cNvSpPr txBox="1">
            <a:spLocks noGrp="1"/>
          </p:cNvSpPr>
          <p:nvPr>
            <p:ph type="subTitle" idx="14"/>
          </p:nvPr>
        </p:nvSpPr>
        <p:spPr>
          <a:xfrm>
            <a:off x="3419248"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8" name="Google Shape;328;p17"/>
          <p:cNvSpPr txBox="1">
            <a:spLocks noGrp="1"/>
          </p:cNvSpPr>
          <p:nvPr>
            <p:ph type="subTitle" idx="15"/>
          </p:nvPr>
        </p:nvSpPr>
        <p:spPr>
          <a:xfrm>
            <a:off x="6118524"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29" name="Google Shape;329;p17"/>
          <p:cNvGrpSpPr/>
          <p:nvPr/>
        </p:nvGrpSpPr>
        <p:grpSpPr>
          <a:xfrm>
            <a:off x="6487" y="7"/>
            <a:ext cx="795742" cy="1686809"/>
            <a:chOff x="-809850" y="445850"/>
            <a:chExt cx="1036527" cy="2197225"/>
          </a:xfrm>
        </p:grpSpPr>
        <p:sp>
          <p:nvSpPr>
            <p:cNvPr id="330" name="Google Shape;33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7"/>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338;p17"/>
          <p:cNvGrpSpPr/>
          <p:nvPr/>
        </p:nvGrpSpPr>
        <p:grpSpPr>
          <a:xfrm>
            <a:off x="8377137" y="7"/>
            <a:ext cx="795742" cy="1686809"/>
            <a:chOff x="8377137" y="7"/>
            <a:chExt cx="795742" cy="1686809"/>
          </a:xfrm>
        </p:grpSpPr>
        <p:grpSp>
          <p:nvGrpSpPr>
            <p:cNvPr id="339" name="Google Shape;339;p17"/>
            <p:cNvGrpSpPr/>
            <p:nvPr/>
          </p:nvGrpSpPr>
          <p:grpSpPr>
            <a:xfrm>
              <a:off x="8377137" y="7"/>
              <a:ext cx="795742" cy="1686809"/>
              <a:chOff x="-809850" y="445850"/>
              <a:chExt cx="1036527" cy="2197225"/>
            </a:xfrm>
          </p:grpSpPr>
          <p:sp>
            <p:nvSpPr>
              <p:cNvPr id="340" name="Google Shape;34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p17"/>
            <p:cNvSpPr/>
            <p:nvPr/>
          </p:nvSpPr>
          <p:spPr>
            <a:xfrm rot="5400000">
              <a:off x="8681938" y="121353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48"/>
        <p:cNvGrpSpPr/>
        <p:nvPr/>
      </p:nvGrpSpPr>
      <p:grpSpPr>
        <a:xfrm>
          <a:off x="0" y="0"/>
          <a:ext cx="0" cy="0"/>
          <a:chOff x="0" y="0"/>
          <a:chExt cx="0" cy="0"/>
        </a:xfrm>
      </p:grpSpPr>
      <p:sp>
        <p:nvSpPr>
          <p:cNvPr id="349" name="Google Shape;349;p18"/>
          <p:cNvSpPr txBox="1">
            <a:spLocks noGrp="1"/>
          </p:cNvSpPr>
          <p:nvPr>
            <p:ph type="title" hasCustomPrompt="1"/>
          </p:nvPr>
        </p:nvSpPr>
        <p:spPr>
          <a:xfrm>
            <a:off x="3406663" y="539500"/>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0" name="Google Shape;350;p18"/>
          <p:cNvSpPr txBox="1">
            <a:spLocks noGrp="1"/>
          </p:cNvSpPr>
          <p:nvPr>
            <p:ph type="subTitle" idx="1"/>
          </p:nvPr>
        </p:nvSpPr>
        <p:spPr>
          <a:xfrm>
            <a:off x="3406663" y="1517923"/>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18"/>
          <p:cNvSpPr txBox="1">
            <a:spLocks noGrp="1"/>
          </p:cNvSpPr>
          <p:nvPr>
            <p:ph type="title" idx="2" hasCustomPrompt="1"/>
          </p:nvPr>
        </p:nvSpPr>
        <p:spPr>
          <a:xfrm>
            <a:off x="1600038" y="2313802"/>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2" name="Google Shape;352;p18"/>
          <p:cNvSpPr txBox="1">
            <a:spLocks noGrp="1"/>
          </p:cNvSpPr>
          <p:nvPr>
            <p:ph type="subTitle" idx="3"/>
          </p:nvPr>
        </p:nvSpPr>
        <p:spPr>
          <a:xfrm>
            <a:off x="1600038" y="3292050"/>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3" name="Google Shape;353;p18"/>
          <p:cNvSpPr/>
          <p:nvPr/>
        </p:nvSpPr>
        <p:spPr>
          <a:xfrm>
            <a:off x="-39450" y="4607900"/>
            <a:ext cx="9222900" cy="53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 name="Google Shape;354;p18"/>
          <p:cNvGrpSpPr/>
          <p:nvPr/>
        </p:nvGrpSpPr>
        <p:grpSpPr>
          <a:xfrm>
            <a:off x="-348400" y="2090475"/>
            <a:ext cx="1407074" cy="2517416"/>
            <a:chOff x="-3882175" y="2494675"/>
            <a:chExt cx="1407074" cy="2517416"/>
          </a:xfrm>
        </p:grpSpPr>
        <p:sp>
          <p:nvSpPr>
            <p:cNvPr id="355" name="Google Shape;355;p18"/>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8"/>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8"/>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8"/>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8"/>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8"/>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8"/>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8"/>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8"/>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80"/>
        <p:cNvGrpSpPr/>
        <p:nvPr/>
      </p:nvGrpSpPr>
      <p:grpSpPr>
        <a:xfrm>
          <a:off x="0" y="0"/>
          <a:ext cx="0" cy="0"/>
          <a:chOff x="0" y="0"/>
          <a:chExt cx="0" cy="0"/>
        </a:xfrm>
      </p:grpSpPr>
      <p:grpSp>
        <p:nvGrpSpPr>
          <p:cNvPr id="381" name="Google Shape;381;p20"/>
          <p:cNvGrpSpPr/>
          <p:nvPr/>
        </p:nvGrpSpPr>
        <p:grpSpPr>
          <a:xfrm>
            <a:off x="-125295" y="3120794"/>
            <a:ext cx="9340695" cy="2094681"/>
            <a:chOff x="-125295" y="3120794"/>
            <a:chExt cx="9340695" cy="2094681"/>
          </a:xfrm>
        </p:grpSpPr>
        <p:sp>
          <p:nvSpPr>
            <p:cNvPr id="382" name="Google Shape;382;p20"/>
            <p:cNvSpPr/>
            <p:nvPr/>
          </p:nvSpPr>
          <p:spPr>
            <a:xfrm flipH="1">
              <a:off x="5144775" y="3120794"/>
              <a:ext cx="1180297" cy="152374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20"/>
            <p:cNvGrpSpPr/>
            <p:nvPr/>
          </p:nvGrpSpPr>
          <p:grpSpPr>
            <a:xfrm flipH="1">
              <a:off x="-125295" y="3120794"/>
              <a:ext cx="9269295" cy="1715408"/>
              <a:chOff x="2477366" y="1218625"/>
              <a:chExt cx="7526833" cy="1392942"/>
            </a:xfrm>
          </p:grpSpPr>
          <p:sp>
            <p:nvSpPr>
              <p:cNvPr id="384" name="Google Shape;384;p20"/>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0"/>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0"/>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0"/>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0"/>
              <p:cNvSpPr/>
              <p:nvPr/>
            </p:nvSpPr>
            <p:spPr>
              <a:xfrm>
                <a:off x="2477366" y="2056267"/>
                <a:ext cx="7425000" cy="555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9" name="Google Shape;389;p20"/>
            <p:cNvSpPr/>
            <p:nvPr/>
          </p:nvSpPr>
          <p:spPr>
            <a:xfrm>
              <a:off x="-71400" y="4544675"/>
              <a:ext cx="9286800" cy="67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0"/>
            <p:cNvSpPr/>
            <p:nvPr/>
          </p:nvSpPr>
          <p:spPr>
            <a:xfrm flipH="1">
              <a:off x="6377135" y="3302290"/>
              <a:ext cx="1178908" cy="1021050"/>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20"/>
          <p:cNvGrpSpPr/>
          <p:nvPr/>
        </p:nvGrpSpPr>
        <p:grpSpPr>
          <a:xfrm>
            <a:off x="7224825" y="0"/>
            <a:ext cx="1671525" cy="4544675"/>
            <a:chOff x="616750" y="-26175"/>
            <a:chExt cx="1671525" cy="4544675"/>
          </a:xfrm>
        </p:grpSpPr>
        <p:sp>
          <p:nvSpPr>
            <p:cNvPr id="392" name="Google Shape;392;p20"/>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0"/>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0"/>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0"/>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0"/>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0"/>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0"/>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0"/>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0"/>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0"/>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0"/>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0"/>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0"/>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23"/>
        <p:cNvGrpSpPr/>
        <p:nvPr/>
      </p:nvGrpSpPr>
      <p:grpSpPr>
        <a:xfrm>
          <a:off x="0" y="0"/>
          <a:ext cx="0" cy="0"/>
          <a:chOff x="0" y="0"/>
          <a:chExt cx="0" cy="0"/>
        </a:xfrm>
      </p:grpSpPr>
      <p:sp>
        <p:nvSpPr>
          <p:cNvPr id="424" name="Google Shape;424;p21"/>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21"/>
          <p:cNvGrpSpPr/>
          <p:nvPr/>
        </p:nvGrpSpPr>
        <p:grpSpPr>
          <a:xfrm flipH="1">
            <a:off x="-50" y="2"/>
            <a:ext cx="9144022" cy="3494672"/>
            <a:chOff x="-50" y="2"/>
            <a:chExt cx="9144022" cy="3494672"/>
          </a:xfrm>
        </p:grpSpPr>
        <p:sp>
          <p:nvSpPr>
            <p:cNvPr id="426" name="Google Shape;426;p21"/>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1"/>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21"/>
          <p:cNvSpPr/>
          <p:nvPr/>
        </p:nvSpPr>
        <p:spPr>
          <a:xfrm>
            <a:off x="-50" y="3494675"/>
            <a:ext cx="9286800" cy="268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 name="Google Shape;429;p21"/>
          <p:cNvGrpSpPr/>
          <p:nvPr/>
        </p:nvGrpSpPr>
        <p:grpSpPr>
          <a:xfrm>
            <a:off x="137440" y="2598652"/>
            <a:ext cx="1151549" cy="2060253"/>
            <a:chOff x="-3882175" y="2494675"/>
            <a:chExt cx="1407074" cy="2517416"/>
          </a:xfrm>
        </p:grpSpPr>
        <p:sp>
          <p:nvSpPr>
            <p:cNvPr id="430" name="Google Shape;430;p2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441;p21"/>
          <p:cNvGrpSpPr/>
          <p:nvPr/>
        </p:nvGrpSpPr>
        <p:grpSpPr>
          <a:xfrm rot="5400000" flipH="1">
            <a:off x="7931612" y="1152532"/>
            <a:ext cx="795742" cy="1686809"/>
            <a:chOff x="-809850" y="445850"/>
            <a:chExt cx="1036527" cy="2197225"/>
          </a:xfrm>
        </p:grpSpPr>
        <p:sp>
          <p:nvSpPr>
            <p:cNvPr id="442" name="Google Shape;442;p21"/>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1"/>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1"/>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1"/>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1"/>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1"/>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1"/>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1"/>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41000">
              <a:schemeClr val="lt1"/>
            </a:gs>
            <a:gs pos="100000">
              <a:schemeClr val="accent6"/>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34125"/>
            <a:ext cx="7717500" cy="683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1pPr>
            <a:lvl2pPr lvl="1"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2pPr>
            <a:lvl3pPr lvl="2"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3pPr>
            <a:lvl4pPr lvl="3"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4pPr>
            <a:lvl5pPr lvl="4"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5pPr>
            <a:lvl6pPr lvl="5"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6pPr>
            <a:lvl7pPr lvl="6"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7pPr>
            <a:lvl8pPr lvl="7"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8pPr>
            <a:lvl9pPr lvl="8"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6" r:id="rId16"/>
    <p:sldLayoutId id="2147483667"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guide id="5" orient="horz" pos="21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hyperlink" Target="https://docs.google.com/spreadsheets/d/1_MB34pyCYlN_gmwKYOdIh7pQxdA88keTe29G1oTnNms/copy"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hyperlink" Target="https://www.freepik.com/free-vector/modern-train-collection_1112981.htm/?utm_source=slidesgo_template&amp;utm_medium=referral-link&amp;utm_campaign=sg_resources&amp;utm_content=freepik"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hyperlink" Target="https://www.freepik.com/free-vector/assortment-three-flat-trains_1125356.htm/?utm_source=slidesgo_template&amp;utm_medium=referral-link&amp;utm_campaign=sg_resources&amp;utm_content=freepi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5"/>
          <p:cNvSpPr txBox="1">
            <a:spLocks noGrp="1"/>
          </p:cNvSpPr>
          <p:nvPr>
            <p:ph type="ctrTitle"/>
          </p:nvPr>
        </p:nvSpPr>
        <p:spPr>
          <a:xfrm>
            <a:off x="170187" y="177537"/>
            <a:ext cx="5497613" cy="1555500"/>
          </a:xfrm>
          <a:prstGeom prst="rect">
            <a:avLst/>
          </a:prstGeom>
        </p:spPr>
        <p:txBody>
          <a:bodyPr spcFirstLastPara="1" wrap="square" lIns="91425" tIns="91425" rIns="91425" bIns="91425" anchor="ctr" anchorCtr="0">
            <a:noAutofit/>
          </a:bodyPr>
          <a:lstStyle/>
          <a:p>
            <a:pPr lvl="0" algn="l"/>
            <a:r>
              <a:rPr lang="en-US" sz="5400" dirty="0"/>
              <a:t>SEPTA Cuts Impact Analysis</a:t>
            </a:r>
            <a:endParaRPr dirty="0"/>
          </a:p>
        </p:txBody>
      </p:sp>
      <p:sp>
        <p:nvSpPr>
          <p:cNvPr id="461" name="Google Shape;461;p25"/>
          <p:cNvSpPr txBox="1">
            <a:spLocks noGrp="1"/>
          </p:cNvSpPr>
          <p:nvPr>
            <p:ph type="subTitle" idx="1"/>
          </p:nvPr>
        </p:nvSpPr>
        <p:spPr>
          <a:xfrm>
            <a:off x="62579" y="2128879"/>
            <a:ext cx="3491654" cy="393600"/>
          </a:xfrm>
          <a:prstGeom prst="rect">
            <a:avLst/>
          </a:prstGeom>
        </p:spPr>
        <p:txBody>
          <a:bodyPr spcFirstLastPara="1" wrap="square" lIns="91425" tIns="91425" rIns="91425" bIns="91425" anchor="ctr" anchorCtr="0">
            <a:noAutofit/>
          </a:bodyPr>
          <a:lstStyle/>
          <a:p>
            <a:pPr algn="l">
              <a:spcAft>
                <a:spcPts val="600"/>
              </a:spcAft>
            </a:pPr>
            <a:r>
              <a:rPr lang="en-US" dirty="0">
                <a:latin typeface="Times New Roman" panose="02020603050405020304" pitchFamily="18" charset="0"/>
                <a:cs typeface="Times New Roman" panose="02020603050405020304" pitchFamily="18" charset="0"/>
              </a:rPr>
              <a:t>Zhanchao Yang, </a:t>
            </a:r>
            <a:r>
              <a:rPr lang="en-US" dirty="0" err="1">
                <a:latin typeface="Times New Roman" panose="02020603050405020304" pitchFamily="18" charset="0"/>
                <a:cs typeface="Times New Roman" panose="02020603050405020304" pitchFamily="18" charset="0"/>
              </a:rPr>
              <a:t>Chuwen</a:t>
            </a:r>
            <a:r>
              <a:rPr lang="en-US" dirty="0">
                <a:latin typeface="Times New Roman" panose="02020603050405020304" pitchFamily="18" charset="0"/>
                <a:cs typeface="Times New Roman" panose="02020603050405020304" pitchFamily="18" charset="0"/>
              </a:rPr>
              <a:t> Zhong</a:t>
            </a:r>
          </a:p>
          <a:p>
            <a:pPr algn="l">
              <a:spcAft>
                <a:spcPts val="600"/>
              </a:spcAft>
            </a:pPr>
            <a:r>
              <a:rPr lang="en-US" dirty="0">
                <a:latin typeface="Times New Roman" panose="02020603050405020304" pitchFamily="18" charset="0"/>
                <a:cs typeface="Times New Roman" panose="02020603050405020304" pitchFamily="18" charset="0"/>
              </a:rPr>
              <a:t>Department of City and Regional Planning</a:t>
            </a:r>
          </a:p>
          <a:p>
            <a:pPr algn="l">
              <a:spcAft>
                <a:spcPts val="600"/>
              </a:spcAft>
            </a:pPr>
            <a:r>
              <a:rPr lang="en-US" dirty="0">
                <a:latin typeface="Times New Roman" panose="02020603050405020304" pitchFamily="18" charset="0"/>
                <a:cs typeface="Times New Roman" panose="02020603050405020304" pitchFamily="18" charset="0"/>
              </a:rPr>
              <a:t>Weitzman School of Design</a:t>
            </a:r>
          </a:p>
        </p:txBody>
      </p:sp>
      <p:sp>
        <p:nvSpPr>
          <p:cNvPr id="462" name="Google Shape;462;p25"/>
          <p:cNvSpPr/>
          <p:nvPr/>
        </p:nvSpPr>
        <p:spPr>
          <a:xfrm>
            <a:off x="8629888" y="8466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5"/>
          <p:cNvSpPr/>
          <p:nvPr/>
        </p:nvSpPr>
        <p:spPr>
          <a:xfrm flipH="1">
            <a:off x="7259900" y="196700"/>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4" name="Google Shape;464;p25"/>
          <p:cNvGrpSpPr/>
          <p:nvPr/>
        </p:nvGrpSpPr>
        <p:grpSpPr>
          <a:xfrm>
            <a:off x="-657980" y="3079875"/>
            <a:ext cx="11714526" cy="2921397"/>
            <a:chOff x="-657980" y="3079875"/>
            <a:chExt cx="11714526" cy="2921397"/>
          </a:xfrm>
        </p:grpSpPr>
        <p:grpSp>
          <p:nvGrpSpPr>
            <p:cNvPr id="465" name="Google Shape;465;p25"/>
            <p:cNvGrpSpPr/>
            <p:nvPr/>
          </p:nvGrpSpPr>
          <p:grpSpPr>
            <a:xfrm>
              <a:off x="-657980" y="4445837"/>
              <a:ext cx="9966245" cy="1555435"/>
              <a:chOff x="-657980" y="4445837"/>
              <a:chExt cx="9966245" cy="1555435"/>
            </a:xfrm>
          </p:grpSpPr>
          <p:grpSp>
            <p:nvGrpSpPr>
              <p:cNvPr id="466" name="Google Shape;466;p25"/>
              <p:cNvGrpSpPr/>
              <p:nvPr/>
            </p:nvGrpSpPr>
            <p:grpSpPr>
              <a:xfrm flipH="1">
                <a:off x="6319595" y="4445837"/>
                <a:ext cx="2988670" cy="1555435"/>
                <a:chOff x="247500" y="3377600"/>
                <a:chExt cx="2497635" cy="1299879"/>
              </a:xfrm>
            </p:grpSpPr>
            <p:sp>
              <p:nvSpPr>
                <p:cNvPr id="467" name="Google Shape;4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5"/>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25"/>
              <p:cNvGrpSpPr/>
              <p:nvPr/>
            </p:nvGrpSpPr>
            <p:grpSpPr>
              <a:xfrm flipH="1">
                <a:off x="3990354" y="4445837"/>
                <a:ext cx="2988670" cy="1555435"/>
                <a:chOff x="2194050" y="3377600"/>
                <a:chExt cx="2497635" cy="1299879"/>
              </a:xfrm>
            </p:grpSpPr>
            <p:sp>
              <p:nvSpPr>
                <p:cNvPr id="502" name="Google Shape;502;p25"/>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5"/>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5"/>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5"/>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5"/>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5"/>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5"/>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5"/>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5"/>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5"/>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5"/>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5"/>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5"/>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5"/>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5"/>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5"/>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5"/>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5"/>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5"/>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5"/>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5"/>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5"/>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5"/>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5"/>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5"/>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5"/>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5"/>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5"/>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5"/>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5"/>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25"/>
              <p:cNvGrpSpPr/>
              <p:nvPr/>
            </p:nvGrpSpPr>
            <p:grpSpPr>
              <a:xfrm flipH="1">
                <a:off x="1671299" y="4445837"/>
                <a:ext cx="2988670" cy="1555435"/>
                <a:chOff x="247500" y="3377600"/>
                <a:chExt cx="2497635" cy="1299879"/>
              </a:xfrm>
            </p:grpSpPr>
            <p:sp>
              <p:nvSpPr>
                <p:cNvPr id="533" name="Google Shape;533;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 name="Google Shape;566;p25"/>
              <p:cNvGrpSpPr/>
              <p:nvPr/>
            </p:nvGrpSpPr>
            <p:grpSpPr>
              <a:xfrm flipH="1">
                <a:off x="-657980" y="4445837"/>
                <a:ext cx="2988670" cy="1555435"/>
                <a:chOff x="247500" y="3377600"/>
                <a:chExt cx="2497635" cy="1299879"/>
              </a:xfrm>
            </p:grpSpPr>
            <p:sp>
              <p:nvSpPr>
                <p:cNvPr id="567" name="Google Shape;5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0" name="Google Shape;600;p25"/>
            <p:cNvGrpSpPr/>
            <p:nvPr/>
          </p:nvGrpSpPr>
          <p:grpSpPr>
            <a:xfrm>
              <a:off x="2217378" y="3079875"/>
              <a:ext cx="8839168" cy="1365825"/>
              <a:chOff x="3779103" y="810625"/>
              <a:chExt cx="8839168" cy="1365825"/>
            </a:xfrm>
          </p:grpSpPr>
          <p:grpSp>
            <p:nvGrpSpPr>
              <p:cNvPr id="601" name="Google Shape;601;p25"/>
              <p:cNvGrpSpPr/>
              <p:nvPr/>
            </p:nvGrpSpPr>
            <p:grpSpPr>
              <a:xfrm flipH="1">
                <a:off x="7862900" y="810625"/>
                <a:ext cx="4755371" cy="1365825"/>
                <a:chOff x="635350" y="2679825"/>
                <a:chExt cx="4755371" cy="1365825"/>
              </a:xfrm>
            </p:grpSpPr>
            <p:sp>
              <p:nvSpPr>
                <p:cNvPr id="602" name="Google Shape;602;p25"/>
                <p:cNvSpPr/>
                <p:nvPr/>
              </p:nvSpPr>
              <p:spPr>
                <a:xfrm>
                  <a:off x="4600667" y="3910889"/>
                  <a:ext cx="742049" cy="134760"/>
                </a:xfrm>
                <a:custGeom>
                  <a:avLst/>
                  <a:gdLst/>
                  <a:ahLst/>
                  <a:cxnLst/>
                  <a:rect l="l" t="t" r="r" b="b"/>
                  <a:pathLst>
                    <a:path w="2566" h="466" extrusionOk="0">
                      <a:moveTo>
                        <a:pt x="608" y="1"/>
                      </a:moveTo>
                      <a:cubicBezTo>
                        <a:pt x="531" y="266"/>
                        <a:pt x="288" y="454"/>
                        <a:pt x="0" y="465"/>
                      </a:cubicBezTo>
                      <a:lnTo>
                        <a:pt x="1858" y="465"/>
                      </a:lnTo>
                      <a:cubicBezTo>
                        <a:pt x="2167" y="454"/>
                        <a:pt x="2444" y="277"/>
                        <a:pt x="25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5"/>
                <p:cNvSpPr/>
                <p:nvPr/>
              </p:nvSpPr>
              <p:spPr>
                <a:xfrm>
                  <a:off x="4600667" y="2679825"/>
                  <a:ext cx="719781" cy="96299"/>
                </a:xfrm>
                <a:custGeom>
                  <a:avLst/>
                  <a:gdLst/>
                  <a:ahLst/>
                  <a:cxnLst/>
                  <a:rect l="l" t="t" r="r" b="b"/>
                  <a:pathLst>
                    <a:path w="2489" h="333" extrusionOk="0">
                      <a:moveTo>
                        <a:pt x="0" y="1"/>
                      </a:moveTo>
                      <a:cubicBezTo>
                        <a:pt x="232" y="1"/>
                        <a:pt x="442" y="133"/>
                        <a:pt x="553" y="332"/>
                      </a:cubicBezTo>
                      <a:lnTo>
                        <a:pt x="2488" y="332"/>
                      </a:lnTo>
                      <a:cubicBezTo>
                        <a:pt x="2344" y="122"/>
                        <a:pt x="2112" y="1"/>
                        <a:pt x="1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5"/>
                <p:cNvSpPr/>
                <p:nvPr/>
              </p:nvSpPr>
              <p:spPr>
                <a:xfrm>
                  <a:off x="4779673" y="3543334"/>
                  <a:ext cx="61018" cy="176114"/>
                </a:xfrm>
                <a:custGeom>
                  <a:avLst/>
                  <a:gdLst/>
                  <a:ahLst/>
                  <a:cxnLst/>
                  <a:rect l="l" t="t" r="r" b="b"/>
                  <a:pathLst>
                    <a:path w="211" h="609" extrusionOk="0">
                      <a:moveTo>
                        <a:pt x="0" y="0"/>
                      </a:moveTo>
                      <a:lnTo>
                        <a:pt x="0" y="608"/>
                      </a:lnTo>
                      <a:lnTo>
                        <a:pt x="210" y="608"/>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5"/>
                <p:cNvSpPr/>
                <p:nvPr/>
              </p:nvSpPr>
              <p:spPr>
                <a:xfrm>
                  <a:off x="4760587" y="2775835"/>
                  <a:ext cx="598035" cy="578948"/>
                </a:xfrm>
                <a:custGeom>
                  <a:avLst/>
                  <a:gdLst/>
                  <a:ahLst/>
                  <a:cxnLst/>
                  <a:rect l="l" t="t" r="r" b="b"/>
                  <a:pathLst>
                    <a:path w="2068" h="2002" extrusionOk="0">
                      <a:moveTo>
                        <a:pt x="0" y="0"/>
                      </a:moveTo>
                      <a:cubicBezTo>
                        <a:pt x="44" y="89"/>
                        <a:pt x="66" y="188"/>
                        <a:pt x="66" y="299"/>
                      </a:cubicBezTo>
                      <a:lnTo>
                        <a:pt x="66" y="2002"/>
                      </a:lnTo>
                      <a:lnTo>
                        <a:pt x="276" y="2002"/>
                      </a:lnTo>
                      <a:lnTo>
                        <a:pt x="276" y="288"/>
                      </a:lnTo>
                      <a:lnTo>
                        <a:pt x="1946" y="288"/>
                      </a:lnTo>
                      <a:cubicBezTo>
                        <a:pt x="1990" y="288"/>
                        <a:pt x="2035" y="299"/>
                        <a:pt x="2068" y="321"/>
                      </a:cubicBezTo>
                      <a:cubicBezTo>
                        <a:pt x="2057" y="210"/>
                        <a:pt x="2001" y="100"/>
                        <a:pt x="19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5"/>
                <p:cNvSpPr/>
                <p:nvPr/>
              </p:nvSpPr>
              <p:spPr>
                <a:xfrm>
                  <a:off x="4779673" y="3354496"/>
                  <a:ext cx="61018" cy="96299"/>
                </a:xfrm>
                <a:custGeom>
                  <a:avLst/>
                  <a:gdLst/>
                  <a:ahLst/>
                  <a:cxnLst/>
                  <a:rect l="l" t="t" r="r" b="b"/>
                  <a:pathLst>
                    <a:path w="211" h="333" extrusionOk="0">
                      <a:moveTo>
                        <a:pt x="0" y="1"/>
                      </a:moveTo>
                      <a:lnTo>
                        <a:pt x="0" y="332"/>
                      </a:lnTo>
                      <a:lnTo>
                        <a:pt x="210" y="332"/>
                      </a:lnTo>
                      <a:lnTo>
                        <a:pt x="2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5"/>
                <p:cNvSpPr/>
                <p:nvPr/>
              </p:nvSpPr>
              <p:spPr>
                <a:xfrm>
                  <a:off x="4776492" y="3814880"/>
                  <a:ext cx="585310" cy="96299"/>
                </a:xfrm>
                <a:custGeom>
                  <a:avLst/>
                  <a:gdLst/>
                  <a:ahLst/>
                  <a:cxnLst/>
                  <a:rect l="l" t="t" r="r" b="b"/>
                  <a:pathLst>
                    <a:path w="2024" h="333" extrusionOk="0">
                      <a:moveTo>
                        <a:pt x="11" y="1"/>
                      </a:moveTo>
                      <a:lnTo>
                        <a:pt x="11" y="167"/>
                      </a:lnTo>
                      <a:cubicBezTo>
                        <a:pt x="11" y="222"/>
                        <a:pt x="11" y="277"/>
                        <a:pt x="0" y="333"/>
                      </a:cubicBezTo>
                      <a:lnTo>
                        <a:pt x="1958" y="333"/>
                      </a:lnTo>
                      <a:cubicBezTo>
                        <a:pt x="1991" y="255"/>
                        <a:pt x="2013" y="167"/>
                        <a:pt x="2024" y="89"/>
                      </a:cubicBezTo>
                      <a:lnTo>
                        <a:pt x="2024" y="89"/>
                      </a:lnTo>
                      <a:cubicBezTo>
                        <a:pt x="1980" y="112"/>
                        <a:pt x="1935" y="134"/>
                        <a:pt x="1880" y="134"/>
                      </a:cubicBezTo>
                      <a:lnTo>
                        <a:pt x="221" y="134"/>
                      </a:lnTo>
                      <a:lnTo>
                        <a:pt x="2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5"/>
                <p:cNvSpPr/>
                <p:nvPr/>
              </p:nvSpPr>
              <p:spPr>
                <a:xfrm>
                  <a:off x="4779675" y="3448925"/>
                  <a:ext cx="61025" cy="96300"/>
                </a:xfrm>
                <a:custGeom>
                  <a:avLst/>
                  <a:gdLst/>
                  <a:ahLst/>
                  <a:cxnLst/>
                  <a:rect l="l" t="t" r="r" b="b"/>
                  <a:pathLst>
                    <a:path w="211" h="322" extrusionOk="0">
                      <a:moveTo>
                        <a:pt x="0" y="0"/>
                      </a:moveTo>
                      <a:lnTo>
                        <a:pt x="0" y="321"/>
                      </a:lnTo>
                      <a:lnTo>
                        <a:pt x="210" y="321"/>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5"/>
                <p:cNvSpPr/>
                <p:nvPr/>
              </p:nvSpPr>
              <p:spPr>
                <a:xfrm>
                  <a:off x="4779673" y="3719159"/>
                  <a:ext cx="61018" cy="96009"/>
                </a:xfrm>
                <a:custGeom>
                  <a:avLst/>
                  <a:gdLst/>
                  <a:ahLst/>
                  <a:cxnLst/>
                  <a:rect l="l" t="t" r="r" b="b"/>
                  <a:pathLst>
                    <a:path w="211" h="332" extrusionOk="0">
                      <a:moveTo>
                        <a:pt x="0" y="0"/>
                      </a:moveTo>
                      <a:lnTo>
                        <a:pt x="0" y="332"/>
                      </a:lnTo>
                      <a:lnTo>
                        <a:pt x="210" y="332"/>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5"/>
                <p:cNvSpPr/>
                <p:nvPr/>
              </p:nvSpPr>
              <p:spPr>
                <a:xfrm>
                  <a:off x="4840402" y="2858831"/>
                  <a:ext cx="550319" cy="994796"/>
                </a:xfrm>
                <a:custGeom>
                  <a:avLst/>
                  <a:gdLst/>
                  <a:ahLst/>
                  <a:cxnLst/>
                  <a:rect l="l" t="t" r="r" b="b"/>
                  <a:pathLst>
                    <a:path w="1903" h="3440" extrusionOk="0">
                      <a:moveTo>
                        <a:pt x="1792" y="399"/>
                      </a:moveTo>
                      <a:lnTo>
                        <a:pt x="1792" y="3097"/>
                      </a:lnTo>
                      <a:lnTo>
                        <a:pt x="354" y="3097"/>
                      </a:lnTo>
                      <a:lnTo>
                        <a:pt x="354" y="399"/>
                      </a:lnTo>
                      <a:close/>
                      <a:moveTo>
                        <a:pt x="0" y="1"/>
                      </a:moveTo>
                      <a:cubicBezTo>
                        <a:pt x="133" y="1"/>
                        <a:pt x="233" y="100"/>
                        <a:pt x="233" y="233"/>
                      </a:cubicBezTo>
                      <a:lnTo>
                        <a:pt x="233" y="3196"/>
                      </a:lnTo>
                      <a:cubicBezTo>
                        <a:pt x="233" y="3329"/>
                        <a:pt x="133" y="3440"/>
                        <a:pt x="0" y="3440"/>
                      </a:cubicBezTo>
                      <a:lnTo>
                        <a:pt x="1670" y="3440"/>
                      </a:lnTo>
                      <a:cubicBezTo>
                        <a:pt x="1792" y="3440"/>
                        <a:pt x="1902" y="3329"/>
                        <a:pt x="1902" y="3196"/>
                      </a:cubicBezTo>
                      <a:lnTo>
                        <a:pt x="1902" y="233"/>
                      </a:lnTo>
                      <a:cubicBezTo>
                        <a:pt x="1902" y="156"/>
                        <a:pt x="1858" y="78"/>
                        <a:pt x="1792" y="34"/>
                      </a:cubicBezTo>
                      <a:cubicBezTo>
                        <a:pt x="1759" y="12"/>
                        <a:pt x="1714" y="1"/>
                        <a:pt x="16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5"/>
                <p:cNvSpPr/>
                <p:nvPr/>
              </p:nvSpPr>
              <p:spPr>
                <a:xfrm>
                  <a:off x="4840402" y="2858831"/>
                  <a:ext cx="67380" cy="994796"/>
                </a:xfrm>
                <a:custGeom>
                  <a:avLst/>
                  <a:gdLst/>
                  <a:ahLst/>
                  <a:cxnLst/>
                  <a:rect l="l" t="t" r="r" b="b"/>
                  <a:pathLst>
                    <a:path w="233" h="3440" extrusionOk="0">
                      <a:moveTo>
                        <a:pt x="0" y="1"/>
                      </a:moveTo>
                      <a:lnTo>
                        <a:pt x="0" y="2046"/>
                      </a:lnTo>
                      <a:lnTo>
                        <a:pt x="0" y="3440"/>
                      </a:lnTo>
                      <a:cubicBezTo>
                        <a:pt x="133" y="3440"/>
                        <a:pt x="233" y="3329"/>
                        <a:pt x="233" y="3196"/>
                      </a:cubicBezTo>
                      <a:lnTo>
                        <a:pt x="233" y="233"/>
                      </a:lnTo>
                      <a:cubicBezTo>
                        <a:pt x="233" y="100"/>
                        <a:pt x="133"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5"/>
                <p:cNvSpPr/>
                <p:nvPr/>
              </p:nvSpPr>
              <p:spPr>
                <a:xfrm>
                  <a:off x="5332885" y="2973927"/>
                  <a:ext cx="28918" cy="780510"/>
                </a:xfrm>
                <a:custGeom>
                  <a:avLst/>
                  <a:gdLst/>
                  <a:ahLst/>
                  <a:cxnLst/>
                  <a:rect l="l" t="t" r="r" b="b"/>
                  <a:pathLst>
                    <a:path w="100" h="2699" extrusionOk="0">
                      <a:moveTo>
                        <a:pt x="0" y="1"/>
                      </a:moveTo>
                      <a:lnTo>
                        <a:pt x="0" y="2699"/>
                      </a:lnTo>
                      <a:lnTo>
                        <a:pt x="100" y="2699"/>
                      </a:lnTo>
                      <a:lnTo>
                        <a:pt x="1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5"/>
                <p:cNvSpPr/>
                <p:nvPr/>
              </p:nvSpPr>
              <p:spPr>
                <a:xfrm>
                  <a:off x="4942774" y="2973927"/>
                  <a:ext cx="390400" cy="780510"/>
                </a:xfrm>
                <a:custGeom>
                  <a:avLst/>
                  <a:gdLst/>
                  <a:ahLst/>
                  <a:cxnLst/>
                  <a:rect l="l" t="t" r="r" b="b"/>
                  <a:pathLst>
                    <a:path w="1350" h="2699" extrusionOk="0">
                      <a:moveTo>
                        <a:pt x="0" y="1"/>
                      </a:moveTo>
                      <a:lnTo>
                        <a:pt x="0" y="2699"/>
                      </a:lnTo>
                      <a:lnTo>
                        <a:pt x="1349" y="2699"/>
                      </a:lnTo>
                      <a:lnTo>
                        <a:pt x="1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5"/>
                <p:cNvSpPr/>
                <p:nvPr/>
              </p:nvSpPr>
              <p:spPr>
                <a:xfrm>
                  <a:off x="635350" y="2862012"/>
                  <a:ext cx="54656" cy="988434"/>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5"/>
                <p:cNvSpPr/>
                <p:nvPr/>
              </p:nvSpPr>
              <p:spPr>
                <a:xfrm>
                  <a:off x="689717" y="3719159"/>
                  <a:ext cx="4090233" cy="96009"/>
                </a:xfrm>
                <a:custGeom>
                  <a:avLst/>
                  <a:gdLst/>
                  <a:ahLst/>
                  <a:cxnLst/>
                  <a:rect l="l" t="t" r="r" b="b"/>
                  <a:pathLst>
                    <a:path w="14144" h="332"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5"/>
                <p:cNvSpPr/>
                <p:nvPr/>
              </p:nvSpPr>
              <p:spPr>
                <a:xfrm>
                  <a:off x="689717" y="3546515"/>
                  <a:ext cx="4090233" cy="172933"/>
                </a:xfrm>
                <a:custGeom>
                  <a:avLst/>
                  <a:gdLst/>
                  <a:ahLst/>
                  <a:cxnLst/>
                  <a:rect l="l" t="t" r="r" b="b"/>
                  <a:pathLst>
                    <a:path w="14144" h="598" extrusionOk="0">
                      <a:moveTo>
                        <a:pt x="1" y="0"/>
                      </a:moveTo>
                      <a:lnTo>
                        <a:pt x="1" y="597"/>
                      </a:lnTo>
                      <a:lnTo>
                        <a:pt x="14143" y="597"/>
                      </a:lnTo>
                      <a:lnTo>
                        <a:pt x="14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5"/>
                <p:cNvSpPr/>
                <p:nvPr/>
              </p:nvSpPr>
              <p:spPr>
                <a:xfrm>
                  <a:off x="689717" y="3814880"/>
                  <a:ext cx="4093414" cy="96299"/>
                </a:xfrm>
                <a:custGeom>
                  <a:avLst/>
                  <a:gdLst/>
                  <a:ahLst/>
                  <a:cxnLst/>
                  <a:rect l="l" t="t" r="r" b="b"/>
                  <a:pathLst>
                    <a:path w="14155" h="333" extrusionOk="0">
                      <a:moveTo>
                        <a:pt x="1" y="1"/>
                      </a:moveTo>
                      <a:lnTo>
                        <a:pt x="1" y="167"/>
                      </a:lnTo>
                      <a:cubicBezTo>
                        <a:pt x="1" y="222"/>
                        <a:pt x="1" y="277"/>
                        <a:pt x="12" y="333"/>
                      </a:cubicBezTo>
                      <a:lnTo>
                        <a:pt x="14132" y="333"/>
                      </a:lnTo>
                      <a:cubicBezTo>
                        <a:pt x="14143" y="277"/>
                        <a:pt x="14154" y="222"/>
                        <a:pt x="14154" y="167"/>
                      </a:cubicBezTo>
                      <a:lnTo>
                        <a:pt x="141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5"/>
                <p:cNvSpPr/>
                <p:nvPr/>
              </p:nvSpPr>
              <p:spPr>
                <a:xfrm>
                  <a:off x="692898" y="3910889"/>
                  <a:ext cx="4083871" cy="134760"/>
                </a:xfrm>
                <a:custGeom>
                  <a:avLst/>
                  <a:gdLst/>
                  <a:ahLst/>
                  <a:cxnLst/>
                  <a:rect l="l" t="t" r="r" b="b"/>
                  <a:pathLst>
                    <a:path w="14122" h="466" extrusionOk="0">
                      <a:moveTo>
                        <a:pt x="1" y="1"/>
                      </a:moveTo>
                      <a:cubicBezTo>
                        <a:pt x="78" y="266"/>
                        <a:pt x="321" y="454"/>
                        <a:pt x="609" y="465"/>
                      </a:cubicBezTo>
                      <a:lnTo>
                        <a:pt x="13513" y="465"/>
                      </a:lnTo>
                      <a:cubicBezTo>
                        <a:pt x="13801" y="454"/>
                        <a:pt x="14044" y="266"/>
                        <a:pt x="141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5"/>
                <p:cNvSpPr/>
                <p:nvPr/>
              </p:nvSpPr>
              <p:spPr>
                <a:xfrm>
                  <a:off x="689717" y="3354496"/>
                  <a:ext cx="4090233" cy="96299"/>
                </a:xfrm>
                <a:custGeom>
                  <a:avLst/>
                  <a:gdLst/>
                  <a:ahLst/>
                  <a:cxnLst/>
                  <a:rect l="l" t="t" r="r" b="b"/>
                  <a:pathLst>
                    <a:path w="14144" h="333" extrusionOk="0">
                      <a:moveTo>
                        <a:pt x="1" y="1"/>
                      </a:moveTo>
                      <a:lnTo>
                        <a:pt x="1" y="332"/>
                      </a:lnTo>
                      <a:lnTo>
                        <a:pt x="14143" y="332"/>
                      </a:lnTo>
                      <a:lnTo>
                        <a:pt x="141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5"/>
                <p:cNvSpPr/>
                <p:nvPr/>
              </p:nvSpPr>
              <p:spPr>
                <a:xfrm>
                  <a:off x="689717" y="3450505"/>
                  <a:ext cx="4090233" cy="96299"/>
                </a:xfrm>
                <a:custGeom>
                  <a:avLst/>
                  <a:gdLst/>
                  <a:ahLst/>
                  <a:cxnLst/>
                  <a:rect l="l" t="t" r="r" b="b"/>
                  <a:pathLst>
                    <a:path w="14144" h="333"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5"/>
                <p:cNvSpPr/>
                <p:nvPr/>
              </p:nvSpPr>
              <p:spPr>
                <a:xfrm>
                  <a:off x="686536" y="2775835"/>
                  <a:ext cx="4093414" cy="578948"/>
                </a:xfrm>
                <a:custGeom>
                  <a:avLst/>
                  <a:gdLst/>
                  <a:ahLst/>
                  <a:cxnLst/>
                  <a:rect l="l" t="t" r="r" b="b"/>
                  <a:pathLst>
                    <a:path w="14155" h="2002" extrusionOk="0">
                      <a:moveTo>
                        <a:pt x="78" y="0"/>
                      </a:moveTo>
                      <a:cubicBezTo>
                        <a:pt x="34" y="89"/>
                        <a:pt x="12" y="188"/>
                        <a:pt x="1" y="288"/>
                      </a:cubicBezTo>
                      <a:lnTo>
                        <a:pt x="12" y="2002"/>
                      </a:lnTo>
                      <a:lnTo>
                        <a:pt x="14154" y="2002"/>
                      </a:lnTo>
                      <a:lnTo>
                        <a:pt x="14154" y="299"/>
                      </a:lnTo>
                      <a:cubicBezTo>
                        <a:pt x="14154" y="188"/>
                        <a:pt x="14132" y="89"/>
                        <a:pt x="14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5"/>
                <p:cNvSpPr/>
                <p:nvPr/>
              </p:nvSpPr>
              <p:spPr>
                <a:xfrm>
                  <a:off x="709092" y="2679825"/>
                  <a:ext cx="4051771" cy="96299"/>
                </a:xfrm>
                <a:custGeom>
                  <a:avLst/>
                  <a:gdLst/>
                  <a:ahLst/>
                  <a:cxnLst/>
                  <a:rect l="l" t="t" r="r" b="b"/>
                  <a:pathLst>
                    <a:path w="14011" h="333" extrusionOk="0">
                      <a:moveTo>
                        <a:pt x="553" y="1"/>
                      </a:moveTo>
                      <a:cubicBezTo>
                        <a:pt x="321" y="1"/>
                        <a:pt x="100" y="122"/>
                        <a:pt x="0" y="332"/>
                      </a:cubicBezTo>
                      <a:lnTo>
                        <a:pt x="14010" y="332"/>
                      </a:lnTo>
                      <a:cubicBezTo>
                        <a:pt x="13899" y="133"/>
                        <a:pt x="13689" y="1"/>
                        <a:pt x="134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5"/>
                <p:cNvSpPr/>
                <p:nvPr/>
              </p:nvSpPr>
              <p:spPr>
                <a:xfrm>
                  <a:off x="1246111" y="2775835"/>
                  <a:ext cx="326490" cy="1039331"/>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5"/>
                <p:cNvSpPr/>
                <p:nvPr/>
              </p:nvSpPr>
              <p:spPr>
                <a:xfrm>
                  <a:off x="1546864"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5"/>
                <p:cNvSpPr/>
                <p:nvPr/>
              </p:nvSpPr>
              <p:spPr>
                <a:xfrm>
                  <a:off x="1220662"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5"/>
                <p:cNvSpPr/>
                <p:nvPr/>
              </p:nvSpPr>
              <p:spPr>
                <a:xfrm>
                  <a:off x="1901695" y="2775835"/>
                  <a:ext cx="326490" cy="1039331"/>
                </a:xfrm>
                <a:custGeom>
                  <a:avLst/>
                  <a:gdLst/>
                  <a:ahLst/>
                  <a:cxnLst/>
                  <a:rect l="l" t="t" r="r" b="b"/>
                  <a:pathLst>
                    <a:path w="1129" h="3594" extrusionOk="0">
                      <a:moveTo>
                        <a:pt x="1" y="0"/>
                      </a:moveTo>
                      <a:lnTo>
                        <a:pt x="1"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5"/>
                <p:cNvSpPr/>
                <p:nvPr/>
              </p:nvSpPr>
              <p:spPr>
                <a:xfrm>
                  <a:off x="220215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5"/>
                <p:cNvSpPr/>
                <p:nvPr/>
              </p:nvSpPr>
              <p:spPr>
                <a:xfrm>
                  <a:off x="1876247"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5"/>
                <p:cNvSpPr/>
                <p:nvPr/>
              </p:nvSpPr>
              <p:spPr>
                <a:xfrm>
                  <a:off x="2560460" y="2775835"/>
                  <a:ext cx="323309" cy="1039331"/>
                </a:xfrm>
                <a:custGeom>
                  <a:avLst/>
                  <a:gdLst/>
                  <a:ahLst/>
                  <a:cxnLst/>
                  <a:rect l="l" t="t" r="r" b="b"/>
                  <a:pathLst>
                    <a:path w="1118"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5"/>
                <p:cNvSpPr/>
                <p:nvPr/>
              </p:nvSpPr>
              <p:spPr>
                <a:xfrm>
                  <a:off x="285774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5"/>
                <p:cNvSpPr/>
                <p:nvPr/>
              </p:nvSpPr>
              <p:spPr>
                <a:xfrm>
                  <a:off x="253472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5"/>
                <p:cNvSpPr/>
                <p:nvPr/>
              </p:nvSpPr>
              <p:spPr>
                <a:xfrm>
                  <a:off x="987289" y="2910017"/>
                  <a:ext cx="32100" cy="323309"/>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5"/>
                <p:cNvSpPr/>
                <p:nvPr/>
              </p:nvSpPr>
              <p:spPr>
                <a:xfrm>
                  <a:off x="1116553" y="2910017"/>
                  <a:ext cx="32389" cy="323309"/>
                </a:xfrm>
                <a:custGeom>
                  <a:avLst/>
                  <a:gdLst/>
                  <a:ahLst/>
                  <a:cxnLst/>
                  <a:rect l="l" t="t" r="r" b="b"/>
                  <a:pathLst>
                    <a:path w="112"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5"/>
                <p:cNvSpPr/>
                <p:nvPr/>
              </p:nvSpPr>
              <p:spPr>
                <a:xfrm>
                  <a:off x="993651"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5"/>
                <p:cNvSpPr/>
                <p:nvPr/>
              </p:nvSpPr>
              <p:spPr>
                <a:xfrm>
                  <a:off x="1313202"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3" y="1117"/>
                      </a:lnTo>
                      <a:cubicBezTo>
                        <a:pt x="78" y="1117"/>
                        <a:pt x="34" y="1084"/>
                        <a:pt x="34" y="1040"/>
                      </a:cubicBezTo>
                      <a:lnTo>
                        <a:pt x="34" y="89"/>
                      </a:lnTo>
                      <a:cubicBezTo>
                        <a:pt x="34"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5"/>
                <p:cNvSpPr/>
                <p:nvPr/>
              </p:nvSpPr>
              <p:spPr>
                <a:xfrm>
                  <a:off x="1444492" y="2910017"/>
                  <a:ext cx="32100" cy="323309"/>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5"/>
                <p:cNvSpPr/>
                <p:nvPr/>
              </p:nvSpPr>
              <p:spPr>
                <a:xfrm>
                  <a:off x="1323034"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5"/>
                <p:cNvSpPr/>
                <p:nvPr/>
              </p:nvSpPr>
              <p:spPr>
                <a:xfrm>
                  <a:off x="1642584" y="2910017"/>
                  <a:ext cx="35570" cy="323887"/>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0" y="1117"/>
                      </a:lnTo>
                      <a:cubicBezTo>
                        <a:pt x="54" y="1109"/>
                        <a:pt x="34" y="1075"/>
                        <a:pt x="34" y="1040"/>
                      </a:cubicBezTo>
                      <a:lnTo>
                        <a:pt x="34" y="89"/>
                      </a:lnTo>
                      <a:cubicBezTo>
                        <a:pt x="34" y="34"/>
                        <a:pt x="67" y="1"/>
                        <a:pt x="111" y="1"/>
                      </a:cubicBezTo>
                      <a:close/>
                      <a:moveTo>
                        <a:pt x="90" y="1117"/>
                      </a:moveTo>
                      <a:cubicBezTo>
                        <a:pt x="95" y="1119"/>
                        <a:pt x="100" y="1119"/>
                        <a:pt x="106" y="1119"/>
                      </a:cubicBezTo>
                      <a:cubicBezTo>
                        <a:pt x="111" y="1119"/>
                        <a:pt x="117" y="1119"/>
                        <a:pt x="123"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5"/>
                <p:cNvSpPr/>
                <p:nvPr/>
              </p:nvSpPr>
              <p:spPr>
                <a:xfrm>
                  <a:off x="1770694"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44" y="1117"/>
                      </a:lnTo>
                      <a:cubicBezTo>
                        <a:pt x="89" y="1117"/>
                        <a:pt x="122" y="1084"/>
                        <a:pt x="122" y="1040"/>
                      </a:cubicBezTo>
                      <a:lnTo>
                        <a:pt x="122" y="89"/>
                      </a:lnTo>
                      <a:cubicBezTo>
                        <a:pt x="122" y="34"/>
                        <a:pt x="89"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5"/>
                <p:cNvSpPr/>
                <p:nvPr/>
              </p:nvSpPr>
              <p:spPr>
                <a:xfrm>
                  <a:off x="1652417" y="2910017"/>
                  <a:ext cx="144014" cy="323309"/>
                </a:xfrm>
                <a:custGeom>
                  <a:avLst/>
                  <a:gdLst/>
                  <a:ahLst/>
                  <a:cxnLst/>
                  <a:rect l="l" t="t" r="r" b="b"/>
                  <a:pathLst>
                    <a:path w="498" h="1118" extrusionOk="0">
                      <a:moveTo>
                        <a:pt x="77" y="1"/>
                      </a:moveTo>
                      <a:cubicBezTo>
                        <a:pt x="33" y="1"/>
                        <a:pt x="0" y="34"/>
                        <a:pt x="0" y="78"/>
                      </a:cubicBezTo>
                      <a:lnTo>
                        <a:pt x="0" y="1040"/>
                      </a:lnTo>
                      <a:cubicBezTo>
                        <a:pt x="0" y="1084"/>
                        <a:pt x="33" y="1117"/>
                        <a:pt x="77" y="1117"/>
                      </a:cubicBezTo>
                      <a:lnTo>
                        <a:pt x="409" y="1117"/>
                      </a:lnTo>
                      <a:cubicBezTo>
                        <a:pt x="453" y="1117"/>
                        <a:pt x="498" y="1084"/>
                        <a:pt x="498" y="1040"/>
                      </a:cubicBezTo>
                      <a:lnTo>
                        <a:pt x="498" y="78"/>
                      </a:lnTo>
                      <a:cubicBezTo>
                        <a:pt x="498"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5"/>
                <p:cNvSpPr/>
                <p:nvPr/>
              </p:nvSpPr>
              <p:spPr>
                <a:xfrm>
                  <a:off x="1968786"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5"/>
                <p:cNvSpPr/>
                <p:nvPr/>
              </p:nvSpPr>
              <p:spPr>
                <a:xfrm>
                  <a:off x="2100076"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5"/>
                <p:cNvSpPr/>
                <p:nvPr/>
              </p:nvSpPr>
              <p:spPr>
                <a:xfrm>
                  <a:off x="198151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9" y="1084"/>
                        <a:pt x="499" y="1040"/>
                      </a:cubicBezTo>
                      <a:lnTo>
                        <a:pt x="499" y="78"/>
                      </a:lnTo>
                      <a:cubicBezTo>
                        <a:pt x="499"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5"/>
                <p:cNvSpPr/>
                <p:nvPr/>
              </p:nvSpPr>
              <p:spPr>
                <a:xfrm>
                  <a:off x="2298169"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2" y="1117"/>
                      </a:lnTo>
                      <a:cubicBezTo>
                        <a:pt x="78"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5"/>
                <p:cNvSpPr/>
                <p:nvPr/>
              </p:nvSpPr>
              <p:spPr>
                <a:xfrm>
                  <a:off x="2429459" y="2910017"/>
                  <a:ext cx="32100" cy="323309"/>
                </a:xfrm>
                <a:custGeom>
                  <a:avLst/>
                  <a:gdLst/>
                  <a:ahLst/>
                  <a:cxnLst/>
                  <a:rect l="l" t="t" r="r" b="b"/>
                  <a:pathLst>
                    <a:path w="111" h="1118" extrusionOk="0">
                      <a:moveTo>
                        <a:pt x="0" y="1"/>
                      </a:moveTo>
                      <a:cubicBezTo>
                        <a:pt x="44" y="1"/>
                        <a:pt x="77" y="34"/>
                        <a:pt x="77" y="89"/>
                      </a:cubicBezTo>
                      <a:lnTo>
                        <a:pt x="77" y="1040"/>
                      </a:lnTo>
                      <a:cubicBezTo>
                        <a:pt x="77" y="1084"/>
                        <a:pt x="44" y="1117"/>
                        <a:pt x="0" y="1117"/>
                      </a:cubicBezTo>
                      <a:lnTo>
                        <a:pt x="33" y="1117"/>
                      </a:lnTo>
                      <a:cubicBezTo>
                        <a:pt x="77" y="1117"/>
                        <a:pt x="111" y="1084"/>
                        <a:pt x="111" y="1040"/>
                      </a:cubicBezTo>
                      <a:lnTo>
                        <a:pt x="111" y="89"/>
                      </a:lnTo>
                      <a:cubicBezTo>
                        <a:pt x="111" y="34"/>
                        <a:pt x="77"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5"/>
                <p:cNvSpPr/>
                <p:nvPr/>
              </p:nvSpPr>
              <p:spPr>
                <a:xfrm>
                  <a:off x="230771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5"/>
                <p:cNvSpPr/>
                <p:nvPr/>
              </p:nvSpPr>
              <p:spPr>
                <a:xfrm>
                  <a:off x="2624370"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5"/>
                <p:cNvSpPr/>
                <p:nvPr/>
              </p:nvSpPr>
              <p:spPr>
                <a:xfrm>
                  <a:off x="2755372" y="2910017"/>
                  <a:ext cx="35570" cy="323309"/>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45"/>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5"/>
                <p:cNvSpPr/>
                <p:nvPr/>
              </p:nvSpPr>
              <p:spPr>
                <a:xfrm>
                  <a:off x="2637095"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5"/>
                <p:cNvSpPr/>
                <p:nvPr/>
              </p:nvSpPr>
              <p:spPr>
                <a:xfrm>
                  <a:off x="2953753" y="2910017"/>
                  <a:ext cx="35570" cy="323309"/>
                </a:xfrm>
                <a:custGeom>
                  <a:avLst/>
                  <a:gdLst/>
                  <a:ahLst/>
                  <a:cxnLst/>
                  <a:rect l="l" t="t" r="r" b="b"/>
                  <a:pathLst>
                    <a:path w="123" h="1118" extrusionOk="0">
                      <a:moveTo>
                        <a:pt x="89" y="1"/>
                      </a:moveTo>
                      <a:cubicBezTo>
                        <a:pt x="45" y="1"/>
                        <a:pt x="0" y="34"/>
                        <a:pt x="12" y="89"/>
                      </a:cubicBezTo>
                      <a:lnTo>
                        <a:pt x="12"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5"/>
                <p:cNvSpPr/>
                <p:nvPr/>
              </p:nvSpPr>
              <p:spPr>
                <a:xfrm>
                  <a:off x="308475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5"/>
                <p:cNvSpPr/>
                <p:nvPr/>
              </p:nvSpPr>
              <p:spPr>
                <a:xfrm>
                  <a:off x="2966477" y="2910017"/>
                  <a:ext cx="141122" cy="323309"/>
                </a:xfrm>
                <a:custGeom>
                  <a:avLst/>
                  <a:gdLst/>
                  <a:ahLst/>
                  <a:cxnLst/>
                  <a:rect l="l" t="t" r="r" b="b"/>
                  <a:pathLst>
                    <a:path w="488" h="1118" extrusionOk="0">
                      <a:moveTo>
                        <a:pt x="78" y="1"/>
                      </a:moveTo>
                      <a:cubicBezTo>
                        <a:pt x="34" y="1"/>
                        <a:pt x="1" y="34"/>
                        <a:pt x="1" y="78"/>
                      </a:cubicBezTo>
                      <a:lnTo>
                        <a:pt x="1" y="1040"/>
                      </a:lnTo>
                      <a:cubicBezTo>
                        <a:pt x="1" y="1084"/>
                        <a:pt x="34" y="1117"/>
                        <a:pt x="78" y="1117"/>
                      </a:cubicBezTo>
                      <a:lnTo>
                        <a:pt x="410" y="1117"/>
                      </a:lnTo>
                      <a:cubicBezTo>
                        <a:pt x="454" y="1117"/>
                        <a:pt x="487" y="1084"/>
                        <a:pt x="487" y="1040"/>
                      </a:cubicBezTo>
                      <a:lnTo>
                        <a:pt x="487" y="78"/>
                      </a:lnTo>
                      <a:cubicBezTo>
                        <a:pt x="487"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5"/>
                <p:cNvSpPr/>
                <p:nvPr/>
              </p:nvSpPr>
              <p:spPr>
                <a:xfrm>
                  <a:off x="3216045" y="2775835"/>
                  <a:ext cx="326490" cy="1039331"/>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5"/>
                <p:cNvSpPr/>
                <p:nvPr/>
              </p:nvSpPr>
              <p:spPr>
                <a:xfrm>
                  <a:off x="351650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5"/>
                <p:cNvSpPr/>
                <p:nvPr/>
              </p:nvSpPr>
              <p:spPr>
                <a:xfrm>
                  <a:off x="3190307"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5"/>
                <p:cNvSpPr/>
                <p:nvPr/>
              </p:nvSpPr>
              <p:spPr>
                <a:xfrm>
                  <a:off x="3874810" y="2775835"/>
                  <a:ext cx="323020" cy="1039331"/>
                </a:xfrm>
                <a:custGeom>
                  <a:avLst/>
                  <a:gdLst/>
                  <a:ahLst/>
                  <a:cxnLst/>
                  <a:rect l="l" t="t" r="r" b="b"/>
                  <a:pathLst>
                    <a:path w="1117"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5"/>
                <p:cNvSpPr/>
                <p:nvPr/>
              </p:nvSpPr>
              <p:spPr>
                <a:xfrm>
                  <a:off x="4172093"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5"/>
                <p:cNvSpPr/>
                <p:nvPr/>
              </p:nvSpPr>
              <p:spPr>
                <a:xfrm>
                  <a:off x="384907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5"/>
                <p:cNvSpPr/>
                <p:nvPr/>
              </p:nvSpPr>
              <p:spPr>
                <a:xfrm>
                  <a:off x="3283136" y="2910017"/>
                  <a:ext cx="35570" cy="323309"/>
                </a:xfrm>
                <a:custGeom>
                  <a:avLst/>
                  <a:gdLst/>
                  <a:ahLst/>
                  <a:cxnLst/>
                  <a:rect l="l" t="t" r="r" b="b"/>
                  <a:pathLst>
                    <a:path w="123" h="1118" extrusionOk="0">
                      <a:moveTo>
                        <a:pt x="89" y="1"/>
                      </a:moveTo>
                      <a:cubicBezTo>
                        <a:pt x="45" y="1"/>
                        <a:pt x="0" y="34"/>
                        <a:pt x="0" y="89"/>
                      </a:cubicBezTo>
                      <a:lnTo>
                        <a:pt x="0"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5"/>
                <p:cNvSpPr/>
                <p:nvPr/>
              </p:nvSpPr>
              <p:spPr>
                <a:xfrm>
                  <a:off x="3414137"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5"/>
                <p:cNvSpPr/>
                <p:nvPr/>
              </p:nvSpPr>
              <p:spPr>
                <a:xfrm>
                  <a:off x="329586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5"/>
                <p:cNvSpPr/>
                <p:nvPr/>
              </p:nvSpPr>
              <p:spPr>
                <a:xfrm>
                  <a:off x="3612519" y="2910017"/>
                  <a:ext cx="35281" cy="323309"/>
                </a:xfrm>
                <a:custGeom>
                  <a:avLst/>
                  <a:gdLst/>
                  <a:ahLst/>
                  <a:cxnLst/>
                  <a:rect l="l" t="t" r="r" b="b"/>
                  <a:pathLst>
                    <a:path w="122" h="1118" extrusionOk="0">
                      <a:moveTo>
                        <a:pt x="78" y="1"/>
                      </a:moveTo>
                      <a:cubicBezTo>
                        <a:pt x="34" y="1"/>
                        <a:pt x="0" y="34"/>
                        <a:pt x="0" y="89"/>
                      </a:cubicBezTo>
                      <a:lnTo>
                        <a:pt x="0" y="1040"/>
                      </a:lnTo>
                      <a:cubicBezTo>
                        <a:pt x="0" y="1084"/>
                        <a:pt x="34" y="1117"/>
                        <a:pt x="78" y="1117"/>
                      </a:cubicBezTo>
                      <a:lnTo>
                        <a:pt x="111" y="1117"/>
                      </a:lnTo>
                      <a:cubicBezTo>
                        <a:pt x="67"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5"/>
                <p:cNvSpPr/>
                <p:nvPr/>
              </p:nvSpPr>
              <p:spPr>
                <a:xfrm>
                  <a:off x="3743520"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5"/>
                <p:cNvSpPr/>
                <p:nvPr/>
              </p:nvSpPr>
              <p:spPr>
                <a:xfrm>
                  <a:off x="362206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5"/>
                <p:cNvSpPr/>
                <p:nvPr/>
              </p:nvSpPr>
              <p:spPr>
                <a:xfrm>
                  <a:off x="3941901" y="2910017"/>
                  <a:ext cx="32100" cy="323309"/>
                </a:xfrm>
                <a:custGeom>
                  <a:avLst/>
                  <a:gdLst/>
                  <a:ahLst/>
                  <a:cxnLst/>
                  <a:rect l="l" t="t" r="r" b="b"/>
                  <a:pathLst>
                    <a:path w="111" h="1118" extrusionOk="0">
                      <a:moveTo>
                        <a:pt x="78" y="1"/>
                      </a:moveTo>
                      <a:cubicBezTo>
                        <a:pt x="33" y="1"/>
                        <a:pt x="0" y="34"/>
                        <a:pt x="0" y="89"/>
                      </a:cubicBezTo>
                      <a:lnTo>
                        <a:pt x="0" y="1040"/>
                      </a:lnTo>
                      <a:cubicBezTo>
                        <a:pt x="0" y="1084"/>
                        <a:pt x="33" y="1117"/>
                        <a:pt x="78" y="1117"/>
                      </a:cubicBezTo>
                      <a:lnTo>
                        <a:pt x="111" y="1117"/>
                      </a:lnTo>
                      <a:cubicBezTo>
                        <a:pt x="67" y="1117"/>
                        <a:pt x="33" y="1084"/>
                        <a:pt x="33" y="1040"/>
                      </a:cubicBezTo>
                      <a:lnTo>
                        <a:pt x="33" y="89"/>
                      </a:lnTo>
                      <a:cubicBezTo>
                        <a:pt x="33"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5"/>
                <p:cNvSpPr/>
                <p:nvPr/>
              </p:nvSpPr>
              <p:spPr>
                <a:xfrm>
                  <a:off x="4072903" y="2910017"/>
                  <a:ext cx="32389" cy="323309"/>
                </a:xfrm>
                <a:custGeom>
                  <a:avLst/>
                  <a:gdLst/>
                  <a:ahLst/>
                  <a:cxnLst/>
                  <a:rect l="l" t="t" r="r" b="b"/>
                  <a:pathLst>
                    <a:path w="112" h="1118" extrusionOk="0">
                      <a:moveTo>
                        <a:pt x="1" y="1"/>
                      </a:moveTo>
                      <a:cubicBezTo>
                        <a:pt x="45" y="1"/>
                        <a:pt x="78" y="34"/>
                        <a:pt x="78" y="89"/>
                      </a:cubicBezTo>
                      <a:lnTo>
                        <a:pt x="78" y="1040"/>
                      </a:lnTo>
                      <a:cubicBezTo>
                        <a:pt x="78" y="1084"/>
                        <a:pt x="45" y="1117"/>
                        <a:pt x="1"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5"/>
                <p:cNvSpPr/>
                <p:nvPr/>
              </p:nvSpPr>
              <p:spPr>
                <a:xfrm>
                  <a:off x="3951444" y="2910017"/>
                  <a:ext cx="144303" cy="323309"/>
                </a:xfrm>
                <a:custGeom>
                  <a:avLst/>
                  <a:gdLst/>
                  <a:ahLst/>
                  <a:cxnLst/>
                  <a:rect l="l" t="t" r="r" b="b"/>
                  <a:pathLst>
                    <a:path w="499" h="1118" extrusionOk="0">
                      <a:moveTo>
                        <a:pt x="78" y="1"/>
                      </a:moveTo>
                      <a:cubicBezTo>
                        <a:pt x="34" y="1"/>
                        <a:pt x="0" y="34"/>
                        <a:pt x="0" y="78"/>
                      </a:cubicBezTo>
                      <a:lnTo>
                        <a:pt x="0" y="1040"/>
                      </a:lnTo>
                      <a:cubicBezTo>
                        <a:pt x="0"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5"/>
                <p:cNvSpPr/>
                <p:nvPr/>
              </p:nvSpPr>
              <p:spPr>
                <a:xfrm>
                  <a:off x="4268103" y="2910017"/>
                  <a:ext cx="35281" cy="323309"/>
                </a:xfrm>
                <a:custGeom>
                  <a:avLst/>
                  <a:gdLst/>
                  <a:ahLst/>
                  <a:cxnLst/>
                  <a:rect l="l" t="t" r="r" b="b"/>
                  <a:pathLst>
                    <a:path w="122" h="1118" extrusionOk="0">
                      <a:moveTo>
                        <a:pt x="89" y="1"/>
                      </a:moveTo>
                      <a:cubicBezTo>
                        <a:pt x="44" y="1"/>
                        <a:pt x="0" y="34"/>
                        <a:pt x="11" y="89"/>
                      </a:cubicBezTo>
                      <a:lnTo>
                        <a:pt x="11" y="1040"/>
                      </a:lnTo>
                      <a:cubicBezTo>
                        <a:pt x="0" y="1084"/>
                        <a:pt x="44" y="1117"/>
                        <a:pt x="89" y="1117"/>
                      </a:cubicBezTo>
                      <a:lnTo>
                        <a:pt x="122" y="1117"/>
                      </a:lnTo>
                      <a:cubicBezTo>
                        <a:pt x="78" y="1117"/>
                        <a:pt x="44" y="1084"/>
                        <a:pt x="44" y="1040"/>
                      </a:cubicBezTo>
                      <a:lnTo>
                        <a:pt x="44" y="89"/>
                      </a:lnTo>
                      <a:cubicBezTo>
                        <a:pt x="4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5"/>
                <p:cNvSpPr/>
                <p:nvPr/>
              </p:nvSpPr>
              <p:spPr>
                <a:xfrm>
                  <a:off x="439910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5"/>
                <p:cNvSpPr/>
                <p:nvPr/>
              </p:nvSpPr>
              <p:spPr>
                <a:xfrm>
                  <a:off x="4280827" y="2910017"/>
                  <a:ext cx="144014" cy="323309"/>
                </a:xfrm>
                <a:custGeom>
                  <a:avLst/>
                  <a:gdLst/>
                  <a:ahLst/>
                  <a:cxnLst/>
                  <a:rect l="l" t="t" r="r" b="b"/>
                  <a:pathLst>
                    <a:path w="498" h="1118" extrusionOk="0">
                      <a:moveTo>
                        <a:pt x="78" y="1"/>
                      </a:moveTo>
                      <a:cubicBezTo>
                        <a:pt x="34" y="1"/>
                        <a:pt x="0" y="34"/>
                        <a:pt x="0" y="78"/>
                      </a:cubicBezTo>
                      <a:lnTo>
                        <a:pt x="0" y="1040"/>
                      </a:lnTo>
                      <a:cubicBezTo>
                        <a:pt x="0"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5"/>
                <p:cNvSpPr/>
                <p:nvPr/>
              </p:nvSpPr>
              <p:spPr>
                <a:xfrm>
                  <a:off x="824188" y="3575144"/>
                  <a:ext cx="326490" cy="118566"/>
                </a:xfrm>
                <a:custGeom>
                  <a:avLst/>
                  <a:gdLst/>
                  <a:ahLst/>
                  <a:cxnLst/>
                  <a:rect l="l" t="t" r="r" b="b"/>
                  <a:pathLst>
                    <a:path w="1129"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5"/>
                <p:cNvSpPr/>
                <p:nvPr/>
              </p:nvSpPr>
              <p:spPr>
                <a:xfrm>
                  <a:off x="1124653" y="3575144"/>
                  <a:ext cx="26027" cy="118566"/>
                </a:xfrm>
                <a:custGeom>
                  <a:avLst/>
                  <a:gdLst/>
                  <a:ahLst/>
                  <a:cxnLst/>
                  <a:rect l="l" t="t" r="r" b="b"/>
                  <a:pathLst>
                    <a:path w="90" h="410" extrusionOk="0">
                      <a:moveTo>
                        <a:pt x="1" y="1"/>
                      </a:moveTo>
                      <a:lnTo>
                        <a:pt x="1"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5"/>
                <p:cNvSpPr/>
                <p:nvPr/>
              </p:nvSpPr>
              <p:spPr>
                <a:xfrm>
                  <a:off x="798451" y="3575144"/>
                  <a:ext cx="26027" cy="118566"/>
                </a:xfrm>
                <a:custGeom>
                  <a:avLst/>
                  <a:gdLst/>
                  <a:ahLst/>
                  <a:cxnLst/>
                  <a:rect l="l" t="t" r="r" b="b"/>
                  <a:pathLst>
                    <a:path w="90" h="410" extrusionOk="0">
                      <a:moveTo>
                        <a:pt x="1" y="1"/>
                      </a:moveTo>
                      <a:lnTo>
                        <a:pt x="1" y="410"/>
                      </a:lnTo>
                      <a:lnTo>
                        <a:pt x="89" y="410"/>
                      </a:lnTo>
                      <a:lnTo>
                        <a:pt x="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5"/>
                <p:cNvSpPr/>
                <p:nvPr/>
              </p:nvSpPr>
              <p:spPr>
                <a:xfrm>
                  <a:off x="910366" y="3616787"/>
                  <a:ext cx="64199" cy="35570"/>
                </a:xfrm>
                <a:custGeom>
                  <a:avLst/>
                  <a:gdLst/>
                  <a:ahLst/>
                  <a:cxnLst/>
                  <a:rect l="l" t="t" r="r" b="b"/>
                  <a:pathLst>
                    <a:path w="222" h="123" extrusionOk="0">
                      <a:moveTo>
                        <a:pt x="1" y="0"/>
                      </a:moveTo>
                      <a:lnTo>
                        <a:pt x="1" y="122"/>
                      </a:lnTo>
                      <a:lnTo>
                        <a:pt x="222" y="122"/>
                      </a:lnTo>
                      <a:lnTo>
                        <a:pt x="222" y="0"/>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5"/>
                <p:cNvSpPr/>
                <p:nvPr/>
              </p:nvSpPr>
              <p:spPr>
                <a:xfrm>
                  <a:off x="974276" y="3616787"/>
                  <a:ext cx="67669" cy="35570"/>
                </a:xfrm>
                <a:custGeom>
                  <a:avLst/>
                  <a:gdLst/>
                  <a:ahLst/>
                  <a:cxnLst/>
                  <a:rect l="l" t="t" r="r" b="b"/>
                  <a:pathLst>
                    <a:path w="234" h="123" extrusionOk="0">
                      <a:moveTo>
                        <a:pt x="1" y="0"/>
                      </a:moveTo>
                      <a:lnTo>
                        <a:pt x="1" y="122"/>
                      </a:lnTo>
                      <a:lnTo>
                        <a:pt x="233" y="122"/>
                      </a:lnTo>
                      <a:lnTo>
                        <a:pt x="233"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5"/>
                <p:cNvSpPr/>
                <p:nvPr/>
              </p:nvSpPr>
              <p:spPr>
                <a:xfrm>
                  <a:off x="894461" y="3616787"/>
                  <a:ext cx="147484" cy="51475"/>
                </a:xfrm>
                <a:custGeom>
                  <a:avLst/>
                  <a:gdLst/>
                  <a:ahLst/>
                  <a:cxnLst/>
                  <a:rect l="l" t="t" r="r" b="b"/>
                  <a:pathLst>
                    <a:path w="510"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5"/>
                <p:cNvSpPr/>
                <p:nvPr/>
              </p:nvSpPr>
              <p:spPr>
                <a:xfrm>
                  <a:off x="4303095" y="3575144"/>
                  <a:ext cx="326490" cy="118566"/>
                </a:xfrm>
                <a:custGeom>
                  <a:avLst/>
                  <a:gdLst/>
                  <a:ahLst/>
                  <a:cxnLst/>
                  <a:rect l="l" t="t" r="r" b="b"/>
                  <a:pathLst>
                    <a:path w="1129" h="410" extrusionOk="0">
                      <a:moveTo>
                        <a:pt x="1" y="1"/>
                      </a:moveTo>
                      <a:lnTo>
                        <a:pt x="1" y="410"/>
                      </a:lnTo>
                      <a:lnTo>
                        <a:pt x="1129" y="410"/>
                      </a:lnTo>
                      <a:lnTo>
                        <a:pt x="1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5"/>
                <p:cNvSpPr/>
                <p:nvPr/>
              </p:nvSpPr>
              <p:spPr>
                <a:xfrm>
                  <a:off x="4603848"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5"/>
                <p:cNvSpPr/>
                <p:nvPr/>
              </p:nvSpPr>
              <p:spPr>
                <a:xfrm>
                  <a:off x="4277646"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5"/>
                <p:cNvSpPr/>
                <p:nvPr/>
              </p:nvSpPr>
              <p:spPr>
                <a:xfrm>
                  <a:off x="4389561" y="3616787"/>
                  <a:ext cx="64199" cy="35570"/>
                </a:xfrm>
                <a:custGeom>
                  <a:avLst/>
                  <a:gdLst/>
                  <a:ahLst/>
                  <a:cxnLst/>
                  <a:rect l="l" t="t" r="r" b="b"/>
                  <a:pathLst>
                    <a:path w="222" h="123" extrusionOk="0">
                      <a:moveTo>
                        <a:pt x="0" y="0"/>
                      </a:moveTo>
                      <a:lnTo>
                        <a:pt x="0" y="122"/>
                      </a:lnTo>
                      <a:lnTo>
                        <a:pt x="221" y="122"/>
                      </a:lnTo>
                      <a:lnTo>
                        <a:pt x="2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5"/>
                <p:cNvSpPr/>
                <p:nvPr/>
              </p:nvSpPr>
              <p:spPr>
                <a:xfrm>
                  <a:off x="4453471" y="3616787"/>
                  <a:ext cx="67380" cy="35570"/>
                </a:xfrm>
                <a:custGeom>
                  <a:avLst/>
                  <a:gdLst/>
                  <a:ahLst/>
                  <a:cxnLst/>
                  <a:rect l="l" t="t" r="r" b="b"/>
                  <a:pathLst>
                    <a:path w="233" h="123" extrusionOk="0">
                      <a:moveTo>
                        <a:pt x="0" y="0"/>
                      </a:moveTo>
                      <a:lnTo>
                        <a:pt x="0"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5"/>
                <p:cNvSpPr/>
                <p:nvPr/>
              </p:nvSpPr>
              <p:spPr>
                <a:xfrm>
                  <a:off x="4373656" y="3616787"/>
                  <a:ext cx="147195" cy="51475"/>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25"/>
              <p:cNvGrpSpPr/>
              <p:nvPr/>
            </p:nvGrpSpPr>
            <p:grpSpPr>
              <a:xfrm>
                <a:off x="3779103" y="810636"/>
                <a:ext cx="4281911" cy="1365808"/>
                <a:chOff x="4284336" y="2590450"/>
                <a:chExt cx="3552274" cy="1133075"/>
              </a:xfrm>
            </p:grpSpPr>
            <p:sp>
              <p:nvSpPr>
                <p:cNvPr id="684" name="Google Shape;684;p25"/>
                <p:cNvSpPr/>
                <p:nvPr/>
              </p:nvSpPr>
              <p:spPr>
                <a:xfrm flipH="1">
                  <a:off x="7791268" y="2741591"/>
                  <a:ext cx="45342" cy="819995"/>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5"/>
                <p:cNvSpPr/>
                <p:nvPr/>
              </p:nvSpPr>
              <p:spPr>
                <a:xfrm flipH="1">
                  <a:off x="4300170" y="3611729"/>
                  <a:ext cx="3016326" cy="111796"/>
                </a:xfrm>
                <a:custGeom>
                  <a:avLst/>
                  <a:gdLst/>
                  <a:ahLst/>
                  <a:cxnLst/>
                  <a:rect l="l" t="t" r="r" b="b"/>
                  <a:pathLst>
                    <a:path w="12573" h="466" extrusionOk="0">
                      <a:moveTo>
                        <a:pt x="0" y="1"/>
                      </a:moveTo>
                      <a:cubicBezTo>
                        <a:pt x="122" y="277"/>
                        <a:pt x="398" y="454"/>
                        <a:pt x="708" y="465"/>
                      </a:cubicBezTo>
                      <a:lnTo>
                        <a:pt x="11865" y="465"/>
                      </a:lnTo>
                      <a:cubicBezTo>
                        <a:pt x="12175" y="465"/>
                        <a:pt x="12451" y="277"/>
                        <a:pt x="12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5"/>
                <p:cNvSpPr/>
                <p:nvPr/>
              </p:nvSpPr>
              <p:spPr>
                <a:xfrm flipH="1">
                  <a:off x="4284336" y="2590450"/>
                  <a:ext cx="3013687" cy="1021515"/>
                </a:xfrm>
                <a:custGeom>
                  <a:avLst/>
                  <a:gdLst/>
                  <a:ahLst/>
                  <a:cxnLst/>
                  <a:rect l="l" t="t" r="r" b="b"/>
                  <a:pathLst>
                    <a:path w="12562" h="4258" extrusionOk="0">
                      <a:moveTo>
                        <a:pt x="631" y="1"/>
                      </a:moveTo>
                      <a:cubicBezTo>
                        <a:pt x="377" y="1"/>
                        <a:pt x="144" y="122"/>
                        <a:pt x="1" y="332"/>
                      </a:cubicBezTo>
                      <a:lnTo>
                        <a:pt x="8625" y="332"/>
                      </a:lnTo>
                      <a:cubicBezTo>
                        <a:pt x="10616" y="332"/>
                        <a:pt x="12230" y="1947"/>
                        <a:pt x="12230" y="3948"/>
                      </a:cubicBezTo>
                      <a:cubicBezTo>
                        <a:pt x="12230" y="4059"/>
                        <a:pt x="12186" y="4169"/>
                        <a:pt x="12109" y="4258"/>
                      </a:cubicBezTo>
                      <a:lnTo>
                        <a:pt x="12496" y="4258"/>
                      </a:lnTo>
                      <a:cubicBezTo>
                        <a:pt x="12540" y="4158"/>
                        <a:pt x="12562" y="4048"/>
                        <a:pt x="12562" y="3948"/>
                      </a:cubicBezTo>
                      <a:cubicBezTo>
                        <a:pt x="12562" y="1770"/>
                        <a:pt x="1079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5"/>
                <p:cNvSpPr/>
                <p:nvPr/>
              </p:nvSpPr>
              <p:spPr>
                <a:xfrm flipH="1">
                  <a:off x="4393013" y="3150150"/>
                  <a:ext cx="2939556" cy="461817"/>
                </a:xfrm>
                <a:custGeom>
                  <a:avLst/>
                  <a:gdLst/>
                  <a:ahLst/>
                  <a:cxnLst/>
                  <a:rect l="l" t="t" r="r" b="b"/>
                  <a:pathLst>
                    <a:path w="12253" h="1925" extrusionOk="0">
                      <a:moveTo>
                        <a:pt x="1" y="1"/>
                      </a:moveTo>
                      <a:lnTo>
                        <a:pt x="1" y="1615"/>
                      </a:lnTo>
                      <a:cubicBezTo>
                        <a:pt x="1" y="1715"/>
                        <a:pt x="23" y="1825"/>
                        <a:pt x="67" y="1925"/>
                      </a:cubicBezTo>
                      <a:lnTo>
                        <a:pt x="12253" y="1925"/>
                      </a:lnTo>
                      <a:cubicBezTo>
                        <a:pt x="11545" y="730"/>
                        <a:pt x="10251" y="1"/>
                        <a:pt x="8869" y="1"/>
                      </a:cubicBezTo>
                      <a:close/>
                    </a:path>
                  </a:pathLst>
                </a:custGeom>
                <a:solidFill>
                  <a:srgbClr val="F0F0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5"/>
                <p:cNvSpPr/>
                <p:nvPr/>
              </p:nvSpPr>
              <p:spPr>
                <a:xfrm flipH="1">
                  <a:off x="4361106" y="2670099"/>
                  <a:ext cx="2971463" cy="941867"/>
                </a:xfrm>
                <a:custGeom>
                  <a:avLst/>
                  <a:gdLst/>
                  <a:ahLst/>
                  <a:cxnLst/>
                  <a:rect l="l" t="t" r="r" b="b"/>
                  <a:pathLst>
                    <a:path w="12386" h="3926" extrusionOk="0">
                      <a:moveTo>
                        <a:pt x="145" y="0"/>
                      </a:moveTo>
                      <a:cubicBezTo>
                        <a:pt x="45" y="133"/>
                        <a:pt x="1" y="288"/>
                        <a:pt x="1" y="443"/>
                      </a:cubicBezTo>
                      <a:lnTo>
                        <a:pt x="1" y="2002"/>
                      </a:lnTo>
                      <a:lnTo>
                        <a:pt x="321" y="2002"/>
                      </a:lnTo>
                      <a:lnTo>
                        <a:pt x="10295" y="3926"/>
                      </a:lnTo>
                      <a:lnTo>
                        <a:pt x="12253" y="3926"/>
                      </a:lnTo>
                      <a:cubicBezTo>
                        <a:pt x="12341" y="3837"/>
                        <a:pt x="12385" y="3727"/>
                        <a:pt x="12374" y="3616"/>
                      </a:cubicBezTo>
                      <a:cubicBezTo>
                        <a:pt x="12374" y="1615"/>
                        <a:pt x="10760" y="0"/>
                        <a:pt x="87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5"/>
                <p:cNvSpPr/>
                <p:nvPr/>
              </p:nvSpPr>
              <p:spPr>
                <a:xfrm flipH="1">
                  <a:off x="4393013" y="2670099"/>
                  <a:ext cx="2968584" cy="941867"/>
                </a:xfrm>
                <a:custGeom>
                  <a:avLst/>
                  <a:gdLst/>
                  <a:ahLst/>
                  <a:cxnLst/>
                  <a:rect l="l" t="t" r="r" b="b"/>
                  <a:pathLst>
                    <a:path w="12374" h="3926" extrusionOk="0">
                      <a:moveTo>
                        <a:pt x="133" y="0"/>
                      </a:moveTo>
                      <a:cubicBezTo>
                        <a:pt x="44" y="133"/>
                        <a:pt x="0" y="288"/>
                        <a:pt x="0" y="443"/>
                      </a:cubicBezTo>
                      <a:lnTo>
                        <a:pt x="0" y="2002"/>
                      </a:lnTo>
                      <a:lnTo>
                        <a:pt x="321" y="2002"/>
                      </a:lnTo>
                      <a:lnTo>
                        <a:pt x="10416" y="3926"/>
                      </a:lnTo>
                      <a:lnTo>
                        <a:pt x="12252" y="3926"/>
                      </a:lnTo>
                      <a:cubicBezTo>
                        <a:pt x="12329" y="3837"/>
                        <a:pt x="12374" y="3727"/>
                        <a:pt x="12374" y="3616"/>
                      </a:cubicBezTo>
                      <a:cubicBezTo>
                        <a:pt x="12374" y="1615"/>
                        <a:pt x="10759" y="0"/>
                        <a:pt x="87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5"/>
                <p:cNvSpPr/>
                <p:nvPr/>
              </p:nvSpPr>
              <p:spPr>
                <a:xfrm flipH="1">
                  <a:off x="4300169" y="3484339"/>
                  <a:ext cx="501641" cy="127629"/>
                </a:xfrm>
                <a:custGeom>
                  <a:avLst/>
                  <a:gdLst/>
                  <a:ahLst/>
                  <a:cxnLst/>
                  <a:rect l="l" t="t" r="r" b="b"/>
                  <a:pathLst>
                    <a:path w="2091" h="532" extrusionOk="0">
                      <a:moveTo>
                        <a:pt x="1" y="1"/>
                      </a:moveTo>
                      <a:lnTo>
                        <a:pt x="1" y="532"/>
                      </a:lnTo>
                      <a:lnTo>
                        <a:pt x="2091" y="532"/>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5"/>
                <p:cNvSpPr/>
                <p:nvPr/>
              </p:nvSpPr>
              <p:spPr>
                <a:xfrm flipH="1">
                  <a:off x="4822682" y="2632913"/>
                  <a:ext cx="504280" cy="124991"/>
                </a:xfrm>
                <a:custGeom>
                  <a:avLst/>
                  <a:gdLst/>
                  <a:ahLst/>
                  <a:cxnLst/>
                  <a:rect l="l" t="t" r="r" b="b"/>
                  <a:pathLst>
                    <a:path w="2102" h="521" extrusionOk="0">
                      <a:moveTo>
                        <a:pt x="0" y="0"/>
                      </a:moveTo>
                      <a:lnTo>
                        <a:pt x="0" y="520"/>
                      </a:lnTo>
                      <a:lnTo>
                        <a:pt x="2101" y="520"/>
                      </a:lnTo>
                      <a:lnTo>
                        <a:pt x="11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5"/>
                <p:cNvSpPr/>
                <p:nvPr/>
              </p:nvSpPr>
              <p:spPr>
                <a:xfrm flipH="1">
                  <a:off x="4676821" y="2590450"/>
                  <a:ext cx="3013687" cy="1021515"/>
                </a:xfrm>
                <a:custGeom>
                  <a:avLst/>
                  <a:gdLst/>
                  <a:ahLst/>
                  <a:cxnLst/>
                  <a:rect l="l" t="t" r="r" b="b"/>
                  <a:pathLst>
                    <a:path w="12562" h="4258" extrusionOk="0">
                      <a:moveTo>
                        <a:pt x="630" y="1"/>
                      </a:moveTo>
                      <a:cubicBezTo>
                        <a:pt x="376" y="1"/>
                        <a:pt x="144" y="122"/>
                        <a:pt x="0" y="332"/>
                      </a:cubicBezTo>
                      <a:lnTo>
                        <a:pt x="8625" y="332"/>
                      </a:lnTo>
                      <a:cubicBezTo>
                        <a:pt x="10615" y="332"/>
                        <a:pt x="12230" y="1947"/>
                        <a:pt x="12230" y="3948"/>
                      </a:cubicBezTo>
                      <a:cubicBezTo>
                        <a:pt x="12230" y="4059"/>
                        <a:pt x="12185" y="4169"/>
                        <a:pt x="12108" y="4258"/>
                      </a:cubicBezTo>
                      <a:lnTo>
                        <a:pt x="12495" y="4258"/>
                      </a:lnTo>
                      <a:cubicBezTo>
                        <a:pt x="12539" y="4158"/>
                        <a:pt x="12561" y="4048"/>
                        <a:pt x="12561" y="3948"/>
                      </a:cubicBezTo>
                      <a:cubicBezTo>
                        <a:pt x="12561" y="1770"/>
                        <a:pt x="1080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5"/>
                <p:cNvSpPr/>
                <p:nvPr/>
              </p:nvSpPr>
              <p:spPr>
                <a:xfrm flipH="1">
                  <a:off x="4769664" y="3611729"/>
                  <a:ext cx="3016565" cy="111796"/>
                </a:xfrm>
                <a:custGeom>
                  <a:avLst/>
                  <a:gdLst/>
                  <a:ahLst/>
                  <a:cxnLst/>
                  <a:rect l="l" t="t" r="r" b="b"/>
                  <a:pathLst>
                    <a:path w="12574" h="466" extrusionOk="0">
                      <a:moveTo>
                        <a:pt x="1" y="1"/>
                      </a:moveTo>
                      <a:cubicBezTo>
                        <a:pt x="123" y="277"/>
                        <a:pt x="399" y="454"/>
                        <a:pt x="709" y="465"/>
                      </a:cubicBezTo>
                      <a:lnTo>
                        <a:pt x="11866" y="465"/>
                      </a:lnTo>
                      <a:cubicBezTo>
                        <a:pt x="12175" y="465"/>
                        <a:pt x="12452" y="277"/>
                        <a:pt x="12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5"/>
                <p:cNvSpPr/>
                <p:nvPr/>
              </p:nvSpPr>
              <p:spPr>
                <a:xfrm flipH="1">
                  <a:off x="4753831" y="2590450"/>
                  <a:ext cx="3013687" cy="1021515"/>
                </a:xfrm>
                <a:custGeom>
                  <a:avLst/>
                  <a:gdLst/>
                  <a:ahLst/>
                  <a:cxnLst/>
                  <a:rect l="l" t="t" r="r" b="b"/>
                  <a:pathLst>
                    <a:path w="12562" h="4258" extrusionOk="0">
                      <a:moveTo>
                        <a:pt x="631" y="1"/>
                      </a:moveTo>
                      <a:cubicBezTo>
                        <a:pt x="376" y="1"/>
                        <a:pt x="144" y="122"/>
                        <a:pt x="0" y="332"/>
                      </a:cubicBezTo>
                      <a:lnTo>
                        <a:pt x="8625" y="332"/>
                      </a:lnTo>
                      <a:cubicBezTo>
                        <a:pt x="10616" y="332"/>
                        <a:pt x="12230" y="1947"/>
                        <a:pt x="12230" y="3948"/>
                      </a:cubicBezTo>
                      <a:cubicBezTo>
                        <a:pt x="12230" y="4059"/>
                        <a:pt x="12186" y="4169"/>
                        <a:pt x="12108" y="4258"/>
                      </a:cubicBezTo>
                      <a:lnTo>
                        <a:pt x="12495" y="4258"/>
                      </a:lnTo>
                      <a:cubicBezTo>
                        <a:pt x="12540" y="4158"/>
                        <a:pt x="12562" y="4048"/>
                        <a:pt x="12562" y="3948"/>
                      </a:cubicBezTo>
                      <a:cubicBezTo>
                        <a:pt x="12562" y="1770"/>
                        <a:pt x="10793" y="1"/>
                        <a:pt x="86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5"/>
                <p:cNvSpPr/>
                <p:nvPr/>
              </p:nvSpPr>
              <p:spPr>
                <a:xfrm flipH="1">
                  <a:off x="4862508" y="3150150"/>
                  <a:ext cx="2939556" cy="461817"/>
                </a:xfrm>
                <a:custGeom>
                  <a:avLst/>
                  <a:gdLst/>
                  <a:ahLst/>
                  <a:cxnLst/>
                  <a:rect l="l" t="t" r="r" b="b"/>
                  <a:pathLst>
                    <a:path w="12253" h="1925" extrusionOk="0">
                      <a:moveTo>
                        <a:pt x="1" y="1"/>
                      </a:move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5"/>
                <p:cNvSpPr/>
                <p:nvPr/>
              </p:nvSpPr>
              <p:spPr>
                <a:xfrm flipH="1">
                  <a:off x="4833239" y="2670099"/>
                  <a:ext cx="2968824" cy="941867"/>
                </a:xfrm>
                <a:custGeom>
                  <a:avLst/>
                  <a:gdLst/>
                  <a:ahLst/>
                  <a:cxnLst/>
                  <a:rect l="l" t="t" r="r" b="b"/>
                  <a:pathLst>
                    <a:path w="12375" h="3926" extrusionOk="0">
                      <a:moveTo>
                        <a:pt x="144" y="0"/>
                      </a:moveTo>
                      <a:cubicBezTo>
                        <a:pt x="45" y="133"/>
                        <a:pt x="1" y="288"/>
                        <a:pt x="1" y="443"/>
                      </a:cubicBezTo>
                      <a:lnTo>
                        <a:pt x="1" y="2002"/>
                      </a:lnTo>
                      <a:lnTo>
                        <a:pt x="8869" y="2002"/>
                      </a:lnTo>
                      <a:cubicBezTo>
                        <a:pt x="10251" y="2002"/>
                        <a:pt x="11534" y="2731"/>
                        <a:pt x="12252" y="3926"/>
                      </a:cubicBezTo>
                      <a:cubicBezTo>
                        <a:pt x="12330" y="3837"/>
                        <a:pt x="12374" y="3727"/>
                        <a:pt x="12374" y="3616"/>
                      </a:cubicBezTo>
                      <a:cubicBezTo>
                        <a:pt x="12374" y="1615"/>
                        <a:pt x="10760" y="0"/>
                        <a:pt x="8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5"/>
                <p:cNvSpPr/>
                <p:nvPr/>
              </p:nvSpPr>
              <p:spPr>
                <a:xfrm flipH="1">
                  <a:off x="4862508" y="3150150"/>
                  <a:ext cx="2939556" cy="461817"/>
                </a:xfrm>
                <a:custGeom>
                  <a:avLst/>
                  <a:gdLst/>
                  <a:ahLst/>
                  <a:cxnLst/>
                  <a:rect l="l" t="t" r="r" b="b"/>
                  <a:pathLst>
                    <a:path w="12253" h="1925" extrusionOk="0">
                      <a:moveTo>
                        <a:pt x="1" y="1"/>
                      </a:moveTo>
                      <a:lnTo>
                        <a:pt x="1" y="332"/>
                      </a:lnTo>
                      <a:lnTo>
                        <a:pt x="8869" y="332"/>
                      </a:lnTo>
                      <a:cubicBezTo>
                        <a:pt x="9919" y="332"/>
                        <a:pt x="10925" y="786"/>
                        <a:pt x="11611" y="1593"/>
                      </a:cubicBezTo>
                      <a:lnTo>
                        <a:pt x="1" y="1593"/>
                      </a:ln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5"/>
                <p:cNvSpPr/>
                <p:nvPr/>
              </p:nvSpPr>
              <p:spPr>
                <a:xfrm flipH="1">
                  <a:off x="5016287" y="3229799"/>
                  <a:ext cx="2785777" cy="302520"/>
                </a:xfrm>
                <a:custGeom>
                  <a:avLst/>
                  <a:gdLst/>
                  <a:ahLst/>
                  <a:cxnLst/>
                  <a:rect l="l" t="t" r="r" b="b"/>
                  <a:pathLst>
                    <a:path w="11612" h="1261" extrusionOk="0">
                      <a:moveTo>
                        <a:pt x="1" y="0"/>
                      </a:moveTo>
                      <a:lnTo>
                        <a:pt x="1" y="332"/>
                      </a:lnTo>
                      <a:lnTo>
                        <a:pt x="8869" y="332"/>
                      </a:lnTo>
                      <a:cubicBezTo>
                        <a:pt x="8885" y="332"/>
                        <a:pt x="8902" y="332"/>
                        <a:pt x="8918" y="332"/>
                      </a:cubicBezTo>
                      <a:cubicBezTo>
                        <a:pt x="9586" y="332"/>
                        <a:pt x="10231" y="551"/>
                        <a:pt x="10782" y="929"/>
                      </a:cubicBezTo>
                      <a:lnTo>
                        <a:pt x="10782" y="940"/>
                      </a:lnTo>
                      <a:lnTo>
                        <a:pt x="1" y="940"/>
                      </a:lnTo>
                      <a:lnTo>
                        <a:pt x="1" y="1261"/>
                      </a:lnTo>
                      <a:lnTo>
                        <a:pt x="11611" y="1261"/>
                      </a:lnTo>
                      <a:cubicBezTo>
                        <a:pt x="10925" y="454"/>
                        <a:pt x="9919" y="0"/>
                        <a:pt x="8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5"/>
                <p:cNvSpPr/>
                <p:nvPr/>
              </p:nvSpPr>
              <p:spPr>
                <a:xfrm flipH="1">
                  <a:off x="4968545" y="2781415"/>
                  <a:ext cx="626392" cy="538827"/>
                </a:xfrm>
                <a:custGeom>
                  <a:avLst/>
                  <a:gdLst/>
                  <a:ahLst/>
                  <a:cxnLst/>
                  <a:rect l="l" t="t" r="r" b="b"/>
                  <a:pathLst>
                    <a:path w="2611" h="2246" extrusionOk="0">
                      <a:moveTo>
                        <a:pt x="1" y="1"/>
                      </a:moveTo>
                      <a:lnTo>
                        <a:pt x="1" y="12"/>
                      </a:lnTo>
                      <a:cubicBezTo>
                        <a:pt x="1173" y="200"/>
                        <a:pt x="2135" y="1029"/>
                        <a:pt x="2511" y="2157"/>
                      </a:cubicBezTo>
                      <a:lnTo>
                        <a:pt x="2610" y="2245"/>
                      </a:lnTo>
                      <a:cubicBezTo>
                        <a:pt x="2599" y="2212"/>
                        <a:pt x="2588" y="2190"/>
                        <a:pt x="2588" y="2168"/>
                      </a:cubicBezTo>
                      <a:cubicBezTo>
                        <a:pt x="2212" y="1029"/>
                        <a:pt x="1239" y="200"/>
                        <a:pt x="56" y="12"/>
                      </a:cubicBez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5"/>
                <p:cNvSpPr/>
                <p:nvPr/>
              </p:nvSpPr>
              <p:spPr>
                <a:xfrm flipH="1">
                  <a:off x="4992535" y="2784054"/>
                  <a:ext cx="602401" cy="514836"/>
                </a:xfrm>
                <a:custGeom>
                  <a:avLst/>
                  <a:gdLst/>
                  <a:ahLst/>
                  <a:cxnLst/>
                  <a:rect l="l" t="t" r="r" b="b"/>
                  <a:pathLst>
                    <a:path w="2511" h="2146" extrusionOk="0">
                      <a:moveTo>
                        <a:pt x="1" y="1"/>
                      </a:moveTo>
                      <a:lnTo>
                        <a:pt x="1" y="1106"/>
                      </a:lnTo>
                      <a:cubicBezTo>
                        <a:pt x="929" y="1184"/>
                        <a:pt x="1803" y="1549"/>
                        <a:pt x="2511" y="2146"/>
                      </a:cubicBezTo>
                      <a:lnTo>
                        <a:pt x="2488" y="2091"/>
                      </a:lnTo>
                      <a:cubicBezTo>
                        <a:pt x="1792" y="1527"/>
                        <a:pt x="940" y="1184"/>
                        <a:pt x="45" y="1106"/>
                      </a:cubicBezTo>
                      <a:lnTo>
                        <a:pt x="45" y="1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5"/>
                <p:cNvSpPr/>
                <p:nvPr/>
              </p:nvSpPr>
              <p:spPr>
                <a:xfrm flipH="1">
                  <a:off x="4997813" y="2786693"/>
                  <a:ext cx="586568" cy="499002"/>
                </a:xfrm>
                <a:custGeom>
                  <a:avLst/>
                  <a:gdLst/>
                  <a:ahLst/>
                  <a:cxnLst/>
                  <a:rect l="l" t="t" r="r" b="b"/>
                  <a:pathLst>
                    <a:path w="2445" h="2080" extrusionOk="0">
                      <a:moveTo>
                        <a:pt x="1" y="1"/>
                      </a:moveTo>
                      <a:lnTo>
                        <a:pt x="1" y="1095"/>
                      </a:lnTo>
                      <a:cubicBezTo>
                        <a:pt x="896" y="1173"/>
                        <a:pt x="1748" y="1516"/>
                        <a:pt x="2444" y="2080"/>
                      </a:cubicBezTo>
                      <a:cubicBezTo>
                        <a:pt x="2069" y="996"/>
                        <a:pt x="1129" y="21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5"/>
                <p:cNvSpPr/>
                <p:nvPr/>
              </p:nvSpPr>
              <p:spPr>
                <a:xfrm flipH="1">
                  <a:off x="7016614" y="2670099"/>
                  <a:ext cx="268214" cy="862219"/>
                </a:xfrm>
                <a:custGeom>
                  <a:avLst/>
                  <a:gdLst/>
                  <a:ahLst/>
                  <a:cxnLst/>
                  <a:rect l="l" t="t" r="r" b="b"/>
                  <a:pathLst>
                    <a:path w="1118" h="3594" extrusionOk="0">
                      <a:moveTo>
                        <a:pt x="1" y="0"/>
                      </a:moveTo>
                      <a:lnTo>
                        <a:pt x="1" y="3594"/>
                      </a:lnTo>
                      <a:lnTo>
                        <a:pt x="1118" y="3594"/>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5"/>
                <p:cNvSpPr/>
                <p:nvPr/>
              </p:nvSpPr>
              <p:spPr>
                <a:xfrm flipH="1">
                  <a:off x="7016614"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5"/>
                <p:cNvSpPr/>
                <p:nvPr/>
              </p:nvSpPr>
              <p:spPr>
                <a:xfrm flipH="1">
                  <a:off x="7284588"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5"/>
                <p:cNvSpPr/>
                <p:nvPr/>
              </p:nvSpPr>
              <p:spPr>
                <a:xfrm flipH="1">
                  <a:off x="6470111" y="2670099"/>
                  <a:ext cx="270853" cy="862219"/>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5"/>
                <p:cNvSpPr/>
                <p:nvPr/>
              </p:nvSpPr>
              <p:spPr>
                <a:xfrm flipH="1">
                  <a:off x="6470110"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5"/>
                <p:cNvSpPr/>
                <p:nvPr/>
              </p:nvSpPr>
              <p:spPr>
                <a:xfrm flipH="1">
                  <a:off x="6740723"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5"/>
                <p:cNvSpPr/>
                <p:nvPr/>
              </p:nvSpPr>
              <p:spPr>
                <a:xfrm flipH="1">
                  <a:off x="5926246" y="2670099"/>
                  <a:ext cx="270853" cy="862219"/>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5"/>
                <p:cNvSpPr/>
                <p:nvPr/>
              </p:nvSpPr>
              <p:spPr>
                <a:xfrm flipH="1">
                  <a:off x="5926246"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5"/>
                <p:cNvSpPr/>
                <p:nvPr/>
              </p:nvSpPr>
              <p:spPr>
                <a:xfrm flipH="1">
                  <a:off x="6196859"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5"/>
                <p:cNvSpPr/>
                <p:nvPr/>
              </p:nvSpPr>
              <p:spPr>
                <a:xfrm flipH="1">
                  <a:off x="7472914" y="2781415"/>
                  <a:ext cx="29268" cy="268214"/>
                </a:xfrm>
                <a:custGeom>
                  <a:avLst/>
                  <a:gdLst/>
                  <a:ahLst/>
                  <a:cxnLst/>
                  <a:rect l="l" t="t" r="r" b="b"/>
                  <a:pathLst>
                    <a:path w="122" h="1118" extrusionOk="0">
                      <a:moveTo>
                        <a:pt x="89" y="1"/>
                      </a:moveTo>
                      <a:cubicBezTo>
                        <a:pt x="33" y="1"/>
                        <a:pt x="0" y="34"/>
                        <a:pt x="0" y="89"/>
                      </a:cubicBezTo>
                      <a:lnTo>
                        <a:pt x="0" y="1040"/>
                      </a:lnTo>
                      <a:cubicBezTo>
                        <a:pt x="0" y="1084"/>
                        <a:pt x="33" y="1117"/>
                        <a:pt x="89" y="1117"/>
                      </a:cubicBezTo>
                      <a:lnTo>
                        <a:pt x="122" y="1117"/>
                      </a:lnTo>
                      <a:cubicBezTo>
                        <a:pt x="78" y="1117"/>
                        <a:pt x="33" y="1084"/>
                        <a:pt x="33" y="1040"/>
                      </a:cubicBezTo>
                      <a:lnTo>
                        <a:pt x="33" y="89"/>
                      </a:lnTo>
                      <a:cubicBezTo>
                        <a:pt x="33"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5"/>
                <p:cNvSpPr/>
                <p:nvPr/>
              </p:nvSpPr>
              <p:spPr>
                <a:xfrm flipH="1">
                  <a:off x="7363997" y="2781415"/>
                  <a:ext cx="29508" cy="268214"/>
                </a:xfrm>
                <a:custGeom>
                  <a:avLst/>
                  <a:gdLst/>
                  <a:ahLst/>
                  <a:cxnLst/>
                  <a:rect l="l" t="t" r="r" b="b"/>
                  <a:pathLst>
                    <a:path w="123" h="1118" extrusionOk="0">
                      <a:moveTo>
                        <a:pt x="0" y="1"/>
                      </a:moveTo>
                      <a:cubicBezTo>
                        <a:pt x="45" y="1"/>
                        <a:pt x="78" y="34"/>
                        <a:pt x="78" y="89"/>
                      </a:cubicBezTo>
                      <a:lnTo>
                        <a:pt x="78" y="1040"/>
                      </a:lnTo>
                      <a:cubicBezTo>
                        <a:pt x="78" y="1084"/>
                        <a:pt x="45" y="1117"/>
                        <a:pt x="0" y="1117"/>
                      </a:cubicBezTo>
                      <a:lnTo>
                        <a:pt x="34" y="1117"/>
                      </a:lnTo>
                      <a:cubicBezTo>
                        <a:pt x="78" y="1117"/>
                        <a:pt x="122" y="1084"/>
                        <a:pt x="122" y="1040"/>
                      </a:cubicBezTo>
                      <a:lnTo>
                        <a:pt x="122"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5"/>
                <p:cNvSpPr/>
                <p:nvPr/>
              </p:nvSpPr>
              <p:spPr>
                <a:xfrm flipH="1">
                  <a:off x="7374793" y="2781415"/>
                  <a:ext cx="119473" cy="268214"/>
                </a:xfrm>
                <a:custGeom>
                  <a:avLst/>
                  <a:gdLst/>
                  <a:ahLst/>
                  <a:cxnLst/>
                  <a:rect l="l" t="t" r="r" b="b"/>
                  <a:pathLst>
                    <a:path w="498" h="1118" extrusionOk="0">
                      <a:moveTo>
                        <a:pt x="89" y="1"/>
                      </a:moveTo>
                      <a:cubicBezTo>
                        <a:pt x="45" y="1"/>
                        <a:pt x="0" y="34"/>
                        <a:pt x="0" y="78"/>
                      </a:cubicBezTo>
                      <a:lnTo>
                        <a:pt x="0" y="1040"/>
                      </a:lnTo>
                      <a:cubicBezTo>
                        <a:pt x="0" y="1084"/>
                        <a:pt x="45"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5"/>
                <p:cNvSpPr/>
                <p:nvPr/>
              </p:nvSpPr>
              <p:spPr>
                <a:xfrm flipH="1">
                  <a:off x="7202301" y="2781415"/>
                  <a:ext cx="26629" cy="268214"/>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5"/>
                <p:cNvSpPr/>
                <p:nvPr/>
              </p:nvSpPr>
              <p:spPr>
                <a:xfrm flipH="1">
                  <a:off x="7093624" y="2781415"/>
                  <a:ext cx="26629" cy="268214"/>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5"/>
                <p:cNvSpPr/>
                <p:nvPr/>
              </p:nvSpPr>
              <p:spPr>
                <a:xfrm flipH="1">
                  <a:off x="7101541"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5"/>
                <p:cNvSpPr/>
                <p:nvPr/>
              </p:nvSpPr>
              <p:spPr>
                <a:xfrm flipH="1">
                  <a:off x="6929049" y="2781415"/>
                  <a:ext cx="29508" cy="268214"/>
                </a:xfrm>
                <a:custGeom>
                  <a:avLst/>
                  <a:gdLst/>
                  <a:ahLst/>
                  <a:cxnLst/>
                  <a:rect l="l" t="t" r="r" b="b"/>
                  <a:pathLst>
                    <a:path w="123" h="1118" extrusionOk="0">
                      <a:moveTo>
                        <a:pt x="89" y="1"/>
                      </a:moveTo>
                      <a:cubicBezTo>
                        <a:pt x="45" y="1"/>
                        <a:pt x="1" y="34"/>
                        <a:pt x="12" y="89"/>
                      </a:cubicBezTo>
                      <a:lnTo>
                        <a:pt x="12" y="1040"/>
                      </a:lnTo>
                      <a:cubicBezTo>
                        <a:pt x="1" y="1084"/>
                        <a:pt x="45" y="1117"/>
                        <a:pt x="89" y="1117"/>
                      </a:cubicBezTo>
                      <a:lnTo>
                        <a:pt x="123" y="1117"/>
                      </a:lnTo>
                      <a:cubicBezTo>
                        <a:pt x="78" y="1117"/>
                        <a:pt x="45" y="1084"/>
                        <a:pt x="45" y="1040"/>
                      </a:cubicBezTo>
                      <a:lnTo>
                        <a:pt x="45" y="89"/>
                      </a:lnTo>
                      <a:cubicBezTo>
                        <a:pt x="45"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5"/>
                <p:cNvSpPr/>
                <p:nvPr/>
              </p:nvSpPr>
              <p:spPr>
                <a:xfrm flipH="1">
                  <a:off x="6820372" y="2781415"/>
                  <a:ext cx="29268" cy="268214"/>
                </a:xfrm>
                <a:custGeom>
                  <a:avLst/>
                  <a:gdLst/>
                  <a:ahLst/>
                  <a:cxnLst/>
                  <a:rect l="l" t="t" r="r" b="b"/>
                  <a:pathLst>
                    <a:path w="122" h="1118" extrusionOk="0">
                      <a:moveTo>
                        <a:pt x="0" y="1"/>
                      </a:moveTo>
                      <a:cubicBezTo>
                        <a:pt x="45" y="1"/>
                        <a:pt x="89" y="34"/>
                        <a:pt x="89" y="89"/>
                      </a:cubicBezTo>
                      <a:lnTo>
                        <a:pt x="89" y="1040"/>
                      </a:lnTo>
                      <a:cubicBezTo>
                        <a:pt x="89" y="1084"/>
                        <a:pt x="45" y="1117"/>
                        <a:pt x="0" y="1117"/>
                      </a:cubicBezTo>
                      <a:lnTo>
                        <a:pt x="45" y="1117"/>
                      </a:lnTo>
                      <a:cubicBezTo>
                        <a:pt x="89" y="1117"/>
                        <a:pt x="122" y="1084"/>
                        <a:pt x="122" y="1040"/>
                      </a:cubicBezTo>
                      <a:lnTo>
                        <a:pt x="122" y="89"/>
                      </a:lnTo>
                      <a:cubicBezTo>
                        <a:pt x="122" y="34"/>
                        <a:pt x="89" y="1"/>
                        <a:pt x="45" y="1"/>
                      </a:cubicBezTo>
                      <a:close/>
                    </a:path>
                  </a:pathLst>
                </a:custGeom>
                <a:solidFill>
                  <a:srgbClr val="5E8D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5"/>
                <p:cNvSpPr/>
                <p:nvPr/>
              </p:nvSpPr>
              <p:spPr>
                <a:xfrm flipH="1">
                  <a:off x="6828289"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09" y="1117"/>
                      </a:lnTo>
                      <a:cubicBezTo>
                        <a:pt x="454" y="1117"/>
                        <a:pt x="498" y="1084"/>
                        <a:pt x="498" y="1040"/>
                      </a:cubicBezTo>
                      <a:lnTo>
                        <a:pt x="498" y="78"/>
                      </a:lnTo>
                      <a:cubicBezTo>
                        <a:pt x="498" y="34"/>
                        <a:pt x="454" y="1"/>
                        <a:pt x="4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5"/>
                <p:cNvSpPr/>
                <p:nvPr/>
              </p:nvSpPr>
              <p:spPr>
                <a:xfrm flipH="1">
                  <a:off x="6655797"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5"/>
                <p:cNvSpPr/>
                <p:nvPr/>
              </p:nvSpPr>
              <p:spPr>
                <a:xfrm flipH="1">
                  <a:off x="6547120" y="2781415"/>
                  <a:ext cx="29268" cy="268214"/>
                </a:xfrm>
                <a:custGeom>
                  <a:avLst/>
                  <a:gdLst/>
                  <a:ahLst/>
                  <a:cxnLst/>
                  <a:rect l="l" t="t" r="r" b="b"/>
                  <a:pathLst>
                    <a:path w="122" h="1118" extrusionOk="0">
                      <a:moveTo>
                        <a:pt x="0" y="1"/>
                      </a:moveTo>
                      <a:cubicBezTo>
                        <a:pt x="44" y="1"/>
                        <a:pt x="78" y="34"/>
                        <a:pt x="78" y="89"/>
                      </a:cubicBezTo>
                      <a:lnTo>
                        <a:pt x="78" y="1040"/>
                      </a:lnTo>
                      <a:cubicBezTo>
                        <a:pt x="78"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5"/>
                <p:cNvSpPr/>
                <p:nvPr/>
              </p:nvSpPr>
              <p:spPr>
                <a:xfrm flipH="1">
                  <a:off x="6557676" y="2781415"/>
                  <a:ext cx="116834" cy="268214"/>
                </a:xfrm>
                <a:custGeom>
                  <a:avLst/>
                  <a:gdLst/>
                  <a:ahLst/>
                  <a:cxnLst/>
                  <a:rect l="l" t="t" r="r" b="b"/>
                  <a:pathLst>
                    <a:path w="487" h="1118" extrusionOk="0">
                      <a:moveTo>
                        <a:pt x="77" y="1"/>
                      </a:moveTo>
                      <a:cubicBezTo>
                        <a:pt x="33" y="1"/>
                        <a:pt x="0" y="34"/>
                        <a:pt x="0" y="78"/>
                      </a:cubicBezTo>
                      <a:lnTo>
                        <a:pt x="0" y="1040"/>
                      </a:lnTo>
                      <a:cubicBezTo>
                        <a:pt x="0" y="1084"/>
                        <a:pt x="33" y="1117"/>
                        <a:pt x="77" y="1117"/>
                      </a:cubicBezTo>
                      <a:lnTo>
                        <a:pt x="409" y="1117"/>
                      </a:lnTo>
                      <a:cubicBezTo>
                        <a:pt x="453" y="1117"/>
                        <a:pt x="487" y="1084"/>
                        <a:pt x="487" y="1040"/>
                      </a:cubicBezTo>
                      <a:lnTo>
                        <a:pt x="487" y="78"/>
                      </a:lnTo>
                      <a:cubicBezTo>
                        <a:pt x="487"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5"/>
                <p:cNvSpPr/>
                <p:nvPr/>
              </p:nvSpPr>
              <p:spPr>
                <a:xfrm flipH="1">
                  <a:off x="6382545" y="2781415"/>
                  <a:ext cx="29508" cy="268694"/>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4" y="1117"/>
                      </a:lnTo>
                      <a:cubicBezTo>
                        <a:pt x="61" y="1109"/>
                        <a:pt x="34" y="1075"/>
                        <a:pt x="34" y="1040"/>
                      </a:cubicBezTo>
                      <a:lnTo>
                        <a:pt x="34" y="89"/>
                      </a:lnTo>
                      <a:cubicBezTo>
                        <a:pt x="34" y="34"/>
                        <a:pt x="67" y="1"/>
                        <a:pt x="111" y="1"/>
                      </a:cubicBezTo>
                      <a:close/>
                      <a:moveTo>
                        <a:pt x="94" y="1117"/>
                      </a:moveTo>
                      <a:lnTo>
                        <a:pt x="94" y="1117"/>
                      </a:lnTo>
                      <a:cubicBezTo>
                        <a:pt x="99" y="1119"/>
                        <a:pt x="104" y="1119"/>
                        <a:pt x="108" y="1119"/>
                      </a:cubicBezTo>
                      <a:cubicBezTo>
                        <a:pt x="113" y="1119"/>
                        <a:pt x="118" y="1119"/>
                        <a:pt x="122"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5"/>
                <p:cNvSpPr/>
                <p:nvPr/>
              </p:nvSpPr>
              <p:spPr>
                <a:xfrm flipH="1">
                  <a:off x="6276507" y="2781415"/>
                  <a:ext cx="26629" cy="268214"/>
                </a:xfrm>
                <a:custGeom>
                  <a:avLst/>
                  <a:gdLst/>
                  <a:ahLst/>
                  <a:cxnLst/>
                  <a:rect l="l" t="t" r="r" b="b"/>
                  <a:pathLst>
                    <a:path w="111" h="1118" extrusionOk="0">
                      <a:moveTo>
                        <a:pt x="0" y="1"/>
                      </a:moveTo>
                      <a:cubicBezTo>
                        <a:pt x="44" y="1"/>
                        <a:pt x="78" y="34"/>
                        <a:pt x="78" y="89"/>
                      </a:cubicBezTo>
                      <a:lnTo>
                        <a:pt x="78" y="1040"/>
                      </a:lnTo>
                      <a:cubicBezTo>
                        <a:pt x="78" y="1084"/>
                        <a:pt x="44"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5"/>
                <p:cNvSpPr/>
                <p:nvPr/>
              </p:nvSpPr>
              <p:spPr>
                <a:xfrm flipH="1">
                  <a:off x="6284424"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21" y="1117"/>
                      </a:lnTo>
                      <a:cubicBezTo>
                        <a:pt x="465" y="1117"/>
                        <a:pt x="499" y="1084"/>
                        <a:pt x="499" y="1040"/>
                      </a:cubicBezTo>
                      <a:lnTo>
                        <a:pt x="499" y="78"/>
                      </a:lnTo>
                      <a:cubicBezTo>
                        <a:pt x="499"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5"/>
                <p:cNvSpPr/>
                <p:nvPr/>
              </p:nvSpPr>
              <p:spPr>
                <a:xfrm flipH="1">
                  <a:off x="6111932" y="2781415"/>
                  <a:ext cx="26869" cy="268214"/>
                </a:xfrm>
                <a:custGeom>
                  <a:avLst/>
                  <a:gdLst/>
                  <a:ahLst/>
                  <a:cxnLst/>
                  <a:rect l="l" t="t" r="r" b="b"/>
                  <a:pathLst>
                    <a:path w="112" h="1118" extrusionOk="0">
                      <a:moveTo>
                        <a:pt x="78" y="1"/>
                      </a:moveTo>
                      <a:cubicBezTo>
                        <a:pt x="34" y="1"/>
                        <a:pt x="1" y="34"/>
                        <a:pt x="1" y="89"/>
                      </a:cubicBezTo>
                      <a:lnTo>
                        <a:pt x="1" y="1040"/>
                      </a:lnTo>
                      <a:cubicBezTo>
                        <a:pt x="1" y="1084"/>
                        <a:pt x="34" y="1117"/>
                        <a:pt x="78" y="1117"/>
                      </a:cubicBezTo>
                      <a:lnTo>
                        <a:pt x="111" y="1117"/>
                      </a:lnTo>
                      <a:cubicBezTo>
                        <a:pt x="67" y="1117"/>
                        <a:pt x="34" y="1084"/>
                        <a:pt x="34" y="1040"/>
                      </a:cubicBezTo>
                      <a:lnTo>
                        <a:pt x="34" y="89"/>
                      </a:lnTo>
                      <a:cubicBezTo>
                        <a:pt x="34"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5"/>
                <p:cNvSpPr/>
                <p:nvPr/>
              </p:nvSpPr>
              <p:spPr>
                <a:xfrm flipH="1">
                  <a:off x="6003255" y="2781415"/>
                  <a:ext cx="29268" cy="268214"/>
                </a:xfrm>
                <a:custGeom>
                  <a:avLst/>
                  <a:gdLst/>
                  <a:ahLst/>
                  <a:cxnLst/>
                  <a:rect l="l" t="t" r="r" b="b"/>
                  <a:pathLst>
                    <a:path w="122" h="1118" extrusionOk="0">
                      <a:moveTo>
                        <a:pt x="0" y="1"/>
                      </a:moveTo>
                      <a:cubicBezTo>
                        <a:pt x="44" y="1"/>
                        <a:pt x="88" y="34"/>
                        <a:pt x="88" y="89"/>
                      </a:cubicBezTo>
                      <a:lnTo>
                        <a:pt x="88" y="1040"/>
                      </a:lnTo>
                      <a:cubicBezTo>
                        <a:pt x="88" y="1084"/>
                        <a:pt x="44" y="1117"/>
                        <a:pt x="0" y="1117"/>
                      </a:cubicBezTo>
                      <a:lnTo>
                        <a:pt x="44" y="1117"/>
                      </a:lnTo>
                      <a:cubicBezTo>
                        <a:pt x="88" y="1117"/>
                        <a:pt x="122" y="1084"/>
                        <a:pt x="122" y="1040"/>
                      </a:cubicBezTo>
                      <a:lnTo>
                        <a:pt x="122" y="89"/>
                      </a:lnTo>
                      <a:cubicBezTo>
                        <a:pt x="122" y="34"/>
                        <a:pt x="88"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5"/>
                <p:cNvSpPr/>
                <p:nvPr/>
              </p:nvSpPr>
              <p:spPr>
                <a:xfrm flipH="1">
                  <a:off x="6011172"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5"/>
                <p:cNvSpPr/>
                <p:nvPr/>
              </p:nvSpPr>
              <p:spPr>
                <a:xfrm flipH="1">
                  <a:off x="5838680"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5"/>
                <p:cNvSpPr/>
                <p:nvPr/>
              </p:nvSpPr>
              <p:spPr>
                <a:xfrm flipH="1">
                  <a:off x="5730003" y="2781415"/>
                  <a:ext cx="29508" cy="268214"/>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5"/>
                <p:cNvSpPr/>
                <p:nvPr/>
              </p:nvSpPr>
              <p:spPr>
                <a:xfrm flipH="1">
                  <a:off x="5740559" y="2781415"/>
                  <a:ext cx="119713" cy="268214"/>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5"/>
                <p:cNvSpPr/>
                <p:nvPr/>
              </p:nvSpPr>
              <p:spPr>
                <a:xfrm flipH="1">
                  <a:off x="7380071" y="3333198"/>
                  <a:ext cx="270853" cy="98361"/>
                </a:xfrm>
                <a:custGeom>
                  <a:avLst/>
                  <a:gdLst/>
                  <a:ahLst/>
                  <a:cxnLst/>
                  <a:rect l="l" t="t" r="r" b="b"/>
                  <a:pathLst>
                    <a:path w="1129" h="410" extrusionOk="0">
                      <a:moveTo>
                        <a:pt x="1" y="1"/>
                      </a:moveTo>
                      <a:lnTo>
                        <a:pt x="1" y="410"/>
                      </a:lnTo>
                      <a:lnTo>
                        <a:pt x="1129" y="410"/>
                      </a:lnTo>
                      <a:lnTo>
                        <a:pt x="1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5"/>
                <p:cNvSpPr/>
                <p:nvPr/>
              </p:nvSpPr>
              <p:spPr>
                <a:xfrm flipH="1">
                  <a:off x="7380071"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5"/>
                <p:cNvSpPr/>
                <p:nvPr/>
              </p:nvSpPr>
              <p:spPr>
                <a:xfrm flipH="1">
                  <a:off x="765068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5"/>
                <p:cNvSpPr/>
                <p:nvPr/>
              </p:nvSpPr>
              <p:spPr>
                <a:xfrm flipH="1">
                  <a:off x="7525933" y="3367745"/>
                  <a:ext cx="53259" cy="29508"/>
                </a:xfrm>
                <a:custGeom>
                  <a:avLst/>
                  <a:gdLst/>
                  <a:ahLst/>
                  <a:cxnLst/>
                  <a:rect l="l" t="t" r="r" b="b"/>
                  <a:pathLst>
                    <a:path w="222" h="123" extrusionOk="0">
                      <a:moveTo>
                        <a:pt x="0" y="0"/>
                      </a:moveTo>
                      <a:lnTo>
                        <a:pt x="0"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5"/>
                <p:cNvSpPr/>
                <p:nvPr/>
              </p:nvSpPr>
              <p:spPr>
                <a:xfrm flipH="1">
                  <a:off x="7470275"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5"/>
                <p:cNvSpPr/>
                <p:nvPr/>
              </p:nvSpPr>
              <p:spPr>
                <a:xfrm flipH="1">
                  <a:off x="7470275" y="3367745"/>
                  <a:ext cx="122112" cy="42703"/>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5"/>
                <p:cNvSpPr/>
                <p:nvPr/>
              </p:nvSpPr>
              <p:spPr>
                <a:xfrm flipH="1">
                  <a:off x="5576224" y="3333198"/>
                  <a:ext cx="270613" cy="98361"/>
                </a:xfrm>
                <a:custGeom>
                  <a:avLst/>
                  <a:gdLst/>
                  <a:ahLst/>
                  <a:cxnLst/>
                  <a:rect l="l" t="t" r="r" b="b"/>
                  <a:pathLst>
                    <a:path w="1128"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5"/>
                <p:cNvSpPr/>
                <p:nvPr/>
              </p:nvSpPr>
              <p:spPr>
                <a:xfrm flipH="1">
                  <a:off x="557622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5"/>
                <p:cNvSpPr/>
                <p:nvPr/>
              </p:nvSpPr>
              <p:spPr>
                <a:xfrm flipH="1">
                  <a:off x="5846597" y="3333198"/>
                  <a:ext cx="21591" cy="98361"/>
                </a:xfrm>
                <a:custGeom>
                  <a:avLst/>
                  <a:gdLst/>
                  <a:ahLst/>
                  <a:cxnLst/>
                  <a:rect l="l" t="t" r="r" b="b"/>
                  <a:pathLst>
                    <a:path w="90" h="410" extrusionOk="0">
                      <a:moveTo>
                        <a:pt x="1" y="1"/>
                      </a:moveTo>
                      <a:lnTo>
                        <a:pt x="1"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5"/>
                <p:cNvSpPr/>
                <p:nvPr/>
              </p:nvSpPr>
              <p:spPr>
                <a:xfrm flipH="1">
                  <a:off x="5722086" y="3367745"/>
                  <a:ext cx="53259" cy="29508"/>
                </a:xfrm>
                <a:custGeom>
                  <a:avLst/>
                  <a:gdLst/>
                  <a:ahLst/>
                  <a:cxnLst/>
                  <a:rect l="l" t="t" r="r" b="b"/>
                  <a:pathLst>
                    <a:path w="222" h="123" extrusionOk="0">
                      <a:moveTo>
                        <a:pt x="1" y="0"/>
                      </a:moveTo>
                      <a:lnTo>
                        <a:pt x="1"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5"/>
                <p:cNvSpPr/>
                <p:nvPr/>
              </p:nvSpPr>
              <p:spPr>
                <a:xfrm flipH="1">
                  <a:off x="5683578"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5"/>
                <p:cNvSpPr/>
                <p:nvPr/>
              </p:nvSpPr>
              <p:spPr>
                <a:xfrm flipH="1">
                  <a:off x="5666428" y="3367745"/>
                  <a:ext cx="122112" cy="42703"/>
                </a:xfrm>
                <a:custGeom>
                  <a:avLst/>
                  <a:gdLst/>
                  <a:ahLst/>
                  <a:cxnLst/>
                  <a:rect l="l" t="t" r="r" b="b"/>
                  <a:pathLst>
                    <a:path w="509"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5"/>
                <p:cNvSpPr/>
                <p:nvPr/>
              </p:nvSpPr>
              <p:spPr>
                <a:xfrm flipH="1">
                  <a:off x="4599810" y="3534959"/>
                  <a:ext cx="82527" cy="61176"/>
                </a:xfrm>
                <a:custGeom>
                  <a:avLst/>
                  <a:gdLst/>
                  <a:ahLst/>
                  <a:cxnLst/>
                  <a:rect l="l" t="t" r="r" b="b"/>
                  <a:pathLst>
                    <a:path w="344" h="255" extrusionOk="0">
                      <a:moveTo>
                        <a:pt x="122" y="0"/>
                      </a:moveTo>
                      <a:cubicBezTo>
                        <a:pt x="56" y="0"/>
                        <a:pt x="0" y="55"/>
                        <a:pt x="0" y="122"/>
                      </a:cubicBezTo>
                      <a:cubicBezTo>
                        <a:pt x="0" y="188"/>
                        <a:pt x="56" y="254"/>
                        <a:pt x="122" y="254"/>
                      </a:cubicBezTo>
                      <a:lnTo>
                        <a:pt x="221" y="254"/>
                      </a:lnTo>
                      <a:cubicBezTo>
                        <a:pt x="288" y="254"/>
                        <a:pt x="343" y="188"/>
                        <a:pt x="343" y="122"/>
                      </a:cubicBezTo>
                      <a:cubicBezTo>
                        <a:pt x="343" y="55"/>
                        <a:pt x="288"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5"/>
                <p:cNvSpPr/>
                <p:nvPr/>
              </p:nvSpPr>
              <p:spPr>
                <a:xfrm flipH="1">
                  <a:off x="4583976" y="3489857"/>
                  <a:ext cx="66454" cy="146102"/>
                </a:xfrm>
                <a:custGeom>
                  <a:avLst/>
                  <a:gdLst/>
                  <a:ahLst/>
                  <a:cxnLst/>
                  <a:rect l="l" t="t" r="r" b="b"/>
                  <a:pathLst>
                    <a:path w="277" h="609" extrusionOk="0">
                      <a:moveTo>
                        <a:pt x="133" y="0"/>
                      </a:moveTo>
                      <a:cubicBezTo>
                        <a:pt x="55" y="0"/>
                        <a:pt x="0" y="55"/>
                        <a:pt x="0" y="133"/>
                      </a:cubicBezTo>
                      <a:lnTo>
                        <a:pt x="0" y="475"/>
                      </a:lnTo>
                      <a:cubicBezTo>
                        <a:pt x="0" y="553"/>
                        <a:pt x="55" y="608"/>
                        <a:pt x="133" y="608"/>
                      </a:cubicBezTo>
                      <a:lnTo>
                        <a:pt x="144" y="608"/>
                      </a:lnTo>
                      <a:cubicBezTo>
                        <a:pt x="210" y="608"/>
                        <a:pt x="276" y="553"/>
                        <a:pt x="276" y="475"/>
                      </a:cubicBezTo>
                      <a:lnTo>
                        <a:pt x="276" y="133"/>
                      </a:lnTo>
                      <a:cubicBezTo>
                        <a:pt x="276" y="55"/>
                        <a:pt x="210"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5"/>
                <p:cNvSpPr/>
                <p:nvPr/>
              </p:nvSpPr>
              <p:spPr>
                <a:xfrm flipH="1">
                  <a:off x="4591893" y="3495135"/>
                  <a:ext cx="32147" cy="132907"/>
                </a:xfrm>
                <a:custGeom>
                  <a:avLst/>
                  <a:gdLst/>
                  <a:ahLst/>
                  <a:cxnLst/>
                  <a:rect l="l" t="t" r="r" b="b"/>
                  <a:pathLst>
                    <a:path w="134" h="554" extrusionOk="0">
                      <a:moveTo>
                        <a:pt x="67" y="0"/>
                      </a:moveTo>
                      <a:cubicBezTo>
                        <a:pt x="23" y="0"/>
                        <a:pt x="1" y="33"/>
                        <a:pt x="1" y="66"/>
                      </a:cubicBezTo>
                      <a:lnTo>
                        <a:pt x="1" y="487"/>
                      </a:lnTo>
                      <a:cubicBezTo>
                        <a:pt x="1" y="520"/>
                        <a:pt x="23" y="553"/>
                        <a:pt x="67" y="553"/>
                      </a:cubicBezTo>
                      <a:cubicBezTo>
                        <a:pt x="100" y="553"/>
                        <a:pt x="133" y="520"/>
                        <a:pt x="133" y="487"/>
                      </a:cubicBezTo>
                      <a:lnTo>
                        <a:pt x="133" y="66"/>
                      </a:lnTo>
                      <a:cubicBezTo>
                        <a:pt x="133" y="33"/>
                        <a:pt x="100"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5"/>
                <p:cNvSpPr/>
                <p:nvPr/>
              </p:nvSpPr>
              <p:spPr>
                <a:xfrm flipH="1">
                  <a:off x="4583976" y="3489857"/>
                  <a:ext cx="47981" cy="146102"/>
                </a:xfrm>
                <a:custGeom>
                  <a:avLst/>
                  <a:gdLst/>
                  <a:ahLst/>
                  <a:cxnLst/>
                  <a:rect l="l" t="t" r="r" b="b"/>
                  <a:pathLst>
                    <a:path w="200" h="609" extrusionOk="0">
                      <a:moveTo>
                        <a:pt x="100" y="33"/>
                      </a:moveTo>
                      <a:cubicBezTo>
                        <a:pt x="133" y="33"/>
                        <a:pt x="166" y="66"/>
                        <a:pt x="166" y="100"/>
                      </a:cubicBezTo>
                      <a:lnTo>
                        <a:pt x="166" y="520"/>
                      </a:lnTo>
                      <a:cubicBezTo>
                        <a:pt x="166" y="553"/>
                        <a:pt x="133" y="586"/>
                        <a:pt x="100" y="586"/>
                      </a:cubicBezTo>
                      <a:cubicBezTo>
                        <a:pt x="56" y="586"/>
                        <a:pt x="34" y="553"/>
                        <a:pt x="34" y="520"/>
                      </a:cubicBezTo>
                      <a:lnTo>
                        <a:pt x="34" y="100"/>
                      </a:lnTo>
                      <a:cubicBezTo>
                        <a:pt x="34" y="66"/>
                        <a:pt x="56" y="33"/>
                        <a:pt x="100" y="33"/>
                      </a:cubicBezTo>
                      <a:close/>
                      <a:moveTo>
                        <a:pt x="100" y="0"/>
                      </a:moveTo>
                      <a:cubicBezTo>
                        <a:pt x="45" y="0"/>
                        <a:pt x="0" y="44"/>
                        <a:pt x="0" y="100"/>
                      </a:cubicBezTo>
                      <a:lnTo>
                        <a:pt x="0" y="509"/>
                      </a:lnTo>
                      <a:cubicBezTo>
                        <a:pt x="0" y="575"/>
                        <a:pt x="50" y="608"/>
                        <a:pt x="100" y="608"/>
                      </a:cubicBezTo>
                      <a:cubicBezTo>
                        <a:pt x="150" y="608"/>
                        <a:pt x="199" y="575"/>
                        <a:pt x="199" y="509"/>
                      </a:cubicBezTo>
                      <a:lnTo>
                        <a:pt x="199" y="100"/>
                      </a:lnTo>
                      <a:cubicBezTo>
                        <a:pt x="199" y="44"/>
                        <a:pt x="155" y="0"/>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5"/>
                <p:cNvSpPr/>
                <p:nvPr/>
              </p:nvSpPr>
              <p:spPr>
                <a:xfrm flipH="1">
                  <a:off x="4313364" y="3534959"/>
                  <a:ext cx="85166" cy="61176"/>
                </a:xfrm>
                <a:custGeom>
                  <a:avLst/>
                  <a:gdLst/>
                  <a:ahLst/>
                  <a:cxnLst/>
                  <a:rect l="l" t="t" r="r" b="b"/>
                  <a:pathLst>
                    <a:path w="355" h="255" extrusionOk="0">
                      <a:moveTo>
                        <a:pt x="133" y="0"/>
                      </a:moveTo>
                      <a:cubicBezTo>
                        <a:pt x="67" y="0"/>
                        <a:pt x="0" y="55"/>
                        <a:pt x="12" y="122"/>
                      </a:cubicBezTo>
                      <a:cubicBezTo>
                        <a:pt x="0" y="199"/>
                        <a:pt x="67" y="254"/>
                        <a:pt x="133" y="254"/>
                      </a:cubicBezTo>
                      <a:lnTo>
                        <a:pt x="233" y="254"/>
                      </a:lnTo>
                      <a:cubicBezTo>
                        <a:pt x="299" y="254"/>
                        <a:pt x="354" y="188"/>
                        <a:pt x="354" y="122"/>
                      </a:cubicBezTo>
                      <a:cubicBezTo>
                        <a:pt x="354" y="55"/>
                        <a:pt x="299"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5"/>
                <p:cNvSpPr/>
                <p:nvPr/>
              </p:nvSpPr>
              <p:spPr>
                <a:xfrm flipH="1">
                  <a:off x="4300169" y="3489857"/>
                  <a:ext cx="66454" cy="146102"/>
                </a:xfrm>
                <a:custGeom>
                  <a:avLst/>
                  <a:gdLst/>
                  <a:ahLst/>
                  <a:cxnLst/>
                  <a:rect l="l" t="t" r="r" b="b"/>
                  <a:pathLst>
                    <a:path w="277" h="609" extrusionOk="0">
                      <a:moveTo>
                        <a:pt x="133" y="0"/>
                      </a:moveTo>
                      <a:cubicBezTo>
                        <a:pt x="67" y="0"/>
                        <a:pt x="0" y="55"/>
                        <a:pt x="0" y="133"/>
                      </a:cubicBezTo>
                      <a:lnTo>
                        <a:pt x="0" y="475"/>
                      </a:lnTo>
                      <a:cubicBezTo>
                        <a:pt x="0" y="553"/>
                        <a:pt x="67" y="608"/>
                        <a:pt x="133" y="608"/>
                      </a:cubicBezTo>
                      <a:lnTo>
                        <a:pt x="144" y="608"/>
                      </a:lnTo>
                      <a:cubicBezTo>
                        <a:pt x="221" y="608"/>
                        <a:pt x="277" y="553"/>
                        <a:pt x="277" y="475"/>
                      </a:cubicBezTo>
                      <a:lnTo>
                        <a:pt x="277" y="133"/>
                      </a:lnTo>
                      <a:cubicBezTo>
                        <a:pt x="277" y="55"/>
                        <a:pt x="221"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5"/>
                <p:cNvSpPr/>
                <p:nvPr/>
              </p:nvSpPr>
              <p:spPr>
                <a:xfrm flipH="1">
                  <a:off x="4305447" y="3495135"/>
                  <a:ext cx="34786" cy="132907"/>
                </a:xfrm>
                <a:custGeom>
                  <a:avLst/>
                  <a:gdLst/>
                  <a:ahLst/>
                  <a:cxnLst/>
                  <a:rect l="l" t="t" r="r" b="b"/>
                  <a:pathLst>
                    <a:path w="145" h="554" extrusionOk="0">
                      <a:moveTo>
                        <a:pt x="67" y="0"/>
                      </a:moveTo>
                      <a:cubicBezTo>
                        <a:pt x="34" y="0"/>
                        <a:pt x="1" y="33"/>
                        <a:pt x="1" y="66"/>
                      </a:cubicBezTo>
                      <a:lnTo>
                        <a:pt x="1" y="487"/>
                      </a:lnTo>
                      <a:cubicBezTo>
                        <a:pt x="1" y="531"/>
                        <a:pt x="37" y="553"/>
                        <a:pt x="73" y="553"/>
                      </a:cubicBezTo>
                      <a:cubicBezTo>
                        <a:pt x="109" y="553"/>
                        <a:pt x="144" y="531"/>
                        <a:pt x="144" y="487"/>
                      </a:cubicBezTo>
                      <a:lnTo>
                        <a:pt x="144" y="66"/>
                      </a:lnTo>
                      <a:cubicBezTo>
                        <a:pt x="144" y="33"/>
                        <a:pt x="111"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5"/>
                <p:cNvSpPr/>
                <p:nvPr/>
              </p:nvSpPr>
              <p:spPr>
                <a:xfrm flipH="1">
                  <a:off x="4300169" y="3489857"/>
                  <a:ext cx="45342" cy="142024"/>
                </a:xfrm>
                <a:custGeom>
                  <a:avLst/>
                  <a:gdLst/>
                  <a:ahLst/>
                  <a:cxnLst/>
                  <a:rect l="l" t="t" r="r" b="b"/>
                  <a:pathLst>
                    <a:path w="189" h="592" extrusionOk="0">
                      <a:moveTo>
                        <a:pt x="95" y="33"/>
                      </a:moveTo>
                      <a:cubicBezTo>
                        <a:pt x="131" y="33"/>
                        <a:pt x="166" y="55"/>
                        <a:pt x="166" y="100"/>
                      </a:cubicBezTo>
                      <a:lnTo>
                        <a:pt x="166" y="520"/>
                      </a:lnTo>
                      <a:cubicBezTo>
                        <a:pt x="166" y="564"/>
                        <a:pt x="131" y="586"/>
                        <a:pt x="95" y="586"/>
                      </a:cubicBezTo>
                      <a:cubicBezTo>
                        <a:pt x="59" y="586"/>
                        <a:pt x="23" y="564"/>
                        <a:pt x="23" y="520"/>
                      </a:cubicBezTo>
                      <a:lnTo>
                        <a:pt x="23" y="100"/>
                      </a:lnTo>
                      <a:cubicBezTo>
                        <a:pt x="23" y="55"/>
                        <a:pt x="59" y="33"/>
                        <a:pt x="95" y="33"/>
                      </a:cubicBezTo>
                      <a:close/>
                      <a:moveTo>
                        <a:pt x="89" y="0"/>
                      </a:moveTo>
                      <a:cubicBezTo>
                        <a:pt x="45" y="0"/>
                        <a:pt x="1" y="44"/>
                        <a:pt x="1" y="100"/>
                      </a:cubicBezTo>
                      <a:lnTo>
                        <a:pt x="1" y="509"/>
                      </a:lnTo>
                      <a:cubicBezTo>
                        <a:pt x="6" y="564"/>
                        <a:pt x="50" y="592"/>
                        <a:pt x="95" y="592"/>
                      </a:cubicBezTo>
                      <a:cubicBezTo>
                        <a:pt x="139" y="592"/>
                        <a:pt x="183" y="564"/>
                        <a:pt x="189" y="509"/>
                      </a:cubicBezTo>
                      <a:lnTo>
                        <a:pt x="189" y="100"/>
                      </a:lnTo>
                      <a:cubicBezTo>
                        <a:pt x="189" y="44"/>
                        <a:pt x="144" y="0"/>
                        <a:pt x="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52" name="Google Shape;752;p25"/>
          <p:cNvGrpSpPr/>
          <p:nvPr/>
        </p:nvGrpSpPr>
        <p:grpSpPr>
          <a:xfrm rot="10800000" flipH="1">
            <a:off x="170187" y="2765182"/>
            <a:ext cx="795742" cy="1686809"/>
            <a:chOff x="-809850" y="445850"/>
            <a:chExt cx="1036527" cy="2197225"/>
          </a:xfrm>
        </p:grpSpPr>
        <p:sp>
          <p:nvSpPr>
            <p:cNvPr id="753" name="Google Shape;753;p25"/>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5"/>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5"/>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5"/>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5"/>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5"/>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5"/>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5"/>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A black text on a black background&#10;&#10;AI-generated content may be incorrect.">
            <a:extLst>
              <a:ext uri="{FF2B5EF4-FFF2-40B4-BE49-F238E27FC236}">
                <a16:creationId xmlns:a16="http://schemas.microsoft.com/office/drawing/2014/main" id="{27A0FF24-17EE-A941-558A-C47F178B88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1143" y="177537"/>
            <a:ext cx="2750190" cy="7535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27"/>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779" name="Google Shape;779;p27"/>
          <p:cNvSpPr txBox="1">
            <a:spLocks noGrp="1"/>
          </p:cNvSpPr>
          <p:nvPr>
            <p:ph type="title" idx="5"/>
          </p:nvPr>
        </p:nvSpPr>
        <p:spPr>
          <a:xfrm>
            <a:off x="1360187" y="1582162"/>
            <a:ext cx="733500" cy="73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780" name="Google Shape;780;p27"/>
          <p:cNvSpPr txBox="1">
            <a:spLocks noGrp="1"/>
          </p:cNvSpPr>
          <p:nvPr>
            <p:ph type="title" idx="6"/>
          </p:nvPr>
        </p:nvSpPr>
        <p:spPr>
          <a:xfrm>
            <a:off x="1360185" y="3207385"/>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781" name="Google Shape;781;p27"/>
          <p:cNvSpPr txBox="1">
            <a:spLocks noGrp="1"/>
          </p:cNvSpPr>
          <p:nvPr>
            <p:ph type="title" idx="7"/>
          </p:nvPr>
        </p:nvSpPr>
        <p:spPr>
          <a:xfrm>
            <a:off x="4703663" y="1583205"/>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782" name="Google Shape;782;p27"/>
          <p:cNvSpPr txBox="1">
            <a:spLocks noGrp="1"/>
          </p:cNvSpPr>
          <p:nvPr>
            <p:ph type="title" idx="8"/>
          </p:nvPr>
        </p:nvSpPr>
        <p:spPr>
          <a:xfrm>
            <a:off x="4702513" y="3207387"/>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783" name="Google Shape;783;p27"/>
          <p:cNvSpPr txBox="1">
            <a:spLocks noGrp="1"/>
          </p:cNvSpPr>
          <p:nvPr>
            <p:ph type="subTitle" idx="9"/>
          </p:nvPr>
        </p:nvSpPr>
        <p:spPr>
          <a:xfrm>
            <a:off x="2243888" y="1540212"/>
            <a:ext cx="2197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784" name="Google Shape;784;p27"/>
          <p:cNvSpPr txBox="1">
            <a:spLocks noGrp="1"/>
          </p:cNvSpPr>
          <p:nvPr>
            <p:ph type="subTitle" idx="13"/>
          </p:nvPr>
        </p:nvSpPr>
        <p:spPr>
          <a:xfrm>
            <a:off x="2243888" y="3165443"/>
            <a:ext cx="2197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Results</a:t>
            </a:r>
            <a:endParaRPr dirty="0"/>
          </a:p>
        </p:txBody>
      </p:sp>
      <p:sp>
        <p:nvSpPr>
          <p:cNvPr id="785" name="Google Shape;785;p27"/>
          <p:cNvSpPr txBox="1">
            <a:spLocks noGrp="1"/>
          </p:cNvSpPr>
          <p:nvPr>
            <p:ph type="subTitle" idx="14"/>
          </p:nvPr>
        </p:nvSpPr>
        <p:spPr>
          <a:xfrm>
            <a:off x="5586313" y="1540212"/>
            <a:ext cx="2197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Method</a:t>
            </a:r>
            <a:endParaRPr dirty="0"/>
          </a:p>
        </p:txBody>
      </p:sp>
      <p:sp>
        <p:nvSpPr>
          <p:cNvPr id="786" name="Google Shape;786;p27"/>
          <p:cNvSpPr txBox="1">
            <a:spLocks noGrp="1"/>
          </p:cNvSpPr>
          <p:nvPr>
            <p:ph type="subTitle" idx="15"/>
          </p:nvPr>
        </p:nvSpPr>
        <p:spPr>
          <a:xfrm>
            <a:off x="5586313" y="3165443"/>
            <a:ext cx="2197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a:t>
            </a:r>
            <a:endParaRPr dirty="0"/>
          </a:p>
        </p:txBody>
      </p:sp>
      <p:sp>
        <p:nvSpPr>
          <p:cNvPr id="787" name="Google Shape;787;p27"/>
          <p:cNvSpPr/>
          <p:nvPr/>
        </p:nvSpPr>
        <p:spPr>
          <a:xfrm>
            <a:off x="6499" y="2500400"/>
            <a:ext cx="1714901" cy="4754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B99D003C-9832-B671-AF0C-BC8DFAC2D514}"/>
              </a:ext>
            </a:extLst>
          </p:cNvPr>
          <p:cNvSpPr>
            <a:spLocks noGrp="1"/>
          </p:cNvSpPr>
          <p:nvPr>
            <p:ph type="subTitle" idx="4"/>
          </p:nvPr>
        </p:nvSpPr>
        <p:spPr/>
        <p:txBody>
          <a:bodyPr/>
          <a:lstStyle/>
          <a:p>
            <a:endParaRPr lang="en-US"/>
          </a:p>
        </p:txBody>
      </p:sp>
      <p:sp>
        <p:nvSpPr>
          <p:cNvPr id="5" name="Subtitle 4">
            <a:extLst>
              <a:ext uri="{FF2B5EF4-FFF2-40B4-BE49-F238E27FC236}">
                <a16:creationId xmlns:a16="http://schemas.microsoft.com/office/drawing/2014/main" id="{6ADAD2A9-A258-11BF-3FD4-CFFD25C7EF87}"/>
              </a:ext>
            </a:extLst>
          </p:cNvPr>
          <p:cNvSpPr>
            <a:spLocks noGrp="1"/>
          </p:cNvSpPr>
          <p:nvPr>
            <p:ph type="subTitle" idx="2"/>
          </p:nvPr>
        </p:nvSpPr>
        <p:spPr/>
        <p:txBody>
          <a:bodyPr/>
          <a:lstStyle/>
          <a:p>
            <a:endParaRPr lang="en-US"/>
          </a:p>
        </p:txBody>
      </p:sp>
      <p:sp>
        <p:nvSpPr>
          <p:cNvPr id="7" name="Subtitle 6">
            <a:extLst>
              <a:ext uri="{FF2B5EF4-FFF2-40B4-BE49-F238E27FC236}">
                <a16:creationId xmlns:a16="http://schemas.microsoft.com/office/drawing/2014/main" id="{E6F801D0-FBE4-B2F2-F984-A5C1B7670551}"/>
              </a:ext>
            </a:extLst>
          </p:cNvPr>
          <p:cNvSpPr>
            <a:spLocks noGrp="1"/>
          </p:cNvSpPr>
          <p:nvPr>
            <p:ph type="subTitle" idx="1"/>
          </p:nvPr>
        </p:nvSpPr>
        <p:spPr/>
        <p:txBody>
          <a:bodyPr/>
          <a:lstStyle/>
          <a:p>
            <a:endParaRPr lang="en-US"/>
          </a:p>
        </p:txBody>
      </p:sp>
      <p:sp>
        <p:nvSpPr>
          <p:cNvPr id="9" name="Subtitle 8">
            <a:extLst>
              <a:ext uri="{FF2B5EF4-FFF2-40B4-BE49-F238E27FC236}">
                <a16:creationId xmlns:a16="http://schemas.microsoft.com/office/drawing/2014/main" id="{A5291B72-9097-2DC6-DA21-ADCBE04B9EF2}"/>
              </a:ext>
            </a:extLst>
          </p:cNvPr>
          <p:cNvSpPr>
            <a:spLocks noGrp="1"/>
          </p:cNvSpPr>
          <p:nvPr>
            <p:ph type="subTitle" idx="3"/>
          </p:nvPr>
        </p:nvSpPr>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1" name="Google Shape;811;p29"/>
          <p:cNvSpPr txBox="1">
            <a:spLocks noGrp="1"/>
          </p:cNvSpPr>
          <p:nvPr>
            <p:ph type="title"/>
          </p:nvPr>
        </p:nvSpPr>
        <p:spPr>
          <a:xfrm>
            <a:off x="3591150" y="838600"/>
            <a:ext cx="3657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Context </a:t>
            </a:r>
            <a:endParaRPr dirty="0"/>
          </a:p>
        </p:txBody>
      </p:sp>
      <p:sp>
        <p:nvSpPr>
          <p:cNvPr id="812" name="Google Shape;812;p29"/>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813" name="Google Shape;813;p29"/>
          <p:cNvGrpSpPr/>
          <p:nvPr/>
        </p:nvGrpSpPr>
        <p:grpSpPr>
          <a:xfrm>
            <a:off x="4683750" y="2574250"/>
            <a:ext cx="4466625" cy="1978850"/>
            <a:chOff x="4683750" y="2574250"/>
            <a:chExt cx="4466625" cy="1978850"/>
          </a:xfrm>
        </p:grpSpPr>
        <p:sp>
          <p:nvSpPr>
            <p:cNvPr id="814" name="Google Shape;814;p29"/>
            <p:cNvSpPr/>
            <p:nvPr/>
          </p:nvSpPr>
          <p:spPr>
            <a:xfrm>
              <a:off x="5909175" y="2577600"/>
              <a:ext cx="3241200" cy="197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9"/>
            <p:cNvGrpSpPr/>
            <p:nvPr/>
          </p:nvGrpSpPr>
          <p:grpSpPr>
            <a:xfrm>
              <a:off x="4683750" y="2574250"/>
              <a:ext cx="4460259" cy="1944238"/>
              <a:chOff x="4683750" y="2574250"/>
              <a:chExt cx="4460259" cy="1944238"/>
            </a:xfrm>
          </p:grpSpPr>
          <p:sp>
            <p:nvSpPr>
              <p:cNvPr id="816" name="Google Shape;816;p29"/>
              <p:cNvSpPr/>
              <p:nvPr/>
            </p:nvSpPr>
            <p:spPr>
              <a:xfrm>
                <a:off x="6038238" y="2574250"/>
                <a:ext cx="1882269" cy="1944238"/>
              </a:xfrm>
              <a:custGeom>
                <a:avLst/>
                <a:gdLst/>
                <a:ahLst/>
                <a:cxnLst/>
                <a:rect l="l" t="t" r="r" b="b"/>
                <a:pathLst>
                  <a:path w="11755" h="12142" extrusionOk="0">
                    <a:moveTo>
                      <a:pt x="0" y="1"/>
                    </a:moveTo>
                    <a:lnTo>
                      <a:pt x="0" y="12142"/>
                    </a:lnTo>
                    <a:lnTo>
                      <a:pt x="11754" y="12142"/>
                    </a:lnTo>
                    <a:lnTo>
                      <a:pt x="117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9"/>
              <p:cNvSpPr/>
              <p:nvPr/>
            </p:nvSpPr>
            <p:spPr>
              <a:xfrm>
                <a:off x="7920333" y="2815076"/>
                <a:ext cx="1223675" cy="1703410"/>
              </a:xfrm>
              <a:custGeom>
                <a:avLst/>
                <a:gdLst/>
                <a:ahLst/>
                <a:cxnLst/>
                <a:rect l="l" t="t" r="r" b="b"/>
                <a:pathLst>
                  <a:path w="7642" h="10638" extrusionOk="0">
                    <a:moveTo>
                      <a:pt x="0" y="0"/>
                    </a:moveTo>
                    <a:lnTo>
                      <a:pt x="0" y="10638"/>
                    </a:lnTo>
                    <a:lnTo>
                      <a:pt x="7641" y="10638"/>
                    </a:lnTo>
                    <a:lnTo>
                      <a:pt x="7641" y="35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9"/>
              <p:cNvSpPr/>
              <p:nvPr/>
            </p:nvSpPr>
            <p:spPr>
              <a:xfrm>
                <a:off x="5908858" y="2574250"/>
                <a:ext cx="1882430" cy="1944238"/>
              </a:xfrm>
              <a:custGeom>
                <a:avLst/>
                <a:gdLst/>
                <a:ahLst/>
                <a:cxnLst/>
                <a:rect l="l" t="t" r="r" b="b"/>
                <a:pathLst>
                  <a:path w="11756" h="12142" extrusionOk="0">
                    <a:moveTo>
                      <a:pt x="1" y="1"/>
                    </a:moveTo>
                    <a:lnTo>
                      <a:pt x="1" y="12142"/>
                    </a:lnTo>
                    <a:lnTo>
                      <a:pt x="11755" y="12142"/>
                    </a:lnTo>
                    <a:lnTo>
                      <a:pt x="117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9"/>
              <p:cNvSpPr/>
              <p:nvPr/>
            </p:nvSpPr>
            <p:spPr>
              <a:xfrm>
                <a:off x="6071864" y="2986729"/>
                <a:ext cx="1558176" cy="1529994"/>
              </a:xfrm>
              <a:custGeom>
                <a:avLst/>
                <a:gdLst/>
                <a:ahLst/>
                <a:cxnLst/>
                <a:rect l="l" t="t" r="r" b="b"/>
                <a:pathLst>
                  <a:path w="9731" h="9555" extrusionOk="0">
                    <a:moveTo>
                      <a:pt x="4854" y="443"/>
                    </a:moveTo>
                    <a:cubicBezTo>
                      <a:pt x="7298" y="443"/>
                      <a:pt x="9266" y="2423"/>
                      <a:pt x="9278" y="4855"/>
                    </a:cubicBezTo>
                    <a:lnTo>
                      <a:pt x="9278" y="9123"/>
                    </a:lnTo>
                    <a:lnTo>
                      <a:pt x="442" y="9123"/>
                    </a:lnTo>
                    <a:lnTo>
                      <a:pt x="442" y="4855"/>
                    </a:lnTo>
                    <a:cubicBezTo>
                      <a:pt x="442" y="2423"/>
                      <a:pt x="2422" y="443"/>
                      <a:pt x="4854" y="443"/>
                    </a:cubicBezTo>
                    <a:close/>
                    <a:moveTo>
                      <a:pt x="4875" y="1"/>
                    </a:moveTo>
                    <a:cubicBezTo>
                      <a:pt x="4868" y="1"/>
                      <a:pt x="4861" y="1"/>
                      <a:pt x="4854" y="1"/>
                    </a:cubicBezTo>
                    <a:cubicBezTo>
                      <a:pt x="2179" y="1"/>
                      <a:pt x="0" y="2179"/>
                      <a:pt x="0" y="4855"/>
                    </a:cubicBezTo>
                    <a:lnTo>
                      <a:pt x="0" y="9555"/>
                    </a:lnTo>
                    <a:lnTo>
                      <a:pt x="9731" y="9555"/>
                    </a:lnTo>
                    <a:lnTo>
                      <a:pt x="9731" y="4855"/>
                    </a:lnTo>
                    <a:cubicBezTo>
                      <a:pt x="9731" y="2175"/>
                      <a:pt x="7553" y="1"/>
                      <a:pt x="48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9"/>
              <p:cNvSpPr/>
              <p:nvPr/>
            </p:nvSpPr>
            <p:spPr>
              <a:xfrm>
                <a:off x="6142638" y="3057824"/>
                <a:ext cx="942176" cy="1458899"/>
              </a:xfrm>
              <a:custGeom>
                <a:avLst/>
                <a:gdLst/>
                <a:ahLst/>
                <a:cxnLst/>
                <a:rect l="l" t="t" r="r" b="b"/>
                <a:pathLst>
                  <a:path w="5884" h="9111" extrusionOk="0">
                    <a:moveTo>
                      <a:pt x="4411" y="1"/>
                    </a:moveTo>
                    <a:cubicBezTo>
                      <a:pt x="2067" y="1"/>
                      <a:pt x="0" y="1891"/>
                      <a:pt x="0" y="4411"/>
                    </a:cubicBezTo>
                    <a:lnTo>
                      <a:pt x="0" y="9111"/>
                    </a:lnTo>
                    <a:lnTo>
                      <a:pt x="2931" y="9111"/>
                    </a:lnTo>
                    <a:lnTo>
                      <a:pt x="2931" y="4411"/>
                    </a:lnTo>
                    <a:cubicBezTo>
                      <a:pt x="2931" y="2542"/>
                      <a:pt x="4114" y="873"/>
                      <a:pt x="5883" y="254"/>
                    </a:cubicBezTo>
                    <a:cubicBezTo>
                      <a:pt x="5391" y="81"/>
                      <a:pt x="4895" y="1"/>
                      <a:pt x="44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9"/>
              <p:cNvSpPr/>
              <p:nvPr/>
            </p:nvSpPr>
            <p:spPr>
              <a:xfrm>
                <a:off x="6611801" y="3098336"/>
                <a:ext cx="945698" cy="1418387"/>
              </a:xfrm>
              <a:custGeom>
                <a:avLst/>
                <a:gdLst/>
                <a:ahLst/>
                <a:cxnLst/>
                <a:rect l="l" t="t" r="r" b="b"/>
                <a:pathLst>
                  <a:path w="5906" h="8858" extrusionOk="0">
                    <a:moveTo>
                      <a:pt x="2953" y="1"/>
                    </a:moveTo>
                    <a:cubicBezTo>
                      <a:pt x="1184" y="620"/>
                      <a:pt x="1" y="2289"/>
                      <a:pt x="1" y="4158"/>
                    </a:cubicBezTo>
                    <a:lnTo>
                      <a:pt x="1" y="8858"/>
                    </a:lnTo>
                    <a:lnTo>
                      <a:pt x="5906" y="8858"/>
                    </a:lnTo>
                    <a:lnTo>
                      <a:pt x="5906" y="4158"/>
                    </a:lnTo>
                    <a:cubicBezTo>
                      <a:pt x="5894" y="2289"/>
                      <a:pt x="4711" y="620"/>
                      <a:pt x="2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9"/>
              <p:cNvSpPr/>
              <p:nvPr/>
            </p:nvSpPr>
            <p:spPr>
              <a:xfrm>
                <a:off x="7791114" y="2815076"/>
                <a:ext cx="1223515" cy="1703410"/>
              </a:xfrm>
              <a:custGeom>
                <a:avLst/>
                <a:gdLst/>
                <a:ahLst/>
                <a:cxnLst/>
                <a:rect l="l" t="t" r="r" b="b"/>
                <a:pathLst>
                  <a:path w="7641" h="10638" extrusionOk="0">
                    <a:moveTo>
                      <a:pt x="0" y="0"/>
                    </a:moveTo>
                    <a:lnTo>
                      <a:pt x="0" y="10638"/>
                    </a:lnTo>
                    <a:lnTo>
                      <a:pt x="7641" y="10638"/>
                    </a:lnTo>
                    <a:lnTo>
                      <a:pt x="7641" y="359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9"/>
              <p:cNvSpPr/>
              <p:nvPr/>
            </p:nvSpPr>
            <p:spPr>
              <a:xfrm>
                <a:off x="4683750" y="2815076"/>
                <a:ext cx="1225277" cy="1703410"/>
              </a:xfrm>
              <a:custGeom>
                <a:avLst/>
                <a:gdLst/>
                <a:ahLst/>
                <a:cxnLst/>
                <a:rect l="l" t="t" r="r" b="b"/>
                <a:pathLst>
                  <a:path w="7652" h="10638" extrusionOk="0">
                    <a:moveTo>
                      <a:pt x="7652" y="0"/>
                    </a:moveTo>
                    <a:lnTo>
                      <a:pt x="0" y="3594"/>
                    </a:lnTo>
                    <a:lnTo>
                      <a:pt x="0" y="10638"/>
                    </a:lnTo>
                    <a:lnTo>
                      <a:pt x="7652" y="10638"/>
                    </a:lnTo>
                    <a:lnTo>
                      <a:pt x="76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9"/>
              <p:cNvSpPr/>
              <p:nvPr/>
            </p:nvSpPr>
            <p:spPr>
              <a:xfrm>
                <a:off x="4683750" y="2574250"/>
                <a:ext cx="4330901" cy="1944238"/>
              </a:xfrm>
              <a:custGeom>
                <a:avLst/>
                <a:gdLst/>
                <a:ahLst/>
                <a:cxnLst/>
                <a:rect l="l" t="t" r="r" b="b"/>
                <a:pathLst>
                  <a:path w="27047" h="12142" extrusionOk="0">
                    <a:moveTo>
                      <a:pt x="7652" y="1"/>
                    </a:moveTo>
                    <a:lnTo>
                      <a:pt x="7652" y="1504"/>
                    </a:lnTo>
                    <a:lnTo>
                      <a:pt x="0" y="5098"/>
                    </a:lnTo>
                    <a:lnTo>
                      <a:pt x="0" y="12142"/>
                    </a:lnTo>
                    <a:lnTo>
                      <a:pt x="708" y="12142"/>
                    </a:lnTo>
                    <a:lnTo>
                      <a:pt x="708" y="11445"/>
                    </a:lnTo>
                    <a:lnTo>
                      <a:pt x="708" y="5551"/>
                    </a:lnTo>
                    <a:lnTo>
                      <a:pt x="7950" y="2135"/>
                    </a:lnTo>
                    <a:lnTo>
                      <a:pt x="8360" y="1947"/>
                    </a:lnTo>
                    <a:lnTo>
                      <a:pt x="8360" y="1504"/>
                    </a:lnTo>
                    <a:lnTo>
                      <a:pt x="8360" y="708"/>
                    </a:lnTo>
                    <a:lnTo>
                      <a:pt x="18698" y="708"/>
                    </a:lnTo>
                    <a:lnTo>
                      <a:pt x="18698" y="1504"/>
                    </a:lnTo>
                    <a:lnTo>
                      <a:pt x="18698" y="1947"/>
                    </a:lnTo>
                    <a:lnTo>
                      <a:pt x="19108" y="2135"/>
                    </a:lnTo>
                    <a:lnTo>
                      <a:pt x="26350" y="5551"/>
                    </a:lnTo>
                    <a:lnTo>
                      <a:pt x="26350" y="11445"/>
                    </a:lnTo>
                    <a:lnTo>
                      <a:pt x="26350" y="12142"/>
                    </a:lnTo>
                    <a:lnTo>
                      <a:pt x="27047" y="12142"/>
                    </a:lnTo>
                    <a:lnTo>
                      <a:pt x="27047" y="5098"/>
                    </a:lnTo>
                    <a:lnTo>
                      <a:pt x="19406" y="1504"/>
                    </a:lnTo>
                    <a:lnTo>
                      <a:pt x="194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9"/>
              <p:cNvSpPr/>
              <p:nvPr/>
            </p:nvSpPr>
            <p:spPr>
              <a:xfrm>
                <a:off x="6528697" y="2753108"/>
                <a:ext cx="132904" cy="51400"/>
              </a:xfrm>
              <a:custGeom>
                <a:avLst/>
                <a:gdLst/>
                <a:ahLst/>
                <a:cxnLst/>
                <a:rect l="l" t="t" r="r" b="b"/>
                <a:pathLst>
                  <a:path w="830" h="321"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9"/>
              <p:cNvSpPr/>
              <p:nvPr/>
            </p:nvSpPr>
            <p:spPr>
              <a:xfrm>
                <a:off x="6728692" y="2753108"/>
                <a:ext cx="134665" cy="51400"/>
              </a:xfrm>
              <a:custGeom>
                <a:avLst/>
                <a:gdLst/>
                <a:ahLst/>
                <a:cxnLst/>
                <a:rect l="l" t="t" r="r" b="b"/>
                <a:pathLst>
                  <a:path w="841" h="321" extrusionOk="0">
                    <a:moveTo>
                      <a:pt x="1" y="0"/>
                    </a:moveTo>
                    <a:lnTo>
                      <a:pt x="1"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9"/>
              <p:cNvSpPr/>
              <p:nvPr/>
            </p:nvSpPr>
            <p:spPr>
              <a:xfrm>
                <a:off x="7615778" y="3174555"/>
                <a:ext cx="134665" cy="51400"/>
              </a:xfrm>
              <a:custGeom>
                <a:avLst/>
                <a:gdLst/>
                <a:ahLst/>
                <a:cxnLst/>
                <a:rect l="l" t="t" r="r" b="b"/>
                <a:pathLst>
                  <a:path w="841" h="321" extrusionOk="0">
                    <a:moveTo>
                      <a:pt x="0" y="0"/>
                    </a:moveTo>
                    <a:lnTo>
                      <a:pt x="0"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9"/>
              <p:cNvSpPr/>
              <p:nvPr/>
            </p:nvSpPr>
            <p:spPr>
              <a:xfrm>
                <a:off x="7815773" y="3174555"/>
                <a:ext cx="134825" cy="51400"/>
              </a:xfrm>
              <a:custGeom>
                <a:avLst/>
                <a:gdLst/>
                <a:ahLst/>
                <a:cxnLst/>
                <a:rect l="l" t="t" r="r" b="b"/>
                <a:pathLst>
                  <a:path w="842" h="321" extrusionOk="0">
                    <a:moveTo>
                      <a:pt x="1" y="0"/>
                    </a:moveTo>
                    <a:lnTo>
                      <a:pt x="1"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9"/>
              <p:cNvSpPr/>
              <p:nvPr/>
            </p:nvSpPr>
            <p:spPr>
              <a:xfrm>
                <a:off x="8014166" y="3174555"/>
                <a:ext cx="134665" cy="51400"/>
              </a:xfrm>
              <a:custGeom>
                <a:avLst/>
                <a:gdLst/>
                <a:ahLst/>
                <a:cxnLst/>
                <a:rect l="l" t="t" r="r" b="b"/>
                <a:pathLst>
                  <a:path w="841" h="321" extrusionOk="0">
                    <a:moveTo>
                      <a:pt x="0" y="0"/>
                    </a:moveTo>
                    <a:lnTo>
                      <a:pt x="0"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9"/>
              <p:cNvSpPr/>
              <p:nvPr/>
            </p:nvSpPr>
            <p:spPr>
              <a:xfrm>
                <a:off x="7815773"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9"/>
              <p:cNvSpPr/>
              <p:nvPr/>
            </p:nvSpPr>
            <p:spPr>
              <a:xfrm>
                <a:off x="8612549"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9"/>
              <p:cNvSpPr/>
              <p:nvPr/>
            </p:nvSpPr>
            <p:spPr>
              <a:xfrm>
                <a:off x="8679961" y="3765892"/>
                <a:ext cx="134665" cy="51400"/>
              </a:xfrm>
              <a:custGeom>
                <a:avLst/>
                <a:gdLst/>
                <a:ahLst/>
                <a:cxnLst/>
                <a:rect l="l" t="t" r="r" b="b"/>
                <a:pathLst>
                  <a:path w="841" h="321" extrusionOk="0">
                    <a:moveTo>
                      <a:pt x="0" y="0"/>
                    </a:moveTo>
                    <a:lnTo>
                      <a:pt x="0" y="321"/>
                    </a:lnTo>
                    <a:lnTo>
                      <a:pt x="840" y="3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9"/>
              <p:cNvSpPr/>
              <p:nvPr/>
            </p:nvSpPr>
            <p:spPr>
              <a:xfrm>
                <a:off x="8014166" y="3841951"/>
                <a:ext cx="134665" cy="51560"/>
              </a:xfrm>
              <a:custGeom>
                <a:avLst/>
                <a:gdLst/>
                <a:ahLst/>
                <a:cxnLst/>
                <a:rect l="l" t="t" r="r" b="b"/>
                <a:pathLst>
                  <a:path w="841" h="322" extrusionOk="0">
                    <a:moveTo>
                      <a:pt x="0" y="1"/>
                    </a:moveTo>
                    <a:lnTo>
                      <a:pt x="0"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9"/>
              <p:cNvSpPr/>
              <p:nvPr/>
            </p:nvSpPr>
            <p:spPr>
              <a:xfrm>
                <a:off x="7723701" y="3098336"/>
                <a:ext cx="65811" cy="51560"/>
              </a:xfrm>
              <a:custGeom>
                <a:avLst/>
                <a:gdLst/>
                <a:ahLst/>
                <a:cxnLst/>
                <a:rect l="l" t="t" r="r" b="b"/>
                <a:pathLst>
                  <a:path w="411" h="322" extrusionOk="0">
                    <a:moveTo>
                      <a:pt x="1" y="1"/>
                    </a:moveTo>
                    <a:lnTo>
                      <a:pt x="1" y="321"/>
                    </a:lnTo>
                    <a:lnTo>
                      <a:pt x="410" y="321"/>
                    </a:lnTo>
                    <a:lnTo>
                      <a:pt x="41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p:cNvSpPr/>
              <p:nvPr/>
            </p:nvSpPr>
            <p:spPr>
              <a:xfrm>
                <a:off x="7791114" y="3098336"/>
                <a:ext cx="67413" cy="51560"/>
              </a:xfrm>
              <a:custGeom>
                <a:avLst/>
                <a:gdLst/>
                <a:ahLst/>
                <a:cxnLst/>
                <a:rect l="l" t="t" r="r" b="b"/>
                <a:pathLst>
                  <a:path w="421" h="322" extrusionOk="0">
                    <a:moveTo>
                      <a:pt x="0" y="1"/>
                    </a:moveTo>
                    <a:lnTo>
                      <a:pt x="0" y="321"/>
                    </a:lnTo>
                    <a:lnTo>
                      <a:pt x="420" y="321"/>
                    </a:lnTo>
                    <a:lnTo>
                      <a:pt x="4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p:cNvSpPr/>
              <p:nvPr/>
            </p:nvSpPr>
            <p:spPr>
              <a:xfrm>
                <a:off x="5962019" y="3046936"/>
                <a:ext cx="132904" cy="51560"/>
              </a:xfrm>
              <a:custGeom>
                <a:avLst/>
                <a:gdLst/>
                <a:ahLst/>
                <a:cxnLst/>
                <a:rect l="l" t="t" r="r" b="b"/>
                <a:pathLst>
                  <a:path w="830" h="322" extrusionOk="0">
                    <a:moveTo>
                      <a:pt x="1" y="1"/>
                    </a:moveTo>
                    <a:lnTo>
                      <a:pt x="1" y="322"/>
                    </a:lnTo>
                    <a:lnTo>
                      <a:pt x="830" y="322"/>
                    </a:lnTo>
                    <a:lnTo>
                      <a:pt x="83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p:cNvSpPr/>
              <p:nvPr/>
            </p:nvSpPr>
            <p:spPr>
              <a:xfrm>
                <a:off x="6162174" y="3046936"/>
                <a:ext cx="134665" cy="51560"/>
              </a:xfrm>
              <a:custGeom>
                <a:avLst/>
                <a:gdLst/>
                <a:ahLst/>
                <a:cxnLst/>
                <a:rect l="l" t="t" r="r" b="b"/>
                <a:pathLst>
                  <a:path w="841" h="322" extrusionOk="0">
                    <a:moveTo>
                      <a:pt x="0" y="1"/>
                    </a:moveTo>
                    <a:lnTo>
                      <a:pt x="0" y="322"/>
                    </a:lnTo>
                    <a:lnTo>
                      <a:pt x="841" y="322"/>
                    </a:lnTo>
                    <a:lnTo>
                      <a:pt x="841"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p:cNvSpPr/>
              <p:nvPr/>
            </p:nvSpPr>
            <p:spPr>
              <a:xfrm>
                <a:off x="6070102" y="2970877"/>
                <a:ext cx="132904" cy="51560"/>
              </a:xfrm>
              <a:custGeom>
                <a:avLst/>
                <a:gdLst/>
                <a:ahLst/>
                <a:cxnLst/>
                <a:rect l="l" t="t" r="r" b="b"/>
                <a:pathLst>
                  <a:path w="830" h="322"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p:cNvSpPr/>
              <p:nvPr/>
            </p:nvSpPr>
            <p:spPr>
              <a:xfrm>
                <a:off x="5841606" y="3650763"/>
                <a:ext cx="67413" cy="51560"/>
              </a:xfrm>
              <a:custGeom>
                <a:avLst/>
                <a:gdLst/>
                <a:ahLst/>
                <a:cxnLst/>
                <a:rect l="l" t="t" r="r" b="b"/>
                <a:pathLst>
                  <a:path w="421" h="322" extrusionOk="0">
                    <a:moveTo>
                      <a:pt x="1" y="0"/>
                    </a:moveTo>
                    <a:lnTo>
                      <a:pt x="1" y="321"/>
                    </a:lnTo>
                    <a:lnTo>
                      <a:pt x="421" y="321"/>
                    </a:lnTo>
                    <a:lnTo>
                      <a:pt x="4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p:cNvSpPr/>
              <p:nvPr/>
            </p:nvSpPr>
            <p:spPr>
              <a:xfrm>
                <a:off x="5908858" y="3650763"/>
                <a:ext cx="67573" cy="51560"/>
              </a:xfrm>
              <a:custGeom>
                <a:avLst/>
                <a:gdLst/>
                <a:ahLst/>
                <a:cxnLst/>
                <a:rect l="l" t="t" r="r" b="b"/>
                <a:pathLst>
                  <a:path w="422" h="322" extrusionOk="0">
                    <a:moveTo>
                      <a:pt x="1" y="0"/>
                    </a:moveTo>
                    <a:lnTo>
                      <a:pt x="1" y="321"/>
                    </a:lnTo>
                    <a:lnTo>
                      <a:pt x="421" y="321"/>
                    </a:lnTo>
                    <a:lnTo>
                      <a:pt x="42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p:cNvSpPr/>
              <p:nvPr/>
            </p:nvSpPr>
            <p:spPr>
              <a:xfrm>
                <a:off x="6176264" y="3310820"/>
                <a:ext cx="49799" cy="1207663"/>
              </a:xfrm>
              <a:custGeom>
                <a:avLst/>
                <a:gdLst/>
                <a:ahLst/>
                <a:cxnLst/>
                <a:rect l="l" t="t" r="r" b="b"/>
                <a:pathLst>
                  <a:path w="311" h="7542" extrusionOk="0">
                    <a:moveTo>
                      <a:pt x="1" y="0"/>
                    </a:moveTo>
                    <a:lnTo>
                      <a:pt x="1" y="7542"/>
                    </a:lnTo>
                    <a:lnTo>
                      <a:pt x="310" y="7542"/>
                    </a:lnTo>
                    <a:lnTo>
                      <a:pt x="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9"/>
              <p:cNvSpPr/>
              <p:nvPr/>
            </p:nvSpPr>
            <p:spPr>
              <a:xfrm>
                <a:off x="6153207" y="4247385"/>
                <a:ext cx="95755" cy="271092"/>
              </a:xfrm>
              <a:custGeom>
                <a:avLst/>
                <a:gdLst/>
                <a:ahLst/>
                <a:cxnLst/>
                <a:rect l="l" t="t" r="r" b="b"/>
                <a:pathLst>
                  <a:path w="598" h="1693" extrusionOk="0">
                    <a:moveTo>
                      <a:pt x="1" y="1"/>
                    </a:moveTo>
                    <a:lnTo>
                      <a:pt x="1" y="1693"/>
                    </a:lnTo>
                    <a:lnTo>
                      <a:pt x="598" y="1693"/>
                    </a:lnTo>
                    <a:lnTo>
                      <a:pt x="5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9"/>
              <p:cNvSpPr/>
              <p:nvPr/>
            </p:nvSpPr>
            <p:spPr>
              <a:xfrm>
                <a:off x="6176264" y="4095107"/>
                <a:ext cx="49799" cy="85186"/>
              </a:xfrm>
              <a:custGeom>
                <a:avLst/>
                <a:gdLst/>
                <a:ahLst/>
                <a:cxnLst/>
                <a:rect l="l" t="t" r="r" b="b"/>
                <a:pathLst>
                  <a:path w="311" h="532" extrusionOk="0">
                    <a:moveTo>
                      <a:pt x="1" y="1"/>
                    </a:moveTo>
                    <a:lnTo>
                      <a:pt x="1" y="532"/>
                    </a:lnTo>
                    <a:lnTo>
                      <a:pt x="310" y="532"/>
                    </a:ln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p:cNvSpPr/>
              <p:nvPr/>
            </p:nvSpPr>
            <p:spPr>
              <a:xfrm>
                <a:off x="6176264" y="3919932"/>
                <a:ext cx="49799" cy="86948"/>
              </a:xfrm>
              <a:custGeom>
                <a:avLst/>
                <a:gdLst/>
                <a:ahLst/>
                <a:cxnLst/>
                <a:rect l="l" t="t" r="r" b="b"/>
                <a:pathLst>
                  <a:path w="311" h="543" extrusionOk="0">
                    <a:moveTo>
                      <a:pt x="1" y="0"/>
                    </a:moveTo>
                    <a:lnTo>
                      <a:pt x="1" y="542"/>
                    </a:lnTo>
                    <a:lnTo>
                      <a:pt x="310" y="542"/>
                    </a:lnTo>
                    <a:lnTo>
                      <a:pt x="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p:cNvSpPr/>
              <p:nvPr/>
            </p:nvSpPr>
            <p:spPr>
              <a:xfrm>
                <a:off x="6218697" y="4247385"/>
                <a:ext cx="30264" cy="271092"/>
              </a:xfrm>
              <a:custGeom>
                <a:avLst/>
                <a:gdLst/>
                <a:ahLst/>
                <a:cxnLst/>
                <a:rect l="l" t="t" r="r" b="b"/>
                <a:pathLst>
                  <a:path w="189" h="1693" extrusionOk="0">
                    <a:moveTo>
                      <a:pt x="1" y="1"/>
                    </a:moveTo>
                    <a:lnTo>
                      <a:pt x="1" y="1693"/>
                    </a:lnTo>
                    <a:lnTo>
                      <a:pt x="189" y="1693"/>
                    </a:lnTo>
                    <a:lnTo>
                      <a:pt x="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p:cNvSpPr/>
              <p:nvPr/>
            </p:nvSpPr>
            <p:spPr>
              <a:xfrm>
                <a:off x="6201084" y="3367504"/>
                <a:ext cx="24979" cy="880047"/>
              </a:xfrm>
              <a:custGeom>
                <a:avLst/>
                <a:gdLst/>
                <a:ahLst/>
                <a:cxnLst/>
                <a:rect l="l" t="t" r="r" b="b"/>
                <a:pathLst>
                  <a:path w="156" h="5496" extrusionOk="0">
                    <a:moveTo>
                      <a:pt x="0" y="0"/>
                    </a:moveTo>
                    <a:lnTo>
                      <a:pt x="0" y="5496"/>
                    </a:lnTo>
                    <a:lnTo>
                      <a:pt x="155" y="5496"/>
                    </a:lnTo>
                    <a:lnTo>
                      <a:pt x="1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9"/>
              <p:cNvSpPr/>
              <p:nvPr/>
            </p:nvSpPr>
            <p:spPr>
              <a:xfrm>
                <a:off x="6135593" y="3268387"/>
                <a:ext cx="127620" cy="110646"/>
              </a:xfrm>
              <a:custGeom>
                <a:avLst/>
                <a:gdLst/>
                <a:ahLst/>
                <a:cxnLst/>
                <a:rect l="l" t="t" r="r" b="b"/>
                <a:pathLst>
                  <a:path w="797" h="691" extrusionOk="0">
                    <a:moveTo>
                      <a:pt x="465" y="0"/>
                    </a:moveTo>
                    <a:cubicBezTo>
                      <a:pt x="155" y="0"/>
                      <a:pt x="0" y="376"/>
                      <a:pt x="221" y="586"/>
                    </a:cubicBezTo>
                    <a:cubicBezTo>
                      <a:pt x="290" y="658"/>
                      <a:pt x="374" y="690"/>
                      <a:pt x="458" y="690"/>
                    </a:cubicBezTo>
                    <a:cubicBezTo>
                      <a:pt x="630" y="690"/>
                      <a:pt x="796" y="552"/>
                      <a:pt x="796" y="343"/>
                    </a:cubicBezTo>
                    <a:cubicBezTo>
                      <a:pt x="796" y="155"/>
                      <a:pt x="653" y="0"/>
                      <a:pt x="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p:cNvSpPr/>
              <p:nvPr/>
            </p:nvSpPr>
            <p:spPr>
              <a:xfrm>
                <a:off x="6119581" y="3268387"/>
                <a:ext cx="127620" cy="110646"/>
              </a:xfrm>
              <a:custGeom>
                <a:avLst/>
                <a:gdLst/>
                <a:ahLst/>
                <a:cxnLst/>
                <a:rect l="l" t="t" r="r" b="b"/>
                <a:pathLst>
                  <a:path w="797" h="691" extrusionOk="0">
                    <a:moveTo>
                      <a:pt x="454" y="0"/>
                    </a:moveTo>
                    <a:cubicBezTo>
                      <a:pt x="156" y="0"/>
                      <a:pt x="1" y="376"/>
                      <a:pt x="211" y="586"/>
                    </a:cubicBezTo>
                    <a:cubicBezTo>
                      <a:pt x="283" y="658"/>
                      <a:pt x="370" y="690"/>
                      <a:pt x="455" y="690"/>
                    </a:cubicBezTo>
                    <a:cubicBezTo>
                      <a:pt x="631" y="690"/>
                      <a:pt x="797" y="552"/>
                      <a:pt x="797" y="343"/>
                    </a:cubicBezTo>
                    <a:cubicBezTo>
                      <a:pt x="797" y="155"/>
                      <a:pt x="642"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9" name="Google Shape;849;p29"/>
          <p:cNvGrpSpPr/>
          <p:nvPr/>
        </p:nvGrpSpPr>
        <p:grpSpPr>
          <a:xfrm>
            <a:off x="933669" y="3458269"/>
            <a:ext cx="6604489" cy="1060233"/>
            <a:chOff x="2237800" y="2833350"/>
            <a:chExt cx="6107351" cy="980426"/>
          </a:xfrm>
        </p:grpSpPr>
        <p:sp>
          <p:nvSpPr>
            <p:cNvPr id="850" name="Google Shape;850;p29"/>
            <p:cNvSpPr/>
            <p:nvPr/>
          </p:nvSpPr>
          <p:spPr>
            <a:xfrm>
              <a:off x="2683274" y="3535792"/>
              <a:ext cx="2440091" cy="111130"/>
            </a:xfrm>
            <a:custGeom>
              <a:avLst/>
              <a:gdLst/>
              <a:ahLst/>
              <a:cxnLst/>
              <a:rect l="l" t="t" r="r" b="b"/>
              <a:pathLst>
                <a:path w="15326" h="698" extrusionOk="0">
                  <a:moveTo>
                    <a:pt x="0" y="1"/>
                  </a:moveTo>
                  <a:lnTo>
                    <a:pt x="0" y="697"/>
                  </a:lnTo>
                  <a:lnTo>
                    <a:pt x="15326" y="697"/>
                  </a:lnTo>
                  <a:lnTo>
                    <a:pt x="153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9"/>
            <p:cNvSpPr/>
            <p:nvPr/>
          </p:nvSpPr>
          <p:spPr>
            <a:xfrm>
              <a:off x="2475503" y="2898468"/>
              <a:ext cx="2860889" cy="605804"/>
            </a:xfrm>
            <a:custGeom>
              <a:avLst/>
              <a:gdLst/>
              <a:ahLst/>
              <a:cxnLst/>
              <a:rect l="l" t="t" r="r" b="b"/>
              <a:pathLst>
                <a:path w="17969" h="3805" extrusionOk="0">
                  <a:moveTo>
                    <a:pt x="951" y="1"/>
                  </a:moveTo>
                  <a:lnTo>
                    <a:pt x="0" y="2113"/>
                  </a:lnTo>
                  <a:lnTo>
                    <a:pt x="0" y="3805"/>
                  </a:lnTo>
                  <a:lnTo>
                    <a:pt x="17969" y="3805"/>
                  </a:lnTo>
                  <a:lnTo>
                    <a:pt x="179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p:cNvSpPr/>
            <p:nvPr/>
          </p:nvSpPr>
          <p:spPr>
            <a:xfrm>
              <a:off x="2875123" y="2965496"/>
              <a:ext cx="646244" cy="554696"/>
            </a:xfrm>
            <a:custGeom>
              <a:avLst/>
              <a:gdLst/>
              <a:ahLst/>
              <a:cxnLst/>
              <a:rect l="l" t="t" r="r" b="b"/>
              <a:pathLst>
                <a:path w="4059" h="3484" extrusionOk="0">
                  <a:moveTo>
                    <a:pt x="0" y="0"/>
                  </a:moveTo>
                  <a:lnTo>
                    <a:pt x="0"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p:cNvSpPr/>
            <p:nvPr/>
          </p:nvSpPr>
          <p:spPr>
            <a:xfrm>
              <a:off x="4447177" y="2965496"/>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p:cNvSpPr/>
            <p:nvPr/>
          </p:nvSpPr>
          <p:spPr>
            <a:xfrm>
              <a:off x="2917314" y="3007687"/>
              <a:ext cx="269547" cy="468403"/>
            </a:xfrm>
            <a:custGeom>
              <a:avLst/>
              <a:gdLst/>
              <a:ahLst/>
              <a:cxnLst/>
              <a:rect l="l" t="t" r="r" b="b"/>
              <a:pathLst>
                <a:path w="1693" h="2942" extrusionOk="0">
                  <a:moveTo>
                    <a:pt x="1" y="0"/>
                  </a:moveTo>
                  <a:lnTo>
                    <a:pt x="1" y="2942"/>
                  </a:lnTo>
                  <a:lnTo>
                    <a:pt x="1693" y="2942"/>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9"/>
            <p:cNvSpPr/>
            <p:nvPr/>
          </p:nvSpPr>
          <p:spPr>
            <a:xfrm>
              <a:off x="3211378" y="3007687"/>
              <a:ext cx="267795" cy="468403"/>
            </a:xfrm>
            <a:custGeom>
              <a:avLst/>
              <a:gdLst/>
              <a:ahLst/>
              <a:cxnLst/>
              <a:rect l="l" t="t" r="r" b="b"/>
              <a:pathLst>
                <a:path w="1682" h="2942" extrusionOk="0">
                  <a:moveTo>
                    <a:pt x="0" y="0"/>
                  </a:moveTo>
                  <a:lnTo>
                    <a:pt x="0" y="2942"/>
                  </a:lnTo>
                  <a:lnTo>
                    <a:pt x="1681" y="2942"/>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p:cNvSpPr/>
            <p:nvPr/>
          </p:nvSpPr>
          <p:spPr>
            <a:xfrm>
              <a:off x="4489527" y="3007687"/>
              <a:ext cx="269388" cy="468403"/>
            </a:xfrm>
            <a:custGeom>
              <a:avLst/>
              <a:gdLst/>
              <a:ahLst/>
              <a:cxnLst/>
              <a:rect l="l" t="t" r="r" b="b"/>
              <a:pathLst>
                <a:path w="1692" h="2942" extrusionOk="0">
                  <a:moveTo>
                    <a:pt x="0" y="0"/>
                  </a:moveTo>
                  <a:lnTo>
                    <a:pt x="0" y="2942"/>
                  </a:lnTo>
                  <a:lnTo>
                    <a:pt x="1692" y="2942"/>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p:cNvSpPr/>
            <p:nvPr/>
          </p:nvSpPr>
          <p:spPr>
            <a:xfrm>
              <a:off x="4783431" y="3007687"/>
              <a:ext cx="267795" cy="468403"/>
            </a:xfrm>
            <a:custGeom>
              <a:avLst/>
              <a:gdLst/>
              <a:ahLst/>
              <a:cxnLst/>
              <a:rect l="l" t="t" r="r" b="b"/>
              <a:pathLst>
                <a:path w="1682" h="2942" extrusionOk="0">
                  <a:moveTo>
                    <a:pt x="1" y="0"/>
                  </a:moveTo>
                  <a:lnTo>
                    <a:pt x="1" y="2942"/>
                  </a:lnTo>
                  <a:lnTo>
                    <a:pt x="1682" y="2942"/>
                  </a:lnTo>
                  <a:lnTo>
                    <a:pt x="16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p:cNvSpPr/>
            <p:nvPr/>
          </p:nvSpPr>
          <p:spPr>
            <a:xfrm>
              <a:off x="3361037" y="3579893"/>
              <a:ext cx="1059878" cy="117976"/>
            </a:xfrm>
            <a:custGeom>
              <a:avLst/>
              <a:gdLst/>
              <a:ahLst/>
              <a:cxnLst/>
              <a:rect l="l" t="t" r="r" b="b"/>
              <a:pathLst>
                <a:path w="6657" h="741" extrusionOk="0">
                  <a:moveTo>
                    <a:pt x="0" y="0"/>
                  </a:moveTo>
                  <a:lnTo>
                    <a:pt x="0" y="741"/>
                  </a:lnTo>
                  <a:lnTo>
                    <a:pt x="6657" y="741"/>
                  </a:lnTo>
                  <a:lnTo>
                    <a:pt x="6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p:cNvSpPr/>
            <p:nvPr/>
          </p:nvSpPr>
          <p:spPr>
            <a:xfrm>
              <a:off x="3361037" y="3630841"/>
              <a:ext cx="1059878" cy="28340"/>
            </a:xfrm>
            <a:custGeom>
              <a:avLst/>
              <a:gdLst/>
              <a:ahLst/>
              <a:cxnLst/>
              <a:rect l="l" t="t" r="r" b="b"/>
              <a:pathLst>
                <a:path w="6657" h="178" extrusionOk="0">
                  <a:moveTo>
                    <a:pt x="0" y="1"/>
                  </a:moveTo>
                  <a:lnTo>
                    <a:pt x="0" y="178"/>
                  </a:lnTo>
                  <a:lnTo>
                    <a:pt x="6657" y="178"/>
                  </a:lnTo>
                  <a:lnTo>
                    <a:pt x="6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p:cNvSpPr/>
            <p:nvPr/>
          </p:nvSpPr>
          <p:spPr>
            <a:xfrm>
              <a:off x="2420893" y="3549961"/>
              <a:ext cx="213186" cy="116225"/>
            </a:xfrm>
            <a:custGeom>
              <a:avLst/>
              <a:gdLst/>
              <a:ahLst/>
              <a:cxnLst/>
              <a:rect l="l" t="t" r="r" b="b"/>
              <a:pathLst>
                <a:path w="1339" h="730" extrusionOk="0">
                  <a:moveTo>
                    <a:pt x="1" y="0"/>
                  </a:moveTo>
                  <a:lnTo>
                    <a:pt x="1" y="730"/>
                  </a:lnTo>
                  <a:lnTo>
                    <a:pt x="1338" y="730"/>
                  </a:lnTo>
                  <a:lnTo>
                    <a:pt x="1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p:cNvSpPr/>
            <p:nvPr/>
          </p:nvSpPr>
          <p:spPr>
            <a:xfrm>
              <a:off x="2301166" y="3608074"/>
              <a:ext cx="251874" cy="58113"/>
            </a:xfrm>
            <a:custGeom>
              <a:avLst/>
              <a:gdLst/>
              <a:ahLst/>
              <a:cxnLst/>
              <a:rect l="l" t="t" r="r" b="b"/>
              <a:pathLst>
                <a:path w="1582" h="365" extrusionOk="0">
                  <a:moveTo>
                    <a:pt x="1" y="0"/>
                  </a:moveTo>
                  <a:lnTo>
                    <a:pt x="1" y="365"/>
                  </a:lnTo>
                  <a:lnTo>
                    <a:pt x="1582" y="365"/>
                  </a:lnTo>
                  <a:lnTo>
                    <a:pt x="15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p:cNvSpPr/>
            <p:nvPr/>
          </p:nvSpPr>
          <p:spPr>
            <a:xfrm>
              <a:off x="2237800" y="3579893"/>
              <a:ext cx="116384" cy="114474"/>
            </a:xfrm>
            <a:custGeom>
              <a:avLst/>
              <a:gdLst/>
              <a:ahLst/>
              <a:cxnLst/>
              <a:rect l="l" t="t" r="r" b="b"/>
              <a:pathLst>
                <a:path w="731" h="719" extrusionOk="0">
                  <a:moveTo>
                    <a:pt x="1" y="0"/>
                  </a:moveTo>
                  <a:lnTo>
                    <a:pt x="1" y="177"/>
                  </a:lnTo>
                  <a:lnTo>
                    <a:pt x="399" y="177"/>
                  </a:lnTo>
                  <a:lnTo>
                    <a:pt x="399" y="542"/>
                  </a:lnTo>
                  <a:lnTo>
                    <a:pt x="1" y="542"/>
                  </a:lnTo>
                  <a:lnTo>
                    <a:pt x="1" y="719"/>
                  </a:lnTo>
                  <a:lnTo>
                    <a:pt x="730" y="719"/>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9"/>
            <p:cNvSpPr/>
            <p:nvPr/>
          </p:nvSpPr>
          <p:spPr>
            <a:xfrm>
              <a:off x="5165539" y="3549961"/>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9"/>
            <p:cNvSpPr/>
            <p:nvPr/>
          </p:nvSpPr>
          <p:spPr>
            <a:xfrm>
              <a:off x="5248329" y="3608074"/>
              <a:ext cx="140903" cy="58113"/>
            </a:xfrm>
            <a:custGeom>
              <a:avLst/>
              <a:gdLst/>
              <a:ahLst/>
              <a:cxnLst/>
              <a:rect l="l" t="t" r="r" b="b"/>
              <a:pathLst>
                <a:path w="885" h="365" extrusionOk="0">
                  <a:moveTo>
                    <a:pt x="0" y="0"/>
                  </a:moveTo>
                  <a:lnTo>
                    <a:pt x="0" y="365"/>
                  </a:lnTo>
                  <a:lnTo>
                    <a:pt x="885" y="365"/>
                  </a:lnTo>
                  <a:lnTo>
                    <a:pt x="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9"/>
            <p:cNvSpPr/>
            <p:nvPr/>
          </p:nvSpPr>
          <p:spPr>
            <a:xfrm>
              <a:off x="5336213" y="3579893"/>
              <a:ext cx="116384" cy="114474"/>
            </a:xfrm>
            <a:custGeom>
              <a:avLst/>
              <a:gdLst/>
              <a:ahLst/>
              <a:cxnLst/>
              <a:rect l="l" t="t" r="r" b="b"/>
              <a:pathLst>
                <a:path w="731" h="719" extrusionOk="0">
                  <a:moveTo>
                    <a:pt x="1" y="0"/>
                  </a:moveTo>
                  <a:lnTo>
                    <a:pt x="1" y="719"/>
                  </a:lnTo>
                  <a:lnTo>
                    <a:pt x="731" y="719"/>
                  </a:lnTo>
                  <a:lnTo>
                    <a:pt x="731" y="542"/>
                  </a:lnTo>
                  <a:lnTo>
                    <a:pt x="333" y="542"/>
                  </a:lnTo>
                  <a:lnTo>
                    <a:pt x="333"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9"/>
            <p:cNvSpPr/>
            <p:nvPr/>
          </p:nvSpPr>
          <p:spPr>
            <a:xfrm>
              <a:off x="2508937" y="2931902"/>
              <a:ext cx="2827455" cy="572369"/>
            </a:xfrm>
            <a:custGeom>
              <a:avLst/>
              <a:gdLst/>
              <a:ahLst/>
              <a:cxnLst/>
              <a:rect l="l" t="t" r="r" b="b"/>
              <a:pathLst>
                <a:path w="17759" h="3595" extrusionOk="0">
                  <a:moveTo>
                    <a:pt x="929" y="1"/>
                  </a:moveTo>
                  <a:lnTo>
                    <a:pt x="0" y="2080"/>
                  </a:lnTo>
                  <a:lnTo>
                    <a:pt x="0" y="3595"/>
                  </a:lnTo>
                  <a:lnTo>
                    <a:pt x="2389" y="3595"/>
                  </a:lnTo>
                  <a:lnTo>
                    <a:pt x="2389" y="322"/>
                  </a:lnTo>
                  <a:lnTo>
                    <a:pt x="6270" y="322"/>
                  </a:lnTo>
                  <a:lnTo>
                    <a:pt x="6270" y="3595"/>
                  </a:lnTo>
                  <a:lnTo>
                    <a:pt x="12263" y="3595"/>
                  </a:lnTo>
                  <a:lnTo>
                    <a:pt x="12263" y="322"/>
                  </a:lnTo>
                  <a:lnTo>
                    <a:pt x="16144" y="322"/>
                  </a:lnTo>
                  <a:lnTo>
                    <a:pt x="16144" y="3595"/>
                  </a:lnTo>
                  <a:lnTo>
                    <a:pt x="17759" y="3595"/>
                  </a:lnTo>
                  <a:lnTo>
                    <a:pt x="17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9"/>
            <p:cNvSpPr/>
            <p:nvPr/>
          </p:nvSpPr>
          <p:spPr>
            <a:xfrm>
              <a:off x="5130353" y="3325467"/>
              <a:ext cx="151570" cy="26429"/>
            </a:xfrm>
            <a:custGeom>
              <a:avLst/>
              <a:gdLst/>
              <a:ahLst/>
              <a:cxnLst/>
              <a:rect l="l" t="t" r="r" b="b"/>
              <a:pathLst>
                <a:path w="952" h="166" extrusionOk="0">
                  <a:moveTo>
                    <a:pt x="0" y="0"/>
                  </a:moveTo>
                  <a:lnTo>
                    <a:pt x="0" y="166"/>
                  </a:lnTo>
                  <a:lnTo>
                    <a:pt x="951" y="166"/>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9"/>
            <p:cNvSpPr/>
            <p:nvPr/>
          </p:nvSpPr>
          <p:spPr>
            <a:xfrm>
              <a:off x="5130353" y="3385172"/>
              <a:ext cx="151570" cy="26588"/>
            </a:xfrm>
            <a:custGeom>
              <a:avLst/>
              <a:gdLst/>
              <a:ahLst/>
              <a:cxnLst/>
              <a:rect l="l" t="t" r="r" b="b"/>
              <a:pathLst>
                <a:path w="952" h="167" extrusionOk="0">
                  <a:moveTo>
                    <a:pt x="0" y="1"/>
                  </a:moveTo>
                  <a:lnTo>
                    <a:pt x="0" y="167"/>
                  </a:lnTo>
                  <a:lnTo>
                    <a:pt x="951" y="167"/>
                  </a:lnTo>
                  <a:lnTo>
                    <a:pt x="9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9"/>
            <p:cNvSpPr/>
            <p:nvPr/>
          </p:nvSpPr>
          <p:spPr>
            <a:xfrm>
              <a:off x="4017624"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9"/>
            <p:cNvSpPr/>
            <p:nvPr/>
          </p:nvSpPr>
          <p:spPr>
            <a:xfrm>
              <a:off x="4008868" y="2991766"/>
              <a:ext cx="382110" cy="273049"/>
            </a:xfrm>
            <a:custGeom>
              <a:avLst/>
              <a:gdLst/>
              <a:ahLst/>
              <a:cxnLst/>
              <a:rect l="l" t="t" r="r" b="b"/>
              <a:pathLst>
                <a:path w="2400" h="1715" extrusionOk="0">
                  <a:moveTo>
                    <a:pt x="2300" y="100"/>
                  </a:moveTo>
                  <a:lnTo>
                    <a:pt x="2300" y="1604"/>
                  </a:lnTo>
                  <a:lnTo>
                    <a:pt x="111" y="1604"/>
                  </a:lnTo>
                  <a:lnTo>
                    <a:pt x="111" y="100"/>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9"/>
            <p:cNvSpPr/>
            <p:nvPr/>
          </p:nvSpPr>
          <p:spPr>
            <a:xfrm>
              <a:off x="3593326"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9"/>
            <p:cNvSpPr/>
            <p:nvPr/>
          </p:nvSpPr>
          <p:spPr>
            <a:xfrm>
              <a:off x="3584569" y="2991766"/>
              <a:ext cx="382269" cy="273049"/>
            </a:xfrm>
            <a:custGeom>
              <a:avLst/>
              <a:gdLst/>
              <a:ahLst/>
              <a:cxnLst/>
              <a:rect l="l" t="t" r="r" b="b"/>
              <a:pathLst>
                <a:path w="2401" h="1715" extrusionOk="0">
                  <a:moveTo>
                    <a:pt x="2290" y="100"/>
                  </a:moveTo>
                  <a:lnTo>
                    <a:pt x="2290" y="1604"/>
                  </a:lnTo>
                  <a:lnTo>
                    <a:pt x="111" y="1604"/>
                  </a:lnTo>
                  <a:lnTo>
                    <a:pt x="100" y="100"/>
                  </a:lnTo>
                  <a:close/>
                  <a:moveTo>
                    <a:pt x="1" y="1"/>
                  </a:moveTo>
                  <a:lnTo>
                    <a:pt x="1"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9"/>
            <p:cNvSpPr/>
            <p:nvPr/>
          </p:nvSpPr>
          <p:spPr>
            <a:xfrm>
              <a:off x="2961416"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9"/>
            <p:cNvSpPr/>
            <p:nvPr/>
          </p:nvSpPr>
          <p:spPr>
            <a:xfrm>
              <a:off x="2954251" y="3034116"/>
              <a:ext cx="195672" cy="207932"/>
            </a:xfrm>
            <a:custGeom>
              <a:avLst/>
              <a:gdLst/>
              <a:ahLst/>
              <a:cxnLst/>
              <a:rect l="l" t="t" r="r" b="b"/>
              <a:pathLst>
                <a:path w="1229" h="1306" extrusionOk="0">
                  <a:moveTo>
                    <a:pt x="1129" y="111"/>
                  </a:moveTo>
                  <a:lnTo>
                    <a:pt x="1129" y="1206"/>
                  </a:lnTo>
                  <a:lnTo>
                    <a:pt x="100" y="1206"/>
                  </a:lnTo>
                  <a:lnTo>
                    <a:pt x="100" y="111"/>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9"/>
            <p:cNvSpPr/>
            <p:nvPr/>
          </p:nvSpPr>
          <p:spPr>
            <a:xfrm>
              <a:off x="3255320" y="3042872"/>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9"/>
            <p:cNvSpPr/>
            <p:nvPr/>
          </p:nvSpPr>
          <p:spPr>
            <a:xfrm>
              <a:off x="3246564" y="3034116"/>
              <a:ext cx="197264" cy="207932"/>
            </a:xfrm>
            <a:custGeom>
              <a:avLst/>
              <a:gdLst/>
              <a:ahLst/>
              <a:cxnLst/>
              <a:rect l="l" t="t" r="r" b="b"/>
              <a:pathLst>
                <a:path w="1239" h="1306" extrusionOk="0">
                  <a:moveTo>
                    <a:pt x="1128" y="111"/>
                  </a:moveTo>
                  <a:lnTo>
                    <a:pt x="1128" y="1206"/>
                  </a:lnTo>
                  <a:lnTo>
                    <a:pt x="111" y="1206"/>
                  </a:lnTo>
                  <a:lnTo>
                    <a:pt x="111"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9"/>
            <p:cNvSpPr/>
            <p:nvPr/>
          </p:nvSpPr>
          <p:spPr>
            <a:xfrm>
              <a:off x="4533469" y="3042872"/>
              <a:ext cx="179751" cy="192010"/>
            </a:xfrm>
            <a:custGeom>
              <a:avLst/>
              <a:gdLst/>
              <a:ahLst/>
              <a:cxnLst/>
              <a:rect l="l" t="t" r="r" b="b"/>
              <a:pathLst>
                <a:path w="1129" h="1206" extrusionOk="0">
                  <a:moveTo>
                    <a:pt x="1" y="1"/>
                  </a:moveTo>
                  <a:lnTo>
                    <a:pt x="1"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4526464" y="3034116"/>
              <a:ext cx="195513" cy="207932"/>
            </a:xfrm>
            <a:custGeom>
              <a:avLst/>
              <a:gdLst/>
              <a:ahLst/>
              <a:cxnLst/>
              <a:rect l="l" t="t" r="r" b="b"/>
              <a:pathLst>
                <a:path w="1228" h="1306" extrusionOk="0">
                  <a:moveTo>
                    <a:pt x="1128" y="111"/>
                  </a:moveTo>
                  <a:lnTo>
                    <a:pt x="1128" y="1206"/>
                  </a:lnTo>
                  <a:lnTo>
                    <a:pt x="111" y="1206"/>
                  </a:lnTo>
                  <a:lnTo>
                    <a:pt x="111" y="111"/>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9"/>
            <p:cNvSpPr/>
            <p:nvPr/>
          </p:nvSpPr>
          <p:spPr>
            <a:xfrm>
              <a:off x="4827533"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9"/>
            <p:cNvSpPr/>
            <p:nvPr/>
          </p:nvSpPr>
          <p:spPr>
            <a:xfrm>
              <a:off x="4818617" y="3034116"/>
              <a:ext cx="197424" cy="207932"/>
            </a:xfrm>
            <a:custGeom>
              <a:avLst/>
              <a:gdLst/>
              <a:ahLst/>
              <a:cxnLst/>
              <a:rect l="l" t="t" r="r" b="b"/>
              <a:pathLst>
                <a:path w="1240" h="1306" extrusionOk="0">
                  <a:moveTo>
                    <a:pt x="1129" y="111"/>
                  </a:moveTo>
                  <a:lnTo>
                    <a:pt x="1129" y="1206"/>
                  </a:lnTo>
                  <a:lnTo>
                    <a:pt x="112" y="1206"/>
                  </a:lnTo>
                  <a:lnTo>
                    <a:pt x="112"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593326" y="3325467"/>
              <a:ext cx="794152" cy="26429"/>
            </a:xfrm>
            <a:custGeom>
              <a:avLst/>
              <a:gdLst/>
              <a:ahLst/>
              <a:cxnLst/>
              <a:rect l="l" t="t" r="r" b="b"/>
              <a:pathLst>
                <a:path w="4988" h="166" extrusionOk="0">
                  <a:moveTo>
                    <a:pt x="1" y="0"/>
                  </a:moveTo>
                  <a:lnTo>
                    <a:pt x="1" y="166"/>
                  </a:lnTo>
                  <a:lnTo>
                    <a:pt x="4988" y="166"/>
                  </a:lnTo>
                  <a:lnTo>
                    <a:pt x="49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9"/>
            <p:cNvSpPr/>
            <p:nvPr/>
          </p:nvSpPr>
          <p:spPr>
            <a:xfrm>
              <a:off x="3593326" y="3385172"/>
              <a:ext cx="794152" cy="26588"/>
            </a:xfrm>
            <a:custGeom>
              <a:avLst/>
              <a:gdLst/>
              <a:ahLst/>
              <a:cxnLst/>
              <a:rect l="l" t="t" r="r" b="b"/>
              <a:pathLst>
                <a:path w="4988" h="167" extrusionOk="0">
                  <a:moveTo>
                    <a:pt x="1" y="1"/>
                  </a:moveTo>
                  <a:lnTo>
                    <a:pt x="1" y="167"/>
                  </a:lnTo>
                  <a:lnTo>
                    <a:pt x="4988" y="167"/>
                  </a:lnTo>
                  <a:lnTo>
                    <a:pt x="498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9"/>
            <p:cNvSpPr/>
            <p:nvPr/>
          </p:nvSpPr>
          <p:spPr>
            <a:xfrm>
              <a:off x="2572303" y="3385172"/>
              <a:ext cx="221942" cy="26588"/>
            </a:xfrm>
            <a:custGeom>
              <a:avLst/>
              <a:gdLst/>
              <a:ahLst/>
              <a:cxnLst/>
              <a:rect l="l" t="t" r="r" b="b"/>
              <a:pathLst>
                <a:path w="1394" h="167" extrusionOk="0">
                  <a:moveTo>
                    <a:pt x="0" y="1"/>
                  </a:moveTo>
                  <a:lnTo>
                    <a:pt x="0" y="167"/>
                  </a:lnTo>
                  <a:lnTo>
                    <a:pt x="1394" y="167"/>
                  </a:lnTo>
                  <a:lnTo>
                    <a:pt x="13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2572303" y="3325467"/>
              <a:ext cx="221942" cy="26429"/>
            </a:xfrm>
            <a:custGeom>
              <a:avLst/>
              <a:gdLst/>
              <a:ahLst/>
              <a:cxnLst/>
              <a:rect l="l" t="t" r="r" b="b"/>
              <a:pathLst>
                <a:path w="1394" h="166" extrusionOk="0">
                  <a:moveTo>
                    <a:pt x="0" y="0"/>
                  </a:moveTo>
                  <a:lnTo>
                    <a:pt x="0" y="166"/>
                  </a:lnTo>
                  <a:lnTo>
                    <a:pt x="1394" y="166"/>
                  </a:lnTo>
                  <a:lnTo>
                    <a:pt x="139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9"/>
            <p:cNvSpPr/>
            <p:nvPr/>
          </p:nvSpPr>
          <p:spPr>
            <a:xfrm>
              <a:off x="2572303" y="2998930"/>
              <a:ext cx="221942" cy="257128"/>
            </a:xfrm>
            <a:custGeom>
              <a:avLst/>
              <a:gdLst/>
              <a:ahLst/>
              <a:cxnLst/>
              <a:rect l="l" t="t" r="r" b="b"/>
              <a:pathLst>
                <a:path w="1394" h="1615" extrusionOk="0">
                  <a:moveTo>
                    <a:pt x="697" y="0"/>
                  </a:moveTo>
                  <a:lnTo>
                    <a:pt x="0" y="1615"/>
                  </a:lnTo>
                  <a:lnTo>
                    <a:pt x="1394" y="1615"/>
                  </a:lnTo>
                  <a:lnTo>
                    <a:pt x="13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9"/>
            <p:cNvSpPr/>
            <p:nvPr/>
          </p:nvSpPr>
          <p:spPr>
            <a:xfrm>
              <a:off x="2560044" y="2991766"/>
              <a:ext cx="243117" cy="273049"/>
            </a:xfrm>
            <a:custGeom>
              <a:avLst/>
              <a:gdLst/>
              <a:ahLst/>
              <a:cxnLst/>
              <a:rect l="l" t="t" r="r" b="b"/>
              <a:pathLst>
                <a:path w="1527" h="1715" extrusionOk="0">
                  <a:moveTo>
                    <a:pt x="1415" y="100"/>
                  </a:moveTo>
                  <a:lnTo>
                    <a:pt x="1415" y="1604"/>
                  </a:lnTo>
                  <a:lnTo>
                    <a:pt x="166" y="1604"/>
                  </a:lnTo>
                  <a:lnTo>
                    <a:pt x="818" y="100"/>
                  </a:lnTo>
                  <a:close/>
                  <a:moveTo>
                    <a:pt x="741" y="1"/>
                  </a:moveTo>
                  <a:lnTo>
                    <a:pt x="0" y="1715"/>
                  </a:lnTo>
                  <a:lnTo>
                    <a:pt x="1526" y="1715"/>
                  </a:lnTo>
                  <a:lnTo>
                    <a:pt x="1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2438566" y="2851022"/>
              <a:ext cx="2897827" cy="653249"/>
            </a:xfrm>
            <a:custGeom>
              <a:avLst/>
              <a:gdLst/>
              <a:ahLst/>
              <a:cxnLst/>
              <a:rect l="l" t="t" r="r" b="b"/>
              <a:pathLst>
                <a:path w="18201" h="4103" extrusionOk="0">
                  <a:moveTo>
                    <a:pt x="1040" y="0"/>
                  </a:moveTo>
                  <a:lnTo>
                    <a:pt x="0" y="2444"/>
                  </a:lnTo>
                  <a:lnTo>
                    <a:pt x="0" y="4103"/>
                  </a:lnTo>
                  <a:lnTo>
                    <a:pt x="232" y="4103"/>
                  </a:lnTo>
                  <a:lnTo>
                    <a:pt x="232" y="2544"/>
                  </a:lnTo>
                  <a:lnTo>
                    <a:pt x="1239" y="299"/>
                  </a:lnTo>
                  <a:lnTo>
                    <a:pt x="18201" y="299"/>
                  </a:lnTo>
                  <a:lnTo>
                    <a:pt x="182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9"/>
            <p:cNvSpPr/>
            <p:nvPr/>
          </p:nvSpPr>
          <p:spPr>
            <a:xfrm>
              <a:off x="2679612" y="3600909"/>
              <a:ext cx="250282" cy="212867"/>
            </a:xfrm>
            <a:custGeom>
              <a:avLst/>
              <a:gdLst/>
              <a:ahLst/>
              <a:cxnLst/>
              <a:rect l="l" t="t" r="r" b="b"/>
              <a:pathLst>
                <a:path w="1572" h="1337" extrusionOk="0">
                  <a:moveTo>
                    <a:pt x="908" y="1"/>
                  </a:moveTo>
                  <a:cubicBezTo>
                    <a:pt x="311" y="1"/>
                    <a:pt x="1" y="720"/>
                    <a:pt x="432" y="1140"/>
                  </a:cubicBezTo>
                  <a:cubicBezTo>
                    <a:pt x="568" y="1275"/>
                    <a:pt x="735" y="1336"/>
                    <a:pt x="898" y="1336"/>
                  </a:cubicBezTo>
                  <a:cubicBezTo>
                    <a:pt x="1242" y="1336"/>
                    <a:pt x="1571" y="1069"/>
                    <a:pt x="1571" y="664"/>
                  </a:cubicBezTo>
                  <a:cubicBezTo>
                    <a:pt x="1571" y="299"/>
                    <a:pt x="1273" y="1"/>
                    <a:pt x="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9"/>
            <p:cNvSpPr/>
            <p:nvPr/>
          </p:nvSpPr>
          <p:spPr>
            <a:xfrm>
              <a:off x="3054714" y="3600909"/>
              <a:ext cx="248371" cy="212867"/>
            </a:xfrm>
            <a:custGeom>
              <a:avLst/>
              <a:gdLst/>
              <a:ahLst/>
              <a:cxnLst/>
              <a:rect l="l" t="t" r="r" b="b"/>
              <a:pathLst>
                <a:path w="1560" h="1337" extrusionOk="0">
                  <a:moveTo>
                    <a:pt x="896" y="1"/>
                  </a:moveTo>
                  <a:cubicBezTo>
                    <a:pt x="299" y="1"/>
                    <a:pt x="0" y="720"/>
                    <a:pt x="420" y="1140"/>
                  </a:cubicBezTo>
                  <a:cubicBezTo>
                    <a:pt x="556" y="1275"/>
                    <a:pt x="723" y="1336"/>
                    <a:pt x="886" y="1336"/>
                  </a:cubicBezTo>
                  <a:cubicBezTo>
                    <a:pt x="1230" y="1336"/>
                    <a:pt x="1559" y="1069"/>
                    <a:pt x="1559" y="664"/>
                  </a:cubicBezTo>
                  <a:cubicBezTo>
                    <a:pt x="1559"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9"/>
            <p:cNvSpPr/>
            <p:nvPr/>
          </p:nvSpPr>
          <p:spPr>
            <a:xfrm>
              <a:off x="2915563" y="3725890"/>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9"/>
            <p:cNvSpPr/>
            <p:nvPr/>
          </p:nvSpPr>
          <p:spPr>
            <a:xfrm>
              <a:off x="2915563" y="3750568"/>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9"/>
            <p:cNvSpPr/>
            <p:nvPr/>
          </p:nvSpPr>
          <p:spPr>
            <a:xfrm>
              <a:off x="2748391" y="3733055"/>
              <a:ext cx="155073" cy="26429"/>
            </a:xfrm>
            <a:custGeom>
              <a:avLst/>
              <a:gdLst/>
              <a:ahLst/>
              <a:cxnLst/>
              <a:rect l="l" t="t" r="r" b="b"/>
              <a:pathLst>
                <a:path w="974" h="166" extrusionOk="0">
                  <a:moveTo>
                    <a:pt x="0" y="0"/>
                  </a:moveTo>
                  <a:lnTo>
                    <a:pt x="0" y="166"/>
                  </a:lnTo>
                  <a:lnTo>
                    <a:pt x="973" y="166"/>
                  </a:lnTo>
                  <a:lnTo>
                    <a:pt x="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9"/>
            <p:cNvSpPr/>
            <p:nvPr/>
          </p:nvSpPr>
          <p:spPr>
            <a:xfrm>
              <a:off x="2764153"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2852197"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9"/>
            <p:cNvSpPr/>
            <p:nvPr/>
          </p:nvSpPr>
          <p:spPr>
            <a:xfrm>
              <a:off x="3118080" y="3733055"/>
              <a:ext cx="153322" cy="26429"/>
            </a:xfrm>
            <a:custGeom>
              <a:avLst/>
              <a:gdLst/>
              <a:ahLst/>
              <a:cxnLst/>
              <a:rect l="l" t="t" r="r" b="b"/>
              <a:pathLst>
                <a:path w="963" h="166" extrusionOk="0">
                  <a:moveTo>
                    <a:pt x="0" y="0"/>
                  </a:moveTo>
                  <a:lnTo>
                    <a:pt x="0" y="166"/>
                  </a:lnTo>
                  <a:lnTo>
                    <a:pt x="962" y="166"/>
                  </a:lnTo>
                  <a:lnTo>
                    <a:pt x="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9"/>
            <p:cNvSpPr/>
            <p:nvPr/>
          </p:nvSpPr>
          <p:spPr>
            <a:xfrm>
              <a:off x="3133842"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9"/>
            <p:cNvSpPr/>
            <p:nvPr/>
          </p:nvSpPr>
          <p:spPr>
            <a:xfrm>
              <a:off x="3220134"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9"/>
            <p:cNvSpPr/>
            <p:nvPr/>
          </p:nvSpPr>
          <p:spPr>
            <a:xfrm>
              <a:off x="2959665" y="3611576"/>
              <a:ext cx="102214" cy="28340"/>
            </a:xfrm>
            <a:custGeom>
              <a:avLst/>
              <a:gdLst/>
              <a:ahLst/>
              <a:cxnLst/>
              <a:rect l="l" t="t" r="r" b="b"/>
              <a:pathLst>
                <a:path w="642" h="178" extrusionOk="0">
                  <a:moveTo>
                    <a:pt x="0" y="0"/>
                  </a:moveTo>
                  <a:lnTo>
                    <a:pt x="0" y="177"/>
                  </a:lnTo>
                  <a:lnTo>
                    <a:pt x="641" y="177"/>
                  </a:lnTo>
                  <a:lnTo>
                    <a:pt x="6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9"/>
            <p:cNvSpPr/>
            <p:nvPr/>
          </p:nvSpPr>
          <p:spPr>
            <a:xfrm>
              <a:off x="2929733" y="3579893"/>
              <a:ext cx="160327" cy="21175"/>
            </a:xfrm>
            <a:custGeom>
              <a:avLst/>
              <a:gdLst/>
              <a:ahLst/>
              <a:cxnLst/>
              <a:rect l="l" t="t" r="r" b="b"/>
              <a:pathLst>
                <a:path w="1007" h="133" extrusionOk="0">
                  <a:moveTo>
                    <a:pt x="0" y="0"/>
                  </a:moveTo>
                  <a:lnTo>
                    <a:pt x="0" y="133"/>
                  </a:lnTo>
                  <a:lnTo>
                    <a:pt x="1006" y="133"/>
                  </a:lnTo>
                  <a:lnTo>
                    <a:pt x="10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9"/>
            <p:cNvSpPr/>
            <p:nvPr/>
          </p:nvSpPr>
          <p:spPr>
            <a:xfrm>
              <a:off x="2748391" y="3634344"/>
              <a:ext cx="523013" cy="84701"/>
            </a:xfrm>
            <a:custGeom>
              <a:avLst/>
              <a:gdLst/>
              <a:ahLst/>
              <a:cxnLst/>
              <a:rect l="l" t="t" r="r" b="b"/>
              <a:pathLst>
                <a:path w="3285" h="532" extrusionOk="0">
                  <a:moveTo>
                    <a:pt x="0" y="1"/>
                  </a:moveTo>
                  <a:lnTo>
                    <a:pt x="0" y="322"/>
                  </a:lnTo>
                  <a:lnTo>
                    <a:pt x="1106" y="322"/>
                  </a:lnTo>
                  <a:lnTo>
                    <a:pt x="1316" y="532"/>
                  </a:lnTo>
                  <a:lnTo>
                    <a:pt x="1968" y="532"/>
                  </a:lnTo>
                  <a:lnTo>
                    <a:pt x="2190" y="322"/>
                  </a:lnTo>
                  <a:lnTo>
                    <a:pt x="3284" y="322"/>
                  </a:lnTo>
                  <a:lnTo>
                    <a:pt x="3284" y="1"/>
                  </a:lnTo>
                  <a:lnTo>
                    <a:pt x="2190" y="1"/>
                  </a:lnTo>
                  <a:lnTo>
                    <a:pt x="1968" y="111"/>
                  </a:lnTo>
                  <a:lnTo>
                    <a:pt x="1316" y="111"/>
                  </a:lnTo>
                  <a:lnTo>
                    <a:pt x="11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9"/>
            <p:cNvSpPr/>
            <p:nvPr/>
          </p:nvSpPr>
          <p:spPr>
            <a:xfrm>
              <a:off x="2810006" y="3695958"/>
              <a:ext cx="31842" cy="26588"/>
            </a:xfrm>
            <a:custGeom>
              <a:avLst/>
              <a:gdLst/>
              <a:ahLst/>
              <a:cxnLst/>
              <a:rect l="l" t="t" r="r" b="b"/>
              <a:pathLst>
                <a:path w="200" h="167" extrusionOk="0">
                  <a:moveTo>
                    <a:pt x="0" y="1"/>
                  </a:moveTo>
                  <a:lnTo>
                    <a:pt x="0" y="167"/>
                  </a:lnTo>
                  <a:lnTo>
                    <a:pt x="199" y="167"/>
                  </a:lnTo>
                  <a:lnTo>
                    <a:pt x="1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9"/>
            <p:cNvSpPr/>
            <p:nvPr/>
          </p:nvSpPr>
          <p:spPr>
            <a:xfrm>
              <a:off x="2898050" y="3695958"/>
              <a:ext cx="33594" cy="26588"/>
            </a:xfrm>
            <a:custGeom>
              <a:avLst/>
              <a:gdLst/>
              <a:ahLst/>
              <a:cxnLst/>
              <a:rect l="l" t="t" r="r" b="b"/>
              <a:pathLst>
                <a:path w="211" h="167" extrusionOk="0">
                  <a:moveTo>
                    <a:pt x="0" y="1"/>
                  </a:moveTo>
                  <a:lnTo>
                    <a:pt x="0" y="167"/>
                  </a:lnTo>
                  <a:lnTo>
                    <a:pt x="44" y="167"/>
                  </a:lnTo>
                  <a:lnTo>
                    <a:pt x="44" y="111"/>
                  </a:lnTo>
                  <a:lnTo>
                    <a:pt x="210" y="111"/>
                  </a:lnTo>
                  <a:cubicBezTo>
                    <a:pt x="210" y="100"/>
                    <a:pt x="210" y="89"/>
                    <a:pt x="210"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9"/>
            <p:cNvSpPr/>
            <p:nvPr/>
          </p:nvSpPr>
          <p:spPr>
            <a:xfrm>
              <a:off x="3179695" y="3695958"/>
              <a:ext cx="30091" cy="26588"/>
            </a:xfrm>
            <a:custGeom>
              <a:avLst/>
              <a:gdLst/>
              <a:ahLst/>
              <a:cxnLst/>
              <a:rect l="l" t="t" r="r" b="b"/>
              <a:pathLst>
                <a:path w="189"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9"/>
            <p:cNvSpPr/>
            <p:nvPr/>
          </p:nvSpPr>
          <p:spPr>
            <a:xfrm>
              <a:off x="3088148" y="3695958"/>
              <a:ext cx="35345" cy="26588"/>
            </a:xfrm>
            <a:custGeom>
              <a:avLst/>
              <a:gdLst/>
              <a:ahLst/>
              <a:cxnLst/>
              <a:rect l="l" t="t" r="r" b="b"/>
              <a:pathLst>
                <a:path w="222" h="167" extrusionOk="0">
                  <a:moveTo>
                    <a:pt x="78" y="1"/>
                  </a:moveTo>
                  <a:lnTo>
                    <a:pt x="0" y="78"/>
                  </a:lnTo>
                  <a:lnTo>
                    <a:pt x="0" y="111"/>
                  </a:lnTo>
                  <a:lnTo>
                    <a:pt x="166" y="111"/>
                  </a:lnTo>
                  <a:lnTo>
                    <a:pt x="166"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9"/>
            <p:cNvSpPr/>
            <p:nvPr/>
          </p:nvSpPr>
          <p:spPr>
            <a:xfrm>
              <a:off x="4440172" y="3600909"/>
              <a:ext cx="250123" cy="212867"/>
            </a:xfrm>
            <a:custGeom>
              <a:avLst/>
              <a:gdLst/>
              <a:ahLst/>
              <a:cxnLst/>
              <a:rect l="l" t="t" r="r" b="b"/>
              <a:pathLst>
                <a:path w="1571" h="1337" extrusionOk="0">
                  <a:moveTo>
                    <a:pt x="907" y="1"/>
                  </a:moveTo>
                  <a:cubicBezTo>
                    <a:pt x="310" y="1"/>
                    <a:pt x="1" y="720"/>
                    <a:pt x="432" y="1140"/>
                  </a:cubicBezTo>
                  <a:cubicBezTo>
                    <a:pt x="567" y="1275"/>
                    <a:pt x="734" y="1336"/>
                    <a:pt x="898" y="1336"/>
                  </a:cubicBezTo>
                  <a:cubicBezTo>
                    <a:pt x="1241" y="1336"/>
                    <a:pt x="1571" y="1069"/>
                    <a:pt x="1571" y="664"/>
                  </a:cubicBezTo>
                  <a:cubicBezTo>
                    <a:pt x="1571" y="299"/>
                    <a:pt x="1272" y="1"/>
                    <a:pt x="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9"/>
            <p:cNvSpPr/>
            <p:nvPr/>
          </p:nvSpPr>
          <p:spPr>
            <a:xfrm>
              <a:off x="4815114" y="3600909"/>
              <a:ext cx="250123" cy="212867"/>
            </a:xfrm>
            <a:custGeom>
              <a:avLst/>
              <a:gdLst/>
              <a:ahLst/>
              <a:cxnLst/>
              <a:rect l="l" t="t" r="r" b="b"/>
              <a:pathLst>
                <a:path w="1571" h="1337" extrusionOk="0">
                  <a:moveTo>
                    <a:pt x="897" y="1"/>
                  </a:moveTo>
                  <a:cubicBezTo>
                    <a:pt x="299" y="1"/>
                    <a:pt x="1" y="720"/>
                    <a:pt x="421" y="1140"/>
                  </a:cubicBezTo>
                  <a:cubicBezTo>
                    <a:pt x="557" y="1275"/>
                    <a:pt x="725" y="1336"/>
                    <a:pt x="890" y="1336"/>
                  </a:cubicBezTo>
                  <a:cubicBezTo>
                    <a:pt x="1236" y="1336"/>
                    <a:pt x="1571" y="1069"/>
                    <a:pt x="1571" y="664"/>
                  </a:cubicBezTo>
                  <a:cubicBezTo>
                    <a:pt x="1571" y="299"/>
                    <a:pt x="1261"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9"/>
            <p:cNvSpPr/>
            <p:nvPr/>
          </p:nvSpPr>
          <p:spPr>
            <a:xfrm>
              <a:off x="4676123"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9"/>
            <p:cNvSpPr/>
            <p:nvPr/>
          </p:nvSpPr>
          <p:spPr>
            <a:xfrm>
              <a:off x="4676123"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9"/>
            <p:cNvSpPr/>
            <p:nvPr/>
          </p:nvSpPr>
          <p:spPr>
            <a:xfrm>
              <a:off x="4508792"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9"/>
            <p:cNvSpPr/>
            <p:nvPr/>
          </p:nvSpPr>
          <p:spPr>
            <a:xfrm>
              <a:off x="4524713"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9"/>
            <p:cNvSpPr/>
            <p:nvPr/>
          </p:nvSpPr>
          <p:spPr>
            <a:xfrm>
              <a:off x="4612757"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9"/>
            <p:cNvSpPr/>
            <p:nvPr/>
          </p:nvSpPr>
          <p:spPr>
            <a:xfrm>
              <a:off x="4878481"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9"/>
            <p:cNvSpPr/>
            <p:nvPr/>
          </p:nvSpPr>
          <p:spPr>
            <a:xfrm>
              <a:off x="4894402"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p:cNvSpPr/>
            <p:nvPr/>
          </p:nvSpPr>
          <p:spPr>
            <a:xfrm>
              <a:off x="498069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9"/>
            <p:cNvSpPr/>
            <p:nvPr/>
          </p:nvSpPr>
          <p:spPr>
            <a:xfrm>
              <a:off x="4720065"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9"/>
            <p:cNvSpPr/>
            <p:nvPr/>
          </p:nvSpPr>
          <p:spPr>
            <a:xfrm>
              <a:off x="469013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9"/>
            <p:cNvSpPr/>
            <p:nvPr/>
          </p:nvSpPr>
          <p:spPr>
            <a:xfrm>
              <a:off x="4508792"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9"/>
            <p:cNvSpPr/>
            <p:nvPr/>
          </p:nvSpPr>
          <p:spPr>
            <a:xfrm>
              <a:off x="4570406" y="3695958"/>
              <a:ext cx="31843" cy="26588"/>
            </a:xfrm>
            <a:custGeom>
              <a:avLst/>
              <a:gdLst/>
              <a:ahLst/>
              <a:cxnLst/>
              <a:rect l="l" t="t" r="r" b="b"/>
              <a:pathLst>
                <a:path w="200" h="167" extrusionOk="0">
                  <a:moveTo>
                    <a:pt x="1" y="1"/>
                  </a:moveTo>
                  <a:lnTo>
                    <a:pt x="1" y="167"/>
                  </a:lnTo>
                  <a:lnTo>
                    <a:pt x="200" y="167"/>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9"/>
            <p:cNvSpPr/>
            <p:nvPr/>
          </p:nvSpPr>
          <p:spPr>
            <a:xfrm>
              <a:off x="4658450" y="3695958"/>
              <a:ext cx="33594" cy="26588"/>
            </a:xfrm>
            <a:custGeom>
              <a:avLst/>
              <a:gdLst/>
              <a:ahLst/>
              <a:cxnLst/>
              <a:rect l="l" t="t" r="r" b="b"/>
              <a:pathLst>
                <a:path w="211" h="167" extrusionOk="0">
                  <a:moveTo>
                    <a:pt x="1" y="1"/>
                  </a:moveTo>
                  <a:lnTo>
                    <a:pt x="1" y="167"/>
                  </a:lnTo>
                  <a:lnTo>
                    <a:pt x="45" y="167"/>
                  </a:lnTo>
                  <a:lnTo>
                    <a:pt x="45" y="111"/>
                  </a:lnTo>
                  <a:lnTo>
                    <a:pt x="211" y="111"/>
                  </a:lnTo>
                  <a:cubicBezTo>
                    <a:pt x="211" y="100"/>
                    <a:pt x="211" y="89"/>
                    <a:pt x="211"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9"/>
            <p:cNvSpPr/>
            <p:nvPr/>
          </p:nvSpPr>
          <p:spPr>
            <a:xfrm>
              <a:off x="494009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9"/>
            <p:cNvSpPr/>
            <p:nvPr/>
          </p:nvSpPr>
          <p:spPr>
            <a:xfrm>
              <a:off x="4848549" y="3695958"/>
              <a:ext cx="35504" cy="26588"/>
            </a:xfrm>
            <a:custGeom>
              <a:avLst/>
              <a:gdLst/>
              <a:ahLst/>
              <a:cxnLst/>
              <a:rect l="l" t="t" r="r" b="b"/>
              <a:pathLst>
                <a:path w="223" h="167" extrusionOk="0">
                  <a:moveTo>
                    <a:pt x="78" y="1"/>
                  </a:moveTo>
                  <a:lnTo>
                    <a:pt x="1" y="78"/>
                  </a:lnTo>
                  <a:lnTo>
                    <a:pt x="1" y="111"/>
                  </a:ln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9"/>
            <p:cNvSpPr/>
            <p:nvPr/>
          </p:nvSpPr>
          <p:spPr>
            <a:xfrm>
              <a:off x="2343357" y="3504108"/>
              <a:ext cx="2993036" cy="63526"/>
            </a:xfrm>
            <a:custGeom>
              <a:avLst/>
              <a:gdLst/>
              <a:ahLst/>
              <a:cxnLst/>
              <a:rect l="l" t="t" r="r" b="b"/>
              <a:pathLst>
                <a:path w="18799" h="399" extrusionOk="0">
                  <a:moveTo>
                    <a:pt x="1" y="1"/>
                  </a:moveTo>
                  <a:lnTo>
                    <a:pt x="1" y="399"/>
                  </a:lnTo>
                  <a:lnTo>
                    <a:pt x="18799" y="399"/>
                  </a:lnTo>
                  <a:lnTo>
                    <a:pt x="187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9"/>
            <p:cNvSpPr/>
            <p:nvPr/>
          </p:nvSpPr>
          <p:spPr>
            <a:xfrm>
              <a:off x="5404993" y="2886208"/>
              <a:ext cx="68780" cy="665667"/>
            </a:xfrm>
            <a:custGeom>
              <a:avLst/>
              <a:gdLst/>
              <a:ahLst/>
              <a:cxnLst/>
              <a:rect l="l" t="t" r="r" b="b"/>
              <a:pathLst>
                <a:path w="432" h="4181" extrusionOk="0">
                  <a:moveTo>
                    <a:pt x="221" y="0"/>
                  </a:moveTo>
                  <a:cubicBezTo>
                    <a:pt x="100" y="0"/>
                    <a:pt x="0" y="89"/>
                    <a:pt x="0" y="211"/>
                  </a:cubicBezTo>
                  <a:lnTo>
                    <a:pt x="0" y="3970"/>
                  </a:lnTo>
                  <a:cubicBezTo>
                    <a:pt x="0" y="4081"/>
                    <a:pt x="100" y="4180"/>
                    <a:pt x="221" y="4180"/>
                  </a:cubicBezTo>
                  <a:cubicBezTo>
                    <a:pt x="343" y="4180"/>
                    <a:pt x="431" y="4081"/>
                    <a:pt x="431" y="3970"/>
                  </a:cubicBezTo>
                  <a:lnTo>
                    <a:pt x="431" y="211"/>
                  </a:lnTo>
                  <a:cubicBezTo>
                    <a:pt x="431" y="8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p:cNvSpPr/>
            <p:nvPr/>
          </p:nvSpPr>
          <p:spPr>
            <a:xfrm>
              <a:off x="5336213" y="2886049"/>
              <a:ext cx="68939" cy="665827"/>
            </a:xfrm>
            <a:custGeom>
              <a:avLst/>
              <a:gdLst/>
              <a:ahLst/>
              <a:cxnLst/>
              <a:rect l="l" t="t" r="r" b="b"/>
              <a:pathLst>
                <a:path w="433" h="4182" extrusionOk="0">
                  <a:moveTo>
                    <a:pt x="204" y="1"/>
                  </a:moveTo>
                  <a:cubicBezTo>
                    <a:pt x="91" y="1"/>
                    <a:pt x="1" y="96"/>
                    <a:pt x="1" y="212"/>
                  </a:cubicBezTo>
                  <a:lnTo>
                    <a:pt x="1" y="3971"/>
                  </a:lnTo>
                  <a:cubicBezTo>
                    <a:pt x="1" y="4082"/>
                    <a:pt x="100" y="4181"/>
                    <a:pt x="222" y="4181"/>
                  </a:cubicBezTo>
                  <a:cubicBezTo>
                    <a:pt x="344" y="4181"/>
                    <a:pt x="432" y="4082"/>
                    <a:pt x="432" y="3971"/>
                  </a:cubicBezTo>
                  <a:lnTo>
                    <a:pt x="432" y="212"/>
                  </a:lnTo>
                  <a:cubicBezTo>
                    <a:pt x="432" y="90"/>
                    <a:pt x="344" y="1"/>
                    <a:pt x="222" y="1"/>
                  </a:cubicBezTo>
                  <a:cubicBezTo>
                    <a:pt x="216" y="1"/>
                    <a:pt x="210" y="1"/>
                    <a:pt x="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9"/>
            <p:cNvSpPr/>
            <p:nvPr/>
          </p:nvSpPr>
          <p:spPr>
            <a:xfrm>
              <a:off x="5675971" y="3537543"/>
              <a:ext cx="2324025" cy="111130"/>
            </a:xfrm>
            <a:custGeom>
              <a:avLst/>
              <a:gdLst/>
              <a:ahLst/>
              <a:cxnLst/>
              <a:rect l="l" t="t" r="r" b="b"/>
              <a:pathLst>
                <a:path w="14597" h="698" extrusionOk="0">
                  <a:moveTo>
                    <a:pt x="1" y="1"/>
                  </a:moveTo>
                  <a:lnTo>
                    <a:pt x="1" y="697"/>
                  </a:lnTo>
                  <a:lnTo>
                    <a:pt x="14597" y="697"/>
                  </a:lnTo>
                  <a:lnTo>
                    <a:pt x="145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9"/>
            <p:cNvSpPr/>
            <p:nvPr/>
          </p:nvSpPr>
          <p:spPr>
            <a:xfrm>
              <a:off x="7316803" y="2967247"/>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9"/>
            <p:cNvSpPr/>
            <p:nvPr/>
          </p:nvSpPr>
          <p:spPr>
            <a:xfrm>
              <a:off x="5716569" y="2967247"/>
              <a:ext cx="646244" cy="554696"/>
            </a:xfrm>
            <a:custGeom>
              <a:avLst/>
              <a:gdLst/>
              <a:ahLst/>
              <a:cxnLst/>
              <a:rect l="l" t="t" r="r" b="b"/>
              <a:pathLst>
                <a:path w="4059" h="3484" extrusionOk="0">
                  <a:moveTo>
                    <a:pt x="0" y="0"/>
                  </a:moveTo>
                  <a:lnTo>
                    <a:pt x="0" y="3483"/>
                  </a:lnTo>
                  <a:lnTo>
                    <a:pt x="4058" y="3483"/>
                  </a:lnTo>
                  <a:lnTo>
                    <a:pt x="4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9"/>
            <p:cNvSpPr/>
            <p:nvPr/>
          </p:nvSpPr>
          <p:spPr>
            <a:xfrm>
              <a:off x="7359154" y="3009438"/>
              <a:ext cx="269388" cy="470155"/>
            </a:xfrm>
            <a:custGeom>
              <a:avLst/>
              <a:gdLst/>
              <a:ahLst/>
              <a:cxnLst/>
              <a:rect l="l" t="t" r="r" b="b"/>
              <a:pathLst>
                <a:path w="1692" h="2953" extrusionOk="0">
                  <a:moveTo>
                    <a:pt x="0" y="0"/>
                  </a:moveTo>
                  <a:lnTo>
                    <a:pt x="0" y="2953"/>
                  </a:lnTo>
                  <a:lnTo>
                    <a:pt x="1692" y="2953"/>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p:cNvSpPr/>
            <p:nvPr/>
          </p:nvSpPr>
          <p:spPr>
            <a:xfrm>
              <a:off x="7653058" y="3009438"/>
              <a:ext cx="267795" cy="470155"/>
            </a:xfrm>
            <a:custGeom>
              <a:avLst/>
              <a:gdLst/>
              <a:ahLst/>
              <a:cxnLst/>
              <a:rect l="l" t="t" r="r" b="b"/>
              <a:pathLst>
                <a:path w="1682" h="2953" extrusionOk="0">
                  <a:moveTo>
                    <a:pt x="1" y="0"/>
                  </a:moveTo>
                  <a:lnTo>
                    <a:pt x="1"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p:cNvSpPr/>
            <p:nvPr/>
          </p:nvSpPr>
          <p:spPr>
            <a:xfrm>
              <a:off x="8035165" y="3551713"/>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p:cNvSpPr/>
            <p:nvPr/>
          </p:nvSpPr>
          <p:spPr>
            <a:xfrm>
              <a:off x="811779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p:cNvSpPr/>
            <p:nvPr/>
          </p:nvSpPr>
          <p:spPr>
            <a:xfrm>
              <a:off x="8205840" y="3581644"/>
              <a:ext cx="116384" cy="116225"/>
            </a:xfrm>
            <a:custGeom>
              <a:avLst/>
              <a:gdLst/>
              <a:ahLst/>
              <a:cxnLst/>
              <a:rect l="l" t="t" r="r" b="b"/>
              <a:pathLst>
                <a:path w="731" h="730" extrusionOk="0">
                  <a:moveTo>
                    <a:pt x="1" y="0"/>
                  </a:moveTo>
                  <a:lnTo>
                    <a:pt x="1" y="730"/>
                  </a:lnTo>
                  <a:lnTo>
                    <a:pt x="731" y="730"/>
                  </a:lnTo>
                  <a:lnTo>
                    <a:pt x="731" y="542"/>
                  </a:lnTo>
                  <a:lnTo>
                    <a:pt x="332" y="542"/>
                  </a:lnTo>
                  <a:lnTo>
                    <a:pt x="332"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p:cNvSpPr/>
            <p:nvPr/>
          </p:nvSpPr>
          <p:spPr>
            <a:xfrm>
              <a:off x="6052824" y="3009438"/>
              <a:ext cx="267795" cy="470155"/>
            </a:xfrm>
            <a:custGeom>
              <a:avLst/>
              <a:gdLst/>
              <a:ahLst/>
              <a:cxnLst/>
              <a:rect l="l" t="t" r="r" b="b"/>
              <a:pathLst>
                <a:path w="1682" h="2953" extrusionOk="0">
                  <a:moveTo>
                    <a:pt x="0" y="0"/>
                  </a:moveTo>
                  <a:lnTo>
                    <a:pt x="0"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p:cNvSpPr/>
            <p:nvPr/>
          </p:nvSpPr>
          <p:spPr>
            <a:xfrm>
              <a:off x="5758761" y="3009438"/>
              <a:ext cx="269547" cy="470155"/>
            </a:xfrm>
            <a:custGeom>
              <a:avLst/>
              <a:gdLst/>
              <a:ahLst/>
              <a:cxnLst/>
              <a:rect l="l" t="t" r="r" b="b"/>
              <a:pathLst>
                <a:path w="1693" h="2953" extrusionOk="0">
                  <a:moveTo>
                    <a:pt x="1" y="0"/>
                  </a:moveTo>
                  <a:lnTo>
                    <a:pt x="1" y="2953"/>
                  </a:lnTo>
                  <a:lnTo>
                    <a:pt x="1693" y="2953"/>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p:cNvSpPr/>
            <p:nvPr/>
          </p:nvSpPr>
          <p:spPr>
            <a:xfrm>
              <a:off x="6390830" y="3583396"/>
              <a:ext cx="899710" cy="116384"/>
            </a:xfrm>
            <a:custGeom>
              <a:avLst/>
              <a:gdLst/>
              <a:ahLst/>
              <a:cxnLst/>
              <a:rect l="l" t="t" r="r" b="b"/>
              <a:pathLst>
                <a:path w="5651" h="731" extrusionOk="0">
                  <a:moveTo>
                    <a:pt x="0" y="0"/>
                  </a:moveTo>
                  <a:lnTo>
                    <a:pt x="0" y="730"/>
                  </a:lnTo>
                  <a:lnTo>
                    <a:pt x="5651" y="730"/>
                  </a:lnTo>
                  <a:lnTo>
                    <a:pt x="56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p:cNvSpPr/>
            <p:nvPr/>
          </p:nvSpPr>
          <p:spPr>
            <a:xfrm>
              <a:off x="5542233" y="3551713"/>
              <a:ext cx="102214" cy="116225"/>
            </a:xfrm>
            <a:custGeom>
              <a:avLst/>
              <a:gdLst/>
              <a:ahLst/>
              <a:cxnLst/>
              <a:rect l="l" t="t" r="r" b="b"/>
              <a:pathLst>
                <a:path w="642" h="730" extrusionOk="0">
                  <a:moveTo>
                    <a:pt x="1" y="0"/>
                  </a:moveTo>
                  <a:lnTo>
                    <a:pt x="1" y="730"/>
                  </a:lnTo>
                  <a:lnTo>
                    <a:pt x="642" y="730"/>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p:cNvSpPr/>
            <p:nvPr/>
          </p:nvSpPr>
          <p:spPr>
            <a:xfrm>
              <a:off x="542250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p:cNvSpPr/>
            <p:nvPr/>
          </p:nvSpPr>
          <p:spPr>
            <a:xfrm>
              <a:off x="5359140" y="3581644"/>
              <a:ext cx="114633" cy="116225"/>
            </a:xfrm>
            <a:custGeom>
              <a:avLst/>
              <a:gdLst/>
              <a:ahLst/>
              <a:cxnLst/>
              <a:rect l="l" t="t" r="r" b="b"/>
              <a:pathLst>
                <a:path w="720" h="730" extrusionOk="0">
                  <a:moveTo>
                    <a:pt x="1" y="0"/>
                  </a:moveTo>
                  <a:lnTo>
                    <a:pt x="1" y="177"/>
                  </a:lnTo>
                  <a:lnTo>
                    <a:pt x="388" y="177"/>
                  </a:lnTo>
                  <a:lnTo>
                    <a:pt x="388" y="542"/>
                  </a:lnTo>
                  <a:lnTo>
                    <a:pt x="1" y="542"/>
                  </a:lnTo>
                  <a:lnTo>
                    <a:pt x="1" y="730"/>
                  </a:lnTo>
                  <a:lnTo>
                    <a:pt x="719" y="730"/>
                  </a:lnTo>
                  <a:lnTo>
                    <a:pt x="7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p:cNvSpPr/>
            <p:nvPr/>
          </p:nvSpPr>
          <p:spPr>
            <a:xfrm>
              <a:off x="5473613" y="2933813"/>
              <a:ext cx="2732405" cy="573961"/>
            </a:xfrm>
            <a:custGeom>
              <a:avLst/>
              <a:gdLst/>
              <a:ahLst/>
              <a:cxnLst/>
              <a:rect l="l" t="t" r="r" b="b"/>
              <a:pathLst>
                <a:path w="17162" h="3605" extrusionOk="0">
                  <a:moveTo>
                    <a:pt x="0" y="0"/>
                  </a:moveTo>
                  <a:lnTo>
                    <a:pt x="0" y="3605"/>
                  </a:lnTo>
                  <a:lnTo>
                    <a:pt x="1615" y="3605"/>
                  </a:lnTo>
                  <a:lnTo>
                    <a:pt x="1615" y="321"/>
                  </a:lnTo>
                  <a:lnTo>
                    <a:pt x="5496" y="321"/>
                  </a:lnTo>
                  <a:lnTo>
                    <a:pt x="5496" y="3605"/>
                  </a:lnTo>
                  <a:lnTo>
                    <a:pt x="11666" y="3605"/>
                  </a:lnTo>
                  <a:lnTo>
                    <a:pt x="11666" y="321"/>
                  </a:lnTo>
                  <a:lnTo>
                    <a:pt x="15547" y="321"/>
                  </a:lnTo>
                  <a:lnTo>
                    <a:pt x="15547" y="3605"/>
                  </a:lnTo>
                  <a:lnTo>
                    <a:pt x="17162" y="3605"/>
                  </a:lnTo>
                  <a:lnTo>
                    <a:pt x="171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p:cNvSpPr/>
            <p:nvPr/>
          </p:nvSpPr>
          <p:spPr>
            <a:xfrm>
              <a:off x="5528222" y="3388834"/>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p:cNvSpPr/>
            <p:nvPr/>
          </p:nvSpPr>
          <p:spPr>
            <a:xfrm>
              <a:off x="5528222" y="3328970"/>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p:cNvSpPr/>
            <p:nvPr/>
          </p:nvSpPr>
          <p:spPr>
            <a:xfrm>
              <a:off x="6887251" y="3002433"/>
              <a:ext cx="364597" cy="255377"/>
            </a:xfrm>
            <a:custGeom>
              <a:avLst/>
              <a:gdLst/>
              <a:ahLst/>
              <a:cxnLst/>
              <a:rect l="l" t="t" r="r" b="b"/>
              <a:pathLst>
                <a:path w="2290" h="1604" extrusionOk="0">
                  <a:moveTo>
                    <a:pt x="1" y="0"/>
                  </a:moveTo>
                  <a:lnTo>
                    <a:pt x="1" y="1604"/>
                  </a:lnTo>
                  <a:lnTo>
                    <a:pt x="2290" y="1604"/>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p:cNvSpPr/>
            <p:nvPr/>
          </p:nvSpPr>
          <p:spPr>
            <a:xfrm>
              <a:off x="6878494"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p:cNvSpPr/>
            <p:nvPr/>
          </p:nvSpPr>
          <p:spPr>
            <a:xfrm>
              <a:off x="6427767" y="3002433"/>
              <a:ext cx="366348" cy="255377"/>
            </a:xfrm>
            <a:custGeom>
              <a:avLst/>
              <a:gdLst/>
              <a:ahLst/>
              <a:cxnLst/>
              <a:rect l="l" t="t" r="r" b="b"/>
              <a:pathLst>
                <a:path w="2301" h="1604" extrusionOk="0">
                  <a:moveTo>
                    <a:pt x="1" y="0"/>
                  </a:moveTo>
                  <a:lnTo>
                    <a:pt x="1" y="1604"/>
                  </a:lnTo>
                  <a:lnTo>
                    <a:pt x="2301" y="1604"/>
                  </a:lnTo>
                  <a:lnTo>
                    <a:pt x="23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p:cNvSpPr/>
            <p:nvPr/>
          </p:nvSpPr>
          <p:spPr>
            <a:xfrm>
              <a:off x="6419010"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p:cNvSpPr/>
            <p:nvPr/>
          </p:nvSpPr>
          <p:spPr>
            <a:xfrm>
              <a:off x="6422513" y="3388834"/>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p:cNvSpPr/>
            <p:nvPr/>
          </p:nvSpPr>
          <p:spPr>
            <a:xfrm>
              <a:off x="6422513" y="3328970"/>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p:cNvSpPr/>
            <p:nvPr/>
          </p:nvSpPr>
          <p:spPr>
            <a:xfrm>
              <a:off x="7999980" y="3388834"/>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p:cNvSpPr/>
            <p:nvPr/>
          </p:nvSpPr>
          <p:spPr>
            <a:xfrm>
              <a:off x="7999980" y="3328970"/>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p:cNvSpPr/>
            <p:nvPr/>
          </p:nvSpPr>
          <p:spPr>
            <a:xfrm>
              <a:off x="5802862"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p:cNvSpPr/>
            <p:nvPr/>
          </p:nvSpPr>
          <p:spPr>
            <a:xfrm>
              <a:off x="5795698" y="3037618"/>
              <a:ext cx="195672" cy="207932"/>
            </a:xfrm>
            <a:custGeom>
              <a:avLst/>
              <a:gdLst/>
              <a:ahLst/>
              <a:cxnLst/>
              <a:rect l="l" t="t" r="r" b="b"/>
              <a:pathLst>
                <a:path w="1229" h="1306" extrusionOk="0">
                  <a:moveTo>
                    <a:pt x="1118" y="100"/>
                  </a:moveTo>
                  <a:lnTo>
                    <a:pt x="1118" y="1195"/>
                  </a:lnTo>
                  <a:lnTo>
                    <a:pt x="100" y="1195"/>
                  </a:lnTo>
                  <a:lnTo>
                    <a:pt x="100" y="100"/>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p:cNvSpPr/>
            <p:nvPr/>
          </p:nvSpPr>
          <p:spPr>
            <a:xfrm>
              <a:off x="6096766" y="3044624"/>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p:cNvSpPr/>
            <p:nvPr/>
          </p:nvSpPr>
          <p:spPr>
            <a:xfrm>
              <a:off x="6088010" y="3037618"/>
              <a:ext cx="197264" cy="207932"/>
            </a:xfrm>
            <a:custGeom>
              <a:avLst/>
              <a:gdLst/>
              <a:ahLst/>
              <a:cxnLst/>
              <a:rect l="l" t="t" r="r" b="b"/>
              <a:pathLst>
                <a:path w="1239" h="1306" extrusionOk="0">
                  <a:moveTo>
                    <a:pt x="1128" y="100"/>
                  </a:moveTo>
                  <a:lnTo>
                    <a:pt x="1128" y="1195"/>
                  </a:lnTo>
                  <a:lnTo>
                    <a:pt x="111" y="1195"/>
                  </a:lnTo>
                  <a:lnTo>
                    <a:pt x="111" y="100"/>
                  </a:lnTo>
                  <a:close/>
                  <a:moveTo>
                    <a:pt x="0" y="0"/>
                  </a:moveTo>
                  <a:lnTo>
                    <a:pt x="0"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p:cNvSpPr/>
            <p:nvPr/>
          </p:nvSpPr>
          <p:spPr>
            <a:xfrm>
              <a:off x="7403096" y="3044624"/>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p:cNvSpPr/>
            <p:nvPr/>
          </p:nvSpPr>
          <p:spPr>
            <a:xfrm>
              <a:off x="7396091" y="3037618"/>
              <a:ext cx="195513" cy="207932"/>
            </a:xfrm>
            <a:custGeom>
              <a:avLst/>
              <a:gdLst/>
              <a:ahLst/>
              <a:cxnLst/>
              <a:rect l="l" t="t" r="r" b="b"/>
              <a:pathLst>
                <a:path w="1228" h="1306" extrusionOk="0">
                  <a:moveTo>
                    <a:pt x="1128" y="100"/>
                  </a:moveTo>
                  <a:lnTo>
                    <a:pt x="1128" y="1195"/>
                  </a:lnTo>
                  <a:lnTo>
                    <a:pt x="100" y="1195"/>
                  </a:lnTo>
                  <a:lnTo>
                    <a:pt x="100" y="100"/>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p:cNvSpPr/>
            <p:nvPr/>
          </p:nvSpPr>
          <p:spPr>
            <a:xfrm>
              <a:off x="7697160"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p:cNvSpPr/>
            <p:nvPr/>
          </p:nvSpPr>
          <p:spPr>
            <a:xfrm>
              <a:off x="7688244" y="3037618"/>
              <a:ext cx="197424" cy="207932"/>
            </a:xfrm>
            <a:custGeom>
              <a:avLst/>
              <a:gdLst/>
              <a:ahLst/>
              <a:cxnLst/>
              <a:rect l="l" t="t" r="r" b="b"/>
              <a:pathLst>
                <a:path w="1240" h="1306" extrusionOk="0">
                  <a:moveTo>
                    <a:pt x="1129" y="100"/>
                  </a:moveTo>
                  <a:lnTo>
                    <a:pt x="1129" y="1195"/>
                  </a:lnTo>
                  <a:lnTo>
                    <a:pt x="111" y="1195"/>
                  </a:lnTo>
                  <a:lnTo>
                    <a:pt x="111" y="100"/>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p:cNvSpPr/>
            <p:nvPr/>
          </p:nvSpPr>
          <p:spPr>
            <a:xfrm>
              <a:off x="5473613" y="2900219"/>
              <a:ext cx="2732405" cy="33753"/>
            </a:xfrm>
            <a:custGeom>
              <a:avLst/>
              <a:gdLst/>
              <a:ahLst/>
              <a:cxnLst/>
              <a:rect l="l" t="t" r="r" b="b"/>
              <a:pathLst>
                <a:path w="17162" h="212" extrusionOk="0">
                  <a:moveTo>
                    <a:pt x="0" y="1"/>
                  </a:moveTo>
                  <a:lnTo>
                    <a:pt x="0" y="211"/>
                  </a:lnTo>
                  <a:lnTo>
                    <a:pt x="17162" y="211"/>
                  </a:lnTo>
                  <a:lnTo>
                    <a:pt x="17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p:cNvSpPr/>
            <p:nvPr/>
          </p:nvSpPr>
          <p:spPr>
            <a:xfrm>
              <a:off x="5473613" y="3507611"/>
              <a:ext cx="2732405" cy="61774"/>
            </a:xfrm>
            <a:custGeom>
              <a:avLst/>
              <a:gdLst/>
              <a:ahLst/>
              <a:cxnLst/>
              <a:rect l="l" t="t" r="r" b="b"/>
              <a:pathLst>
                <a:path w="17162" h="388" extrusionOk="0">
                  <a:moveTo>
                    <a:pt x="0" y="1"/>
                  </a:moveTo>
                  <a:lnTo>
                    <a:pt x="0" y="388"/>
                  </a:lnTo>
                  <a:lnTo>
                    <a:pt x="17162" y="388"/>
                  </a:lnTo>
                  <a:lnTo>
                    <a:pt x="171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p:cNvSpPr/>
            <p:nvPr/>
          </p:nvSpPr>
          <p:spPr>
            <a:xfrm>
              <a:off x="5697146" y="3600909"/>
              <a:ext cx="250123" cy="212867"/>
            </a:xfrm>
            <a:custGeom>
              <a:avLst/>
              <a:gdLst/>
              <a:ahLst/>
              <a:cxnLst/>
              <a:rect l="l" t="t" r="r" b="b"/>
              <a:pathLst>
                <a:path w="1571" h="1337" extrusionOk="0">
                  <a:moveTo>
                    <a:pt x="896" y="1"/>
                  </a:moveTo>
                  <a:cubicBezTo>
                    <a:pt x="299" y="1"/>
                    <a:pt x="1" y="720"/>
                    <a:pt x="432" y="1140"/>
                  </a:cubicBezTo>
                  <a:cubicBezTo>
                    <a:pt x="568"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p:cNvSpPr/>
            <p:nvPr/>
          </p:nvSpPr>
          <p:spPr>
            <a:xfrm>
              <a:off x="6072089" y="3600909"/>
              <a:ext cx="248531" cy="212867"/>
            </a:xfrm>
            <a:custGeom>
              <a:avLst/>
              <a:gdLst/>
              <a:ahLst/>
              <a:cxnLst/>
              <a:rect l="l" t="t" r="r" b="b"/>
              <a:pathLst>
                <a:path w="1561" h="1337" extrusionOk="0">
                  <a:moveTo>
                    <a:pt x="897" y="1"/>
                  </a:moveTo>
                  <a:cubicBezTo>
                    <a:pt x="300" y="1"/>
                    <a:pt x="1" y="720"/>
                    <a:pt x="421" y="1140"/>
                  </a:cubicBezTo>
                  <a:cubicBezTo>
                    <a:pt x="557" y="1275"/>
                    <a:pt x="723" y="1336"/>
                    <a:pt x="887" y="1336"/>
                  </a:cubicBezTo>
                  <a:cubicBezTo>
                    <a:pt x="1230" y="1336"/>
                    <a:pt x="1560" y="1069"/>
                    <a:pt x="1560" y="664"/>
                  </a:cubicBezTo>
                  <a:cubicBezTo>
                    <a:pt x="1560" y="299"/>
                    <a:pt x="1262"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p:cNvSpPr/>
            <p:nvPr/>
          </p:nvSpPr>
          <p:spPr>
            <a:xfrm>
              <a:off x="5933097" y="3725890"/>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p:cNvSpPr/>
            <p:nvPr/>
          </p:nvSpPr>
          <p:spPr>
            <a:xfrm>
              <a:off x="5933097" y="3750568"/>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p:cNvSpPr/>
            <p:nvPr/>
          </p:nvSpPr>
          <p:spPr>
            <a:xfrm>
              <a:off x="5765766"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p:cNvSpPr/>
            <p:nvPr/>
          </p:nvSpPr>
          <p:spPr>
            <a:xfrm>
              <a:off x="5781687"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p:cNvSpPr/>
            <p:nvPr/>
          </p:nvSpPr>
          <p:spPr>
            <a:xfrm>
              <a:off x="5869731"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p:cNvSpPr/>
            <p:nvPr/>
          </p:nvSpPr>
          <p:spPr>
            <a:xfrm>
              <a:off x="6133703" y="3733055"/>
              <a:ext cx="155232" cy="26429"/>
            </a:xfrm>
            <a:custGeom>
              <a:avLst/>
              <a:gdLst/>
              <a:ahLst/>
              <a:cxnLst/>
              <a:rect l="l" t="t" r="r" b="b"/>
              <a:pathLst>
                <a:path w="975"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p:cNvSpPr/>
            <p:nvPr/>
          </p:nvSpPr>
          <p:spPr>
            <a:xfrm>
              <a:off x="6151376"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p:cNvSpPr/>
            <p:nvPr/>
          </p:nvSpPr>
          <p:spPr>
            <a:xfrm>
              <a:off x="6237668"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p:cNvSpPr/>
            <p:nvPr/>
          </p:nvSpPr>
          <p:spPr>
            <a:xfrm>
              <a:off x="5975288" y="3611576"/>
              <a:ext cx="104125" cy="28340"/>
            </a:xfrm>
            <a:custGeom>
              <a:avLst/>
              <a:gdLst/>
              <a:ahLst/>
              <a:cxnLst/>
              <a:rect l="l" t="t" r="r" b="b"/>
              <a:pathLst>
                <a:path w="654" h="178" extrusionOk="0">
                  <a:moveTo>
                    <a:pt x="1" y="0"/>
                  </a:moveTo>
                  <a:lnTo>
                    <a:pt x="1" y="177"/>
                  </a:lnTo>
                  <a:lnTo>
                    <a:pt x="653" y="177"/>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p:cNvSpPr/>
            <p:nvPr/>
          </p:nvSpPr>
          <p:spPr>
            <a:xfrm>
              <a:off x="5947108" y="3579893"/>
              <a:ext cx="160486" cy="21175"/>
            </a:xfrm>
            <a:custGeom>
              <a:avLst/>
              <a:gdLst/>
              <a:ahLst/>
              <a:cxnLst/>
              <a:rect l="l" t="t" r="r" b="b"/>
              <a:pathLst>
                <a:path w="1008"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p:cNvSpPr/>
            <p:nvPr/>
          </p:nvSpPr>
          <p:spPr>
            <a:xfrm>
              <a:off x="5765766" y="3634344"/>
              <a:ext cx="523172" cy="84701"/>
            </a:xfrm>
            <a:custGeom>
              <a:avLst/>
              <a:gdLst/>
              <a:ahLst/>
              <a:cxnLst/>
              <a:rect l="l" t="t" r="r" b="b"/>
              <a:pathLst>
                <a:path w="3286"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p:cNvSpPr/>
            <p:nvPr/>
          </p:nvSpPr>
          <p:spPr>
            <a:xfrm>
              <a:off x="5827381"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p:cNvSpPr/>
            <p:nvPr/>
          </p:nvSpPr>
          <p:spPr>
            <a:xfrm>
              <a:off x="5913673"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p:cNvSpPr/>
            <p:nvPr/>
          </p:nvSpPr>
          <p:spPr>
            <a:xfrm>
              <a:off x="6197229" y="3695958"/>
              <a:ext cx="29932" cy="26588"/>
            </a:xfrm>
            <a:custGeom>
              <a:avLst/>
              <a:gdLst/>
              <a:ahLst/>
              <a:cxnLst/>
              <a:rect l="l" t="t" r="r" b="b"/>
              <a:pathLst>
                <a:path w="188"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p:cNvSpPr/>
            <p:nvPr/>
          </p:nvSpPr>
          <p:spPr>
            <a:xfrm>
              <a:off x="6103772" y="3695958"/>
              <a:ext cx="35504" cy="26588"/>
            </a:xfrm>
            <a:custGeom>
              <a:avLst/>
              <a:gdLst/>
              <a:ahLst/>
              <a:cxnLst/>
              <a:rect l="l" t="t" r="r" b="b"/>
              <a:pathLst>
                <a:path w="223" h="167" extrusionOk="0">
                  <a:moveTo>
                    <a:pt x="89" y="1"/>
                  </a:moveTo>
                  <a:lnTo>
                    <a:pt x="12" y="78"/>
                  </a:lnTo>
                  <a:cubicBezTo>
                    <a:pt x="1" y="89"/>
                    <a:pt x="1" y="100"/>
                    <a:pt x="12" y="111"/>
                  </a:cubicBezTo>
                  <a:lnTo>
                    <a:pt x="178" y="111"/>
                  </a:lnTo>
                  <a:lnTo>
                    <a:pt x="178"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p:cNvSpPr/>
            <p:nvPr/>
          </p:nvSpPr>
          <p:spPr>
            <a:xfrm>
              <a:off x="7313301" y="3600909"/>
              <a:ext cx="250123" cy="212867"/>
            </a:xfrm>
            <a:custGeom>
              <a:avLst/>
              <a:gdLst/>
              <a:ahLst/>
              <a:cxnLst/>
              <a:rect l="l" t="t" r="r" b="b"/>
              <a:pathLst>
                <a:path w="1571" h="1337" extrusionOk="0">
                  <a:moveTo>
                    <a:pt x="896" y="1"/>
                  </a:moveTo>
                  <a:cubicBezTo>
                    <a:pt x="299" y="1"/>
                    <a:pt x="1" y="720"/>
                    <a:pt x="432" y="1140"/>
                  </a:cubicBezTo>
                  <a:cubicBezTo>
                    <a:pt x="567"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p:cNvSpPr/>
            <p:nvPr/>
          </p:nvSpPr>
          <p:spPr>
            <a:xfrm>
              <a:off x="7688244" y="3600909"/>
              <a:ext cx="248371" cy="212867"/>
            </a:xfrm>
            <a:custGeom>
              <a:avLst/>
              <a:gdLst/>
              <a:ahLst/>
              <a:cxnLst/>
              <a:rect l="l" t="t" r="r" b="b"/>
              <a:pathLst>
                <a:path w="1560" h="1337" extrusionOk="0">
                  <a:moveTo>
                    <a:pt x="896" y="1"/>
                  </a:moveTo>
                  <a:cubicBezTo>
                    <a:pt x="299" y="1"/>
                    <a:pt x="1" y="720"/>
                    <a:pt x="421" y="1140"/>
                  </a:cubicBezTo>
                  <a:cubicBezTo>
                    <a:pt x="557" y="1275"/>
                    <a:pt x="723" y="1336"/>
                    <a:pt x="887" y="1336"/>
                  </a:cubicBezTo>
                  <a:cubicBezTo>
                    <a:pt x="1230" y="1336"/>
                    <a:pt x="1560" y="1069"/>
                    <a:pt x="1560" y="664"/>
                  </a:cubicBezTo>
                  <a:cubicBezTo>
                    <a:pt x="1560"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p:cNvSpPr/>
            <p:nvPr/>
          </p:nvSpPr>
          <p:spPr>
            <a:xfrm>
              <a:off x="7549252"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p:cNvSpPr/>
            <p:nvPr/>
          </p:nvSpPr>
          <p:spPr>
            <a:xfrm>
              <a:off x="7549252"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p:cNvSpPr/>
            <p:nvPr/>
          </p:nvSpPr>
          <p:spPr>
            <a:xfrm>
              <a:off x="7381921"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p:cNvSpPr/>
            <p:nvPr/>
          </p:nvSpPr>
          <p:spPr>
            <a:xfrm>
              <a:off x="7397842"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p:cNvSpPr/>
            <p:nvPr/>
          </p:nvSpPr>
          <p:spPr>
            <a:xfrm>
              <a:off x="7485886"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p:cNvSpPr/>
            <p:nvPr/>
          </p:nvSpPr>
          <p:spPr>
            <a:xfrm>
              <a:off x="7751610"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p:cNvSpPr/>
            <p:nvPr/>
          </p:nvSpPr>
          <p:spPr>
            <a:xfrm>
              <a:off x="7767531" y="3697710"/>
              <a:ext cx="33594" cy="21334"/>
            </a:xfrm>
            <a:custGeom>
              <a:avLst/>
              <a:gdLst/>
              <a:ahLst/>
              <a:cxnLst/>
              <a:rect l="l" t="t" r="r" b="b"/>
              <a:pathLst>
                <a:path w="211" h="134" extrusionOk="0">
                  <a:moveTo>
                    <a:pt x="0" y="1"/>
                  </a:moveTo>
                  <a:lnTo>
                    <a:pt x="0" y="134"/>
                  </a:lnTo>
                  <a:lnTo>
                    <a:pt x="211" y="134"/>
                  </a:lnTo>
                  <a:lnTo>
                    <a:pt x="2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p:cNvSpPr/>
            <p:nvPr/>
          </p:nvSpPr>
          <p:spPr>
            <a:xfrm>
              <a:off x="785382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p:cNvSpPr/>
            <p:nvPr/>
          </p:nvSpPr>
          <p:spPr>
            <a:xfrm>
              <a:off x="7593194"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p:cNvSpPr/>
            <p:nvPr/>
          </p:nvSpPr>
          <p:spPr>
            <a:xfrm>
              <a:off x="756326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p:cNvSpPr/>
            <p:nvPr/>
          </p:nvSpPr>
          <p:spPr>
            <a:xfrm>
              <a:off x="7381921"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p:cNvSpPr/>
            <p:nvPr/>
          </p:nvSpPr>
          <p:spPr>
            <a:xfrm>
              <a:off x="7443536"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p:cNvSpPr/>
            <p:nvPr/>
          </p:nvSpPr>
          <p:spPr>
            <a:xfrm>
              <a:off x="7529828"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781322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p:cNvSpPr/>
            <p:nvPr/>
          </p:nvSpPr>
          <p:spPr>
            <a:xfrm>
              <a:off x="7721678" y="3695958"/>
              <a:ext cx="35504" cy="26588"/>
            </a:xfrm>
            <a:custGeom>
              <a:avLst/>
              <a:gdLst/>
              <a:ahLst/>
              <a:cxnLst/>
              <a:rect l="l" t="t" r="r" b="b"/>
              <a:pathLst>
                <a:path w="223" h="167" extrusionOk="0">
                  <a:moveTo>
                    <a:pt x="78" y="1"/>
                  </a:moveTo>
                  <a:lnTo>
                    <a:pt x="1" y="78"/>
                  </a:lnTo>
                  <a:cubicBezTo>
                    <a:pt x="1" y="89"/>
                    <a:pt x="1" y="100"/>
                    <a:pt x="1" y="111"/>
                  </a:cubicBez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p:cNvSpPr/>
            <p:nvPr/>
          </p:nvSpPr>
          <p:spPr>
            <a:xfrm>
              <a:off x="6390830" y="3634344"/>
              <a:ext cx="897959" cy="26588"/>
            </a:xfrm>
            <a:custGeom>
              <a:avLst/>
              <a:gdLst/>
              <a:ahLst/>
              <a:cxnLst/>
              <a:rect l="l" t="t" r="r" b="b"/>
              <a:pathLst>
                <a:path w="5640" h="167" extrusionOk="0">
                  <a:moveTo>
                    <a:pt x="0" y="1"/>
                  </a:moveTo>
                  <a:lnTo>
                    <a:pt x="0" y="167"/>
                  </a:lnTo>
                  <a:lnTo>
                    <a:pt x="5640" y="167"/>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8207591" y="2886049"/>
              <a:ext cx="68939" cy="665827"/>
            </a:xfrm>
            <a:custGeom>
              <a:avLst/>
              <a:gdLst/>
              <a:ahLst/>
              <a:cxnLst/>
              <a:rect l="l" t="t" r="r" b="b"/>
              <a:pathLst>
                <a:path w="433" h="4182" extrusionOk="0">
                  <a:moveTo>
                    <a:pt x="229" y="1"/>
                  </a:moveTo>
                  <a:cubicBezTo>
                    <a:pt x="223" y="1"/>
                    <a:pt x="217" y="1"/>
                    <a:pt x="211" y="1"/>
                  </a:cubicBezTo>
                  <a:cubicBezTo>
                    <a:pt x="89" y="1"/>
                    <a:pt x="1" y="90"/>
                    <a:pt x="1" y="212"/>
                  </a:cubicBezTo>
                  <a:lnTo>
                    <a:pt x="1" y="3971"/>
                  </a:lnTo>
                  <a:cubicBezTo>
                    <a:pt x="1" y="4082"/>
                    <a:pt x="89" y="4181"/>
                    <a:pt x="211" y="4181"/>
                  </a:cubicBezTo>
                  <a:cubicBezTo>
                    <a:pt x="333" y="4181"/>
                    <a:pt x="432" y="4082"/>
                    <a:pt x="432" y="3971"/>
                  </a:cubicBezTo>
                  <a:lnTo>
                    <a:pt x="432" y="212"/>
                  </a:lnTo>
                  <a:cubicBezTo>
                    <a:pt x="432" y="96"/>
                    <a:pt x="342"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p:cNvSpPr/>
            <p:nvPr/>
          </p:nvSpPr>
          <p:spPr>
            <a:xfrm>
              <a:off x="8228766" y="3581644"/>
              <a:ext cx="116384" cy="116225"/>
            </a:xfrm>
            <a:custGeom>
              <a:avLst/>
              <a:gdLst/>
              <a:ahLst/>
              <a:cxnLst/>
              <a:rect l="l" t="t" r="r" b="b"/>
              <a:pathLst>
                <a:path w="731" h="730" extrusionOk="0">
                  <a:moveTo>
                    <a:pt x="0" y="0"/>
                  </a:moveTo>
                  <a:lnTo>
                    <a:pt x="0" y="177"/>
                  </a:lnTo>
                  <a:lnTo>
                    <a:pt x="399" y="177"/>
                  </a:lnTo>
                  <a:lnTo>
                    <a:pt x="399" y="542"/>
                  </a:lnTo>
                  <a:lnTo>
                    <a:pt x="0" y="542"/>
                  </a:lnTo>
                  <a:lnTo>
                    <a:pt x="0" y="730"/>
                  </a:lnTo>
                  <a:lnTo>
                    <a:pt x="730" y="730"/>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p:cNvSpPr/>
            <p:nvPr/>
          </p:nvSpPr>
          <p:spPr>
            <a:xfrm>
              <a:off x="3213129" y="2833350"/>
              <a:ext cx="324157" cy="47764"/>
            </a:xfrm>
            <a:custGeom>
              <a:avLst/>
              <a:gdLst/>
              <a:ahLst/>
              <a:cxnLst/>
              <a:rect l="l" t="t" r="r" b="b"/>
              <a:pathLst>
                <a:path w="2036" h="300" extrusionOk="0">
                  <a:moveTo>
                    <a:pt x="111" y="1"/>
                  </a:moveTo>
                  <a:cubicBezTo>
                    <a:pt x="45" y="1"/>
                    <a:pt x="0" y="56"/>
                    <a:pt x="0" y="122"/>
                  </a:cubicBezTo>
                  <a:lnTo>
                    <a:pt x="0" y="178"/>
                  </a:lnTo>
                  <a:cubicBezTo>
                    <a:pt x="0" y="244"/>
                    <a:pt x="45" y="299"/>
                    <a:pt x="111" y="299"/>
                  </a:cubicBezTo>
                  <a:lnTo>
                    <a:pt x="1913" y="299"/>
                  </a:lnTo>
                  <a:cubicBezTo>
                    <a:pt x="1980" y="299"/>
                    <a:pt x="2035" y="244"/>
                    <a:pt x="2035" y="178"/>
                  </a:cubicBezTo>
                  <a:lnTo>
                    <a:pt x="2035" y="122"/>
                  </a:lnTo>
                  <a:cubicBezTo>
                    <a:pt x="2035" y="56"/>
                    <a:pt x="1980" y="1"/>
                    <a:pt x="19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4362795" y="2833350"/>
              <a:ext cx="323997" cy="47764"/>
            </a:xfrm>
            <a:custGeom>
              <a:avLst/>
              <a:gdLst/>
              <a:ahLst/>
              <a:cxnLst/>
              <a:rect l="l" t="t" r="r" b="b"/>
              <a:pathLst>
                <a:path w="2035" h="300" extrusionOk="0">
                  <a:moveTo>
                    <a:pt x="122" y="1"/>
                  </a:moveTo>
                  <a:cubicBezTo>
                    <a:pt x="55" y="1"/>
                    <a:pt x="0" y="56"/>
                    <a:pt x="0" y="122"/>
                  </a:cubicBezTo>
                  <a:lnTo>
                    <a:pt x="0" y="178"/>
                  </a:lnTo>
                  <a:cubicBezTo>
                    <a:pt x="0" y="244"/>
                    <a:pt x="55" y="299"/>
                    <a:pt x="122" y="299"/>
                  </a:cubicBezTo>
                  <a:lnTo>
                    <a:pt x="1924" y="299"/>
                  </a:lnTo>
                  <a:cubicBezTo>
                    <a:pt x="1990" y="299"/>
                    <a:pt x="2035" y="244"/>
                    <a:pt x="2035" y="178"/>
                  </a:cubicBezTo>
                  <a:lnTo>
                    <a:pt x="2035" y="122"/>
                  </a:lnTo>
                  <a:cubicBezTo>
                    <a:pt x="2035" y="56"/>
                    <a:pt x="1990" y="1"/>
                    <a:pt x="1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p:cNvSpPr/>
            <p:nvPr/>
          </p:nvSpPr>
          <p:spPr>
            <a:xfrm>
              <a:off x="6839806" y="2854525"/>
              <a:ext cx="1366202" cy="45853"/>
            </a:xfrm>
            <a:custGeom>
              <a:avLst/>
              <a:gdLst/>
              <a:ahLst/>
              <a:cxnLst/>
              <a:rect l="l" t="t" r="r" b="b"/>
              <a:pathLst>
                <a:path w="8581"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9"/>
            <p:cNvSpPr/>
            <p:nvPr/>
          </p:nvSpPr>
          <p:spPr>
            <a:xfrm>
              <a:off x="5473613" y="2854525"/>
              <a:ext cx="1366362" cy="45853"/>
            </a:xfrm>
            <a:custGeom>
              <a:avLst/>
              <a:gdLst/>
              <a:ahLst/>
              <a:cxnLst/>
              <a:rect l="l" t="t" r="r" b="b"/>
              <a:pathLst>
                <a:path w="8582"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9"/>
            <p:cNvSpPr/>
            <p:nvPr/>
          </p:nvSpPr>
          <p:spPr>
            <a:xfrm>
              <a:off x="7232262" y="2835101"/>
              <a:ext cx="324157" cy="47764"/>
            </a:xfrm>
            <a:custGeom>
              <a:avLst/>
              <a:gdLst/>
              <a:ahLst/>
              <a:cxnLst/>
              <a:rect l="l" t="t" r="r" b="b"/>
              <a:pathLst>
                <a:path w="2036" h="300" extrusionOk="0">
                  <a:moveTo>
                    <a:pt x="123" y="1"/>
                  </a:moveTo>
                  <a:cubicBezTo>
                    <a:pt x="56" y="1"/>
                    <a:pt x="1" y="56"/>
                    <a:pt x="1" y="122"/>
                  </a:cubicBezTo>
                  <a:lnTo>
                    <a:pt x="1" y="178"/>
                  </a:lnTo>
                  <a:cubicBezTo>
                    <a:pt x="1" y="244"/>
                    <a:pt x="56" y="299"/>
                    <a:pt x="123" y="299"/>
                  </a:cubicBezTo>
                  <a:lnTo>
                    <a:pt x="1925" y="299"/>
                  </a:lnTo>
                  <a:cubicBezTo>
                    <a:pt x="1991" y="299"/>
                    <a:pt x="2035" y="244"/>
                    <a:pt x="2035" y="178"/>
                  </a:cubicBezTo>
                  <a:lnTo>
                    <a:pt x="2035" y="122"/>
                  </a:lnTo>
                  <a:cubicBezTo>
                    <a:pt x="2035" y="56"/>
                    <a:pt x="1991"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p:cNvSpPr/>
            <p:nvPr/>
          </p:nvSpPr>
          <p:spPr>
            <a:xfrm>
              <a:off x="6123195" y="2835101"/>
              <a:ext cx="324157" cy="47764"/>
            </a:xfrm>
            <a:custGeom>
              <a:avLst/>
              <a:gdLst/>
              <a:ahLst/>
              <a:cxnLst/>
              <a:rect l="l" t="t" r="r" b="b"/>
              <a:pathLst>
                <a:path w="2036" h="300" extrusionOk="0">
                  <a:moveTo>
                    <a:pt x="122" y="1"/>
                  </a:moveTo>
                  <a:cubicBezTo>
                    <a:pt x="56" y="1"/>
                    <a:pt x="1" y="56"/>
                    <a:pt x="1" y="122"/>
                  </a:cubicBezTo>
                  <a:lnTo>
                    <a:pt x="1" y="178"/>
                  </a:lnTo>
                  <a:cubicBezTo>
                    <a:pt x="1" y="244"/>
                    <a:pt x="56" y="299"/>
                    <a:pt x="122" y="299"/>
                  </a:cubicBezTo>
                  <a:lnTo>
                    <a:pt x="1925" y="299"/>
                  </a:lnTo>
                  <a:cubicBezTo>
                    <a:pt x="1980" y="299"/>
                    <a:pt x="2035" y="244"/>
                    <a:pt x="2035" y="178"/>
                  </a:cubicBezTo>
                  <a:lnTo>
                    <a:pt x="2035" y="122"/>
                  </a:lnTo>
                  <a:cubicBezTo>
                    <a:pt x="2035" y="56"/>
                    <a:pt x="1980"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9"/>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2F2B9-0DB1-1160-D276-5ADC476F038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52BBF9D-8DFE-98DA-ADE7-E71643467204}"/>
              </a:ext>
            </a:extLst>
          </p:cNvPr>
          <p:cNvSpPr>
            <a:spLocks noGrp="1"/>
          </p:cNvSpPr>
          <p:nvPr>
            <p:ph type="body" idx="1"/>
          </p:nvPr>
        </p:nvSpPr>
        <p:spPr/>
        <p:txBody>
          <a:bodyPr/>
          <a:lstStyle/>
          <a:p>
            <a:endParaRPr lang="en-US"/>
          </a:p>
        </p:txBody>
      </p:sp>
      <p:sp>
        <p:nvSpPr>
          <p:cNvPr id="4" name="Picture Placeholder 3">
            <a:extLst>
              <a:ext uri="{FF2B5EF4-FFF2-40B4-BE49-F238E27FC236}">
                <a16:creationId xmlns:a16="http://schemas.microsoft.com/office/drawing/2014/main" id="{AC7DE21B-8059-2E19-E8A2-B1E472661E30}"/>
              </a:ext>
            </a:extLst>
          </p:cNvPr>
          <p:cNvSpPr>
            <a:spLocks noGrp="1"/>
          </p:cNvSpPr>
          <p:nvPr>
            <p:ph type="pic" idx="2"/>
          </p:nvPr>
        </p:nvSpPr>
        <p:spPr/>
        <p:txBody>
          <a:bodyPr/>
          <a:lstStyle/>
          <a:p>
            <a:endParaRPr lang="en-US"/>
          </a:p>
        </p:txBody>
      </p:sp>
      <p:pic>
        <p:nvPicPr>
          <p:cNvPr id="5" name="Content Placeholder 4" descr="A bus on a street&#10;&#10;AI-generated content may be incorrect.">
            <a:extLst>
              <a:ext uri="{FF2B5EF4-FFF2-40B4-BE49-F238E27FC236}">
                <a16:creationId xmlns:a16="http://schemas.microsoft.com/office/drawing/2014/main" id="{56879297-D16F-7925-A4A5-E40499D87DD2}"/>
              </a:ext>
            </a:extLst>
          </p:cNvPr>
          <p:cNvPicPr>
            <a:picLocks noChangeAspect="1"/>
          </p:cNvPicPr>
          <p:nvPr/>
        </p:nvPicPr>
        <p:blipFill>
          <a:blip r:embed="rId2">
            <a:extLst>
              <a:ext uri="{28A0092B-C50C-407E-A947-70E740481C1C}">
                <a14:useLocalDpi xmlns:a14="http://schemas.microsoft.com/office/drawing/2010/main" val="0"/>
              </a:ext>
            </a:extLst>
          </a:blip>
          <a:srcRect l="12292" t="-1" r="9177" b="1624"/>
          <a:stretch>
            <a:fillRect/>
          </a:stretch>
        </p:blipFill>
        <p:spPr>
          <a:xfrm>
            <a:off x="1029585" y="77176"/>
            <a:ext cx="7222002" cy="5066324"/>
          </a:xfrm>
          <a:prstGeom prst="rect">
            <a:avLst/>
          </a:prstGeom>
          <a:noFill/>
          <a:ln>
            <a:noFill/>
          </a:ln>
        </p:spPr>
      </p:pic>
    </p:spTree>
    <p:extLst>
      <p:ext uri="{BB962C8B-B14F-4D97-AF65-F5344CB8AC3E}">
        <p14:creationId xmlns:p14="http://schemas.microsoft.com/office/powerpoint/2010/main" val="514168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A25F2-AFAB-3A5A-601A-9CBC6FB57037}"/>
              </a:ext>
            </a:extLst>
          </p:cNvPr>
          <p:cNvSpPr>
            <a:spLocks noGrp="1"/>
          </p:cNvSpPr>
          <p:nvPr>
            <p:ph type="title"/>
          </p:nvPr>
        </p:nvSpPr>
        <p:spPr>
          <a:xfrm>
            <a:off x="693688" y="96480"/>
            <a:ext cx="7704000" cy="683700"/>
          </a:xfrm>
        </p:spPr>
        <p:txBody>
          <a:bodyPr/>
          <a:lstStyle/>
          <a:p>
            <a:r>
              <a:rPr lang="en-US" dirty="0"/>
              <a:t>What has been Cut?</a:t>
            </a:r>
          </a:p>
        </p:txBody>
      </p:sp>
      <p:sp>
        <p:nvSpPr>
          <p:cNvPr id="3" name="Text Placeholder 2">
            <a:extLst>
              <a:ext uri="{FF2B5EF4-FFF2-40B4-BE49-F238E27FC236}">
                <a16:creationId xmlns:a16="http://schemas.microsoft.com/office/drawing/2014/main" id="{89F4E040-1C92-2B6E-AF58-443C5B1632D5}"/>
              </a:ext>
            </a:extLst>
          </p:cNvPr>
          <p:cNvSpPr>
            <a:spLocks noGrp="1"/>
          </p:cNvSpPr>
          <p:nvPr>
            <p:ph type="body" idx="1"/>
          </p:nvPr>
        </p:nvSpPr>
        <p:spPr/>
        <p:txBody>
          <a:bodyPr/>
          <a:lstStyle/>
          <a:p>
            <a:endParaRPr lang="en-US"/>
          </a:p>
        </p:txBody>
      </p:sp>
      <p:sp>
        <p:nvSpPr>
          <p:cNvPr id="4" name="Picture Placeholder 3">
            <a:extLst>
              <a:ext uri="{FF2B5EF4-FFF2-40B4-BE49-F238E27FC236}">
                <a16:creationId xmlns:a16="http://schemas.microsoft.com/office/drawing/2014/main" id="{94921C58-DE47-E12C-F8EE-0C9B2DA12742}"/>
              </a:ext>
            </a:extLst>
          </p:cNvPr>
          <p:cNvSpPr>
            <a:spLocks noGrp="1"/>
          </p:cNvSpPr>
          <p:nvPr>
            <p:ph type="pic" idx="2"/>
          </p:nvPr>
        </p:nvSpPr>
        <p:spPr/>
        <p:txBody>
          <a:bodyPr/>
          <a:lstStyle/>
          <a:p>
            <a:endParaRPr lang="en-US"/>
          </a:p>
        </p:txBody>
      </p:sp>
      <p:pic>
        <p:nvPicPr>
          <p:cNvPr id="5" name="Content Placeholder 4" descr="A black text with white text&#10;&#10;AI-generated content may be incorrect.">
            <a:extLst>
              <a:ext uri="{FF2B5EF4-FFF2-40B4-BE49-F238E27FC236}">
                <a16:creationId xmlns:a16="http://schemas.microsoft.com/office/drawing/2014/main" id="{E86B83A5-17D0-FBBF-B008-7056CFF80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17026"/>
            <a:ext cx="4700016" cy="2664280"/>
          </a:xfrm>
          <a:prstGeom prst="rect">
            <a:avLst/>
          </a:prstGeom>
          <a:noFill/>
          <a:ln>
            <a:noFill/>
          </a:ln>
        </p:spPr>
      </p:pic>
      <p:pic>
        <p:nvPicPr>
          <p:cNvPr id="6" name="Picture 5" descr="A screenshot of a bus schedule&#10;&#10;AI-generated content may be incorrect.">
            <a:extLst>
              <a:ext uri="{FF2B5EF4-FFF2-40B4-BE49-F238E27FC236}">
                <a16:creationId xmlns:a16="http://schemas.microsoft.com/office/drawing/2014/main" id="{2A2A2641-4E37-A7A1-04C9-EA1C53F009A4}"/>
              </a:ext>
            </a:extLst>
          </p:cNvPr>
          <p:cNvPicPr>
            <a:picLocks noChangeAspect="1"/>
          </p:cNvPicPr>
          <p:nvPr/>
        </p:nvPicPr>
        <p:blipFill>
          <a:blip r:embed="rId3">
            <a:extLst>
              <a:ext uri="{28A0092B-C50C-407E-A947-70E740481C1C}">
                <a14:useLocalDpi xmlns:a14="http://schemas.microsoft.com/office/drawing/2010/main" val="0"/>
              </a:ext>
            </a:extLst>
          </a:blip>
          <a:srcRect r="9865" b="27489"/>
          <a:stretch>
            <a:fillRect/>
          </a:stretch>
        </p:blipFill>
        <p:spPr>
          <a:xfrm>
            <a:off x="4752886" y="1584825"/>
            <a:ext cx="4391114" cy="3606065"/>
          </a:xfrm>
          <a:prstGeom prst="rect">
            <a:avLst/>
          </a:prstGeom>
        </p:spPr>
      </p:pic>
    </p:spTree>
    <p:extLst>
      <p:ext uri="{BB962C8B-B14F-4D97-AF65-F5344CB8AC3E}">
        <p14:creationId xmlns:p14="http://schemas.microsoft.com/office/powerpoint/2010/main" val="1984786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1E551-38C4-D145-32C0-ED37B08FFB15}"/>
              </a:ext>
            </a:extLst>
          </p:cNvPr>
          <p:cNvSpPr>
            <a:spLocks noGrp="1"/>
          </p:cNvSpPr>
          <p:nvPr>
            <p:ph type="title"/>
          </p:nvPr>
        </p:nvSpPr>
        <p:spPr>
          <a:xfrm>
            <a:off x="-933093" y="130135"/>
            <a:ext cx="7717500" cy="683700"/>
          </a:xfrm>
        </p:spPr>
        <p:txBody>
          <a:bodyPr wrap="square" anchor="ctr">
            <a:normAutofit fontScale="90000"/>
          </a:bodyPr>
          <a:lstStyle/>
          <a:p>
            <a:pPr>
              <a:lnSpc>
                <a:spcPct val="90000"/>
              </a:lnSpc>
            </a:pPr>
            <a:r>
              <a:rPr lang="en-US" altLang="zh-CN" sz="3600" dirty="0"/>
              <a:t>Distribution of Route </a:t>
            </a:r>
            <a:r>
              <a:rPr lang="en-US" altLang="zh-CN" sz="3500" dirty="0"/>
              <a:t>Discontinue</a:t>
            </a:r>
            <a:br>
              <a:rPr lang="en-US" altLang="zh-CN" sz="1500" dirty="0"/>
            </a:br>
            <a:endParaRPr lang="en-US" sz="1500" dirty="0"/>
          </a:p>
        </p:txBody>
      </p:sp>
      <p:pic>
        <p:nvPicPr>
          <p:cNvPr id="5" name="内容占位符 3">
            <a:extLst>
              <a:ext uri="{FF2B5EF4-FFF2-40B4-BE49-F238E27FC236}">
                <a16:creationId xmlns:a16="http://schemas.microsoft.com/office/drawing/2014/main" id="{4F87EEF2-11F7-54CE-D456-13BC91992FBE}"/>
              </a:ext>
            </a:extLst>
          </p:cNvPr>
          <p:cNvPicPr>
            <a:picLocks noChangeAspect="1"/>
          </p:cNvPicPr>
          <p:nvPr/>
        </p:nvPicPr>
        <p:blipFill>
          <a:blip r:embed="rId3"/>
          <a:srcRect l="17407" r="2589" b="-4"/>
          <a:stretch>
            <a:fillRect/>
          </a:stretch>
        </p:blipFill>
        <p:spPr>
          <a:xfrm>
            <a:off x="4206240" y="754488"/>
            <a:ext cx="4937760" cy="4389012"/>
          </a:xfrm>
          <a:prstGeom prst="rect">
            <a:avLst/>
          </a:prstGeom>
          <a:noFill/>
          <a:ln>
            <a:noFill/>
          </a:ln>
        </p:spPr>
      </p:pic>
      <p:sp>
        <p:nvSpPr>
          <p:cNvPr id="3" name="Text Placeholder 2">
            <a:extLst>
              <a:ext uri="{FF2B5EF4-FFF2-40B4-BE49-F238E27FC236}">
                <a16:creationId xmlns:a16="http://schemas.microsoft.com/office/drawing/2014/main" id="{0BB6593D-449F-41BB-42ED-2F12F40481AA}"/>
              </a:ext>
            </a:extLst>
          </p:cNvPr>
          <p:cNvSpPr>
            <a:spLocks noGrp="1"/>
          </p:cNvSpPr>
          <p:nvPr>
            <p:ph type="body" idx="4294967295"/>
          </p:nvPr>
        </p:nvSpPr>
        <p:spPr>
          <a:xfrm>
            <a:off x="127221" y="1073153"/>
            <a:ext cx="3723553" cy="3264408"/>
          </a:xfrm>
        </p:spPr>
        <p:txBody>
          <a:bodyPr anchor="t">
            <a:normAutofit/>
          </a:bodyPr>
          <a:lstStyle/>
          <a:p>
            <a:pPr>
              <a:spcAft>
                <a:spcPts val="600"/>
              </a:spcAft>
              <a:buClr>
                <a:srgbClr val="000000"/>
              </a:buClr>
              <a:buFont typeface="Arial"/>
            </a:pPr>
            <a:r>
              <a:rPr lang="en-US" sz="2800" b="0" i="0" u="none" strike="noStrike" cap="none" dirty="0"/>
              <a:t>Not uniform</a:t>
            </a:r>
          </a:p>
        </p:txBody>
      </p:sp>
    </p:spTree>
    <p:extLst>
      <p:ext uri="{BB962C8B-B14F-4D97-AF65-F5344CB8AC3E}">
        <p14:creationId xmlns:p14="http://schemas.microsoft.com/office/powerpoint/2010/main" val="782467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A2DD-858F-9DDF-2E13-B8E337022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C190E-DD84-EA0A-2F62-2C9956E7F3EC}"/>
              </a:ext>
            </a:extLst>
          </p:cNvPr>
          <p:cNvSpPr>
            <a:spLocks noGrp="1"/>
          </p:cNvSpPr>
          <p:nvPr>
            <p:ph type="title"/>
          </p:nvPr>
        </p:nvSpPr>
        <p:spPr>
          <a:xfrm>
            <a:off x="-933093" y="130135"/>
            <a:ext cx="7717500" cy="683700"/>
          </a:xfrm>
        </p:spPr>
        <p:txBody>
          <a:bodyPr wrap="square" anchor="ctr">
            <a:normAutofit fontScale="90000"/>
          </a:bodyPr>
          <a:lstStyle/>
          <a:p>
            <a:pPr>
              <a:lnSpc>
                <a:spcPct val="90000"/>
              </a:lnSpc>
            </a:pPr>
            <a:r>
              <a:rPr lang="en-US" altLang="zh-CN" sz="3600" dirty="0"/>
              <a:t>Distribution of Headway Change</a:t>
            </a:r>
            <a:br>
              <a:rPr lang="en-US" altLang="zh-CN" sz="3600" dirty="0"/>
            </a:br>
            <a:br>
              <a:rPr lang="en-US" altLang="zh-CN" sz="1500" dirty="0"/>
            </a:br>
            <a:endParaRPr lang="en-US" sz="1500" dirty="0"/>
          </a:p>
        </p:txBody>
      </p:sp>
      <p:sp>
        <p:nvSpPr>
          <p:cNvPr id="3" name="Text Placeholder 2">
            <a:extLst>
              <a:ext uri="{FF2B5EF4-FFF2-40B4-BE49-F238E27FC236}">
                <a16:creationId xmlns:a16="http://schemas.microsoft.com/office/drawing/2014/main" id="{2ECD818E-9A81-08D6-60B3-1F84CDDF1100}"/>
              </a:ext>
            </a:extLst>
          </p:cNvPr>
          <p:cNvSpPr>
            <a:spLocks noGrp="1"/>
          </p:cNvSpPr>
          <p:nvPr>
            <p:ph type="body" idx="4294967295"/>
          </p:nvPr>
        </p:nvSpPr>
        <p:spPr>
          <a:xfrm>
            <a:off x="127221" y="1073153"/>
            <a:ext cx="3723553" cy="3264408"/>
          </a:xfrm>
        </p:spPr>
        <p:txBody>
          <a:bodyPr anchor="t">
            <a:normAutofit/>
          </a:bodyPr>
          <a:lstStyle/>
          <a:p>
            <a:pPr>
              <a:spcAft>
                <a:spcPts val="600"/>
              </a:spcAft>
              <a:buClr>
                <a:srgbClr val="000000"/>
              </a:buClr>
              <a:buFont typeface="Arial"/>
            </a:pPr>
            <a:r>
              <a:rPr lang="en-US" sz="2800" b="0" i="0" u="none" strike="noStrike" cap="none" dirty="0"/>
              <a:t>Uniform headway cuts</a:t>
            </a:r>
          </a:p>
        </p:txBody>
      </p:sp>
      <p:pic>
        <p:nvPicPr>
          <p:cNvPr id="4" name="内容占位符 4">
            <a:extLst>
              <a:ext uri="{FF2B5EF4-FFF2-40B4-BE49-F238E27FC236}">
                <a16:creationId xmlns:a16="http://schemas.microsoft.com/office/drawing/2014/main" id="{88128674-8B59-8199-302D-607935DC656B}"/>
              </a:ext>
            </a:extLst>
          </p:cNvPr>
          <p:cNvPicPr>
            <a:picLocks noChangeAspect="1"/>
          </p:cNvPicPr>
          <p:nvPr/>
        </p:nvPicPr>
        <p:blipFill>
          <a:blip r:embed="rId3"/>
          <a:srcRect l="23921" r="-1" b="-1"/>
          <a:stretch>
            <a:fillRect/>
          </a:stretch>
        </p:blipFill>
        <p:spPr>
          <a:xfrm>
            <a:off x="4815860" y="817743"/>
            <a:ext cx="4328140" cy="4195622"/>
          </a:xfrm>
          <a:prstGeom prst="rect">
            <a:avLst/>
          </a:prstGeom>
        </p:spPr>
      </p:pic>
    </p:spTree>
    <p:extLst>
      <p:ext uri="{BB962C8B-B14F-4D97-AF65-F5344CB8AC3E}">
        <p14:creationId xmlns:p14="http://schemas.microsoft.com/office/powerpoint/2010/main" val="534384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31"/>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Purpose of the Study </a:t>
            </a:r>
            <a:endParaRPr dirty="0"/>
          </a:p>
        </p:txBody>
      </p:sp>
      <p:sp>
        <p:nvSpPr>
          <p:cNvPr id="1033" name="Google Shape;1033;p31"/>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Subtitle 4">
            <a:extLst>
              <a:ext uri="{FF2B5EF4-FFF2-40B4-BE49-F238E27FC236}">
                <a16:creationId xmlns:a16="http://schemas.microsoft.com/office/drawing/2014/main" id="{9F636D3B-37C3-C3C2-15AF-C5FB57FF40E3}"/>
              </a:ext>
            </a:extLst>
          </p:cNvPr>
          <p:cNvSpPr>
            <a:spLocks noGrp="1"/>
          </p:cNvSpPr>
          <p:nvPr>
            <p:ph type="subTitle" idx="1"/>
          </p:nvPr>
        </p:nvSpPr>
        <p:spPr/>
        <p:txBody>
          <a:bodyPr/>
          <a:lstStyle/>
          <a:p>
            <a:endParaRPr lang="en-US" dirty="0"/>
          </a:p>
        </p:txBody>
      </p:sp>
      <p:sp>
        <p:nvSpPr>
          <p:cNvPr id="7" name="Subtitle 6">
            <a:extLst>
              <a:ext uri="{FF2B5EF4-FFF2-40B4-BE49-F238E27FC236}">
                <a16:creationId xmlns:a16="http://schemas.microsoft.com/office/drawing/2014/main" id="{EE35115C-E178-445F-2FED-AACCF77A1707}"/>
              </a:ext>
            </a:extLst>
          </p:cNvPr>
          <p:cNvSpPr>
            <a:spLocks noGrp="1"/>
          </p:cNvSpPr>
          <p:nvPr>
            <p:ph type="subTitle" idx="2"/>
          </p:nvPr>
        </p:nvSpPr>
        <p:spPr/>
        <p:txBody>
          <a:bodyPr/>
          <a:lstStyle/>
          <a:p>
            <a:endParaRPr lang="en-US" dirty="0"/>
          </a:p>
        </p:txBody>
      </p:sp>
      <p:sp>
        <p:nvSpPr>
          <p:cNvPr id="10" name="Rectangle 9">
            <a:extLst>
              <a:ext uri="{FF2B5EF4-FFF2-40B4-BE49-F238E27FC236}">
                <a16:creationId xmlns:a16="http://schemas.microsoft.com/office/drawing/2014/main" id="{FB46CEE7-62CF-F34C-BE01-D1B848D038EE}"/>
              </a:ext>
            </a:extLst>
          </p:cNvPr>
          <p:cNvSpPr/>
          <p:nvPr/>
        </p:nvSpPr>
        <p:spPr>
          <a:xfrm>
            <a:off x="1149371" y="1192062"/>
            <a:ext cx="6984814" cy="4251960"/>
          </a:xfrm>
          <a:prstGeom prst="rect">
            <a:avLst/>
          </a:prstGeom>
        </p:spPr>
        <p:txBody>
          <a:bodyPr vert="horz" lIns="91440" tIns="45720" rIns="91440" bIns="45720" rtlCol="0">
            <a:normAutofit/>
          </a:bodyPr>
          <a:lstStyle/>
          <a:p>
            <a:pPr>
              <a:lnSpc>
                <a:spcPct val="90000"/>
              </a:lnSpc>
              <a:spcAft>
                <a:spcPts val="600"/>
              </a:spcAft>
            </a:pPr>
            <a:r>
              <a:rPr lang="en-US" sz="2800" dirty="0">
                <a:ln w="0"/>
                <a:solidFill>
                  <a:schemeClr val="accent6">
                    <a:lumMod val="25000"/>
                  </a:schemeClr>
                </a:solidFill>
                <a:effectLst>
                  <a:outerShdw blurRad="38100" dist="25400" dir="5400000" algn="ctr" rotWithShape="0">
                    <a:srgbClr val="6E747A">
                      <a:alpha val="43000"/>
                    </a:srgbClr>
                  </a:outerShdw>
                </a:effectLst>
              </a:rPr>
              <a:t>“Service on Route xxx will be reduced by up to 20%. Peak headways will go from 15 to 20 minutes. Midday headways will go from 15 to 20 minutes.”</a:t>
            </a:r>
          </a:p>
        </p:txBody>
      </p:sp>
      <p:sp>
        <p:nvSpPr>
          <p:cNvPr id="11" name="Rectangle 10">
            <a:extLst>
              <a:ext uri="{FF2B5EF4-FFF2-40B4-BE49-F238E27FC236}">
                <a16:creationId xmlns:a16="http://schemas.microsoft.com/office/drawing/2014/main" id="{7C6E616A-ADDA-F599-A164-617B5E6722E7}"/>
              </a:ext>
            </a:extLst>
          </p:cNvPr>
          <p:cNvSpPr/>
          <p:nvPr/>
        </p:nvSpPr>
        <p:spPr>
          <a:xfrm>
            <a:off x="-849580" y="2994877"/>
            <a:ext cx="11104659" cy="646331"/>
          </a:xfrm>
          <a:prstGeom prst="rect">
            <a:avLst/>
          </a:prstGeom>
          <a:noFill/>
        </p:spPr>
        <p:txBody>
          <a:bodyPr wrap="square" lIns="91440" tIns="45720" rIns="91440" bIns="45720">
            <a:spAutoFit/>
          </a:bodyPr>
          <a:lstStyle/>
          <a:p>
            <a:pPr algn="ctr">
              <a:spcAft>
                <a:spcPts val="600"/>
              </a:spcAft>
            </a:pPr>
            <a:r>
              <a:rPr lang="en-US" sz="3600" b="1" dirty="0">
                <a:ln w="22225">
                  <a:solidFill>
                    <a:schemeClr val="accent2"/>
                  </a:solidFill>
                  <a:prstDash val="solid"/>
                </a:ln>
                <a:solidFill>
                  <a:schemeClr val="accent2">
                    <a:lumMod val="40000"/>
                    <a:lumOff val="60000"/>
                  </a:schemeClr>
                </a:solidFill>
              </a:rPr>
              <a:t>Impact on riders? What Magnitude?</a:t>
            </a:r>
            <a:endParaRPr lang="en-US" sz="3600" b="1" cap="none" spc="0" dirty="0">
              <a:ln w="22225">
                <a:solidFill>
                  <a:schemeClr val="accent2"/>
                </a:solidFill>
                <a:prstDash val="solid"/>
              </a:ln>
              <a:solidFill>
                <a:schemeClr val="accent2">
                  <a:lumMod val="40000"/>
                  <a:lumOff val="60000"/>
                </a:schemeClr>
              </a:solidFill>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9">
          <a:extLst>
            <a:ext uri="{FF2B5EF4-FFF2-40B4-BE49-F238E27FC236}">
              <a16:creationId xmlns:a16="http://schemas.microsoft.com/office/drawing/2014/main" id="{4B48DF07-C1A6-4451-C9BD-EFA25D0A3361}"/>
            </a:ext>
          </a:extLst>
        </p:cNvPr>
        <p:cNvGrpSpPr/>
        <p:nvPr/>
      </p:nvGrpSpPr>
      <p:grpSpPr>
        <a:xfrm>
          <a:off x="0" y="0"/>
          <a:ext cx="0" cy="0"/>
          <a:chOff x="0" y="0"/>
          <a:chExt cx="0" cy="0"/>
        </a:xfrm>
      </p:grpSpPr>
      <p:sp>
        <p:nvSpPr>
          <p:cNvPr id="811" name="Google Shape;811;p29">
            <a:extLst>
              <a:ext uri="{FF2B5EF4-FFF2-40B4-BE49-F238E27FC236}">
                <a16:creationId xmlns:a16="http://schemas.microsoft.com/office/drawing/2014/main" id="{4D902E32-38FE-1257-7A5B-7A88324B8222}"/>
              </a:ext>
            </a:extLst>
          </p:cNvPr>
          <p:cNvSpPr txBox="1">
            <a:spLocks noGrp="1"/>
          </p:cNvSpPr>
          <p:nvPr>
            <p:ph type="title"/>
          </p:nvPr>
        </p:nvSpPr>
        <p:spPr>
          <a:xfrm>
            <a:off x="3591150" y="838600"/>
            <a:ext cx="3657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Method </a:t>
            </a:r>
            <a:endParaRPr dirty="0"/>
          </a:p>
        </p:txBody>
      </p:sp>
      <p:sp>
        <p:nvSpPr>
          <p:cNvPr id="812" name="Google Shape;812;p29">
            <a:extLst>
              <a:ext uri="{FF2B5EF4-FFF2-40B4-BE49-F238E27FC236}">
                <a16:creationId xmlns:a16="http://schemas.microsoft.com/office/drawing/2014/main" id="{B7033B22-AD3A-E0BA-D1F7-E22E54AC333C}"/>
              </a:ext>
            </a:extLst>
          </p:cNvPr>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1003" name="Google Shape;1003;p29">
            <a:extLst>
              <a:ext uri="{FF2B5EF4-FFF2-40B4-BE49-F238E27FC236}">
                <a16:creationId xmlns:a16="http://schemas.microsoft.com/office/drawing/2014/main" id="{B1563861-97FA-6A3A-2700-6C4E63ED8425}"/>
              </a:ext>
            </a:extLst>
          </p:cNvPr>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a:extLst>
              <a:ext uri="{FF2B5EF4-FFF2-40B4-BE49-F238E27FC236}">
                <a16:creationId xmlns:a16="http://schemas.microsoft.com/office/drawing/2014/main" id="{F9A80A38-4BA0-E48D-9AD1-F638A48E46E0}"/>
              </a:ext>
            </a:extLst>
          </p:cNvPr>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a:extLst>
              <a:ext uri="{FF2B5EF4-FFF2-40B4-BE49-F238E27FC236}">
                <a16:creationId xmlns:a16="http://schemas.microsoft.com/office/drawing/2014/main" id="{5A990D90-1E6B-42FA-C559-0A5F5A023293}"/>
              </a:ext>
            </a:extLst>
          </p:cNvPr>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oogle Shape;1908;p42">
            <a:extLst>
              <a:ext uri="{FF2B5EF4-FFF2-40B4-BE49-F238E27FC236}">
                <a16:creationId xmlns:a16="http://schemas.microsoft.com/office/drawing/2014/main" id="{646BE453-6DCF-D6AB-9968-A0179F21ACF3}"/>
              </a:ext>
            </a:extLst>
          </p:cNvPr>
          <p:cNvGrpSpPr/>
          <p:nvPr/>
        </p:nvGrpSpPr>
        <p:grpSpPr>
          <a:xfrm>
            <a:off x="-438300" y="2882831"/>
            <a:ext cx="9582300" cy="1649595"/>
            <a:chOff x="-261650" y="2954393"/>
            <a:chExt cx="9582300" cy="1649595"/>
          </a:xfrm>
        </p:grpSpPr>
        <p:grpSp>
          <p:nvGrpSpPr>
            <p:cNvPr id="3" name="Google Shape;1909;p42">
              <a:extLst>
                <a:ext uri="{FF2B5EF4-FFF2-40B4-BE49-F238E27FC236}">
                  <a16:creationId xmlns:a16="http://schemas.microsoft.com/office/drawing/2014/main" id="{80197375-91D5-3665-E69D-C9FFFFD97A59}"/>
                </a:ext>
              </a:extLst>
            </p:cNvPr>
            <p:cNvGrpSpPr/>
            <p:nvPr/>
          </p:nvGrpSpPr>
          <p:grpSpPr>
            <a:xfrm>
              <a:off x="2324298" y="2954393"/>
              <a:ext cx="3853025" cy="1649595"/>
              <a:chOff x="-1795175" y="2679375"/>
              <a:chExt cx="4495421" cy="1924624"/>
            </a:xfrm>
          </p:grpSpPr>
          <p:sp>
            <p:nvSpPr>
              <p:cNvPr id="5" name="Google Shape;1910;p42">
                <a:extLst>
                  <a:ext uri="{FF2B5EF4-FFF2-40B4-BE49-F238E27FC236}">
                    <a16:creationId xmlns:a16="http://schemas.microsoft.com/office/drawing/2014/main" id="{E5BAEEE0-8ACC-AFD3-6AE3-900AB2CB6535}"/>
                  </a:ext>
                </a:extLst>
              </p:cNvPr>
              <p:cNvSpPr/>
              <p:nvPr/>
            </p:nvSpPr>
            <p:spPr>
              <a:xfrm>
                <a:off x="850262" y="2964225"/>
                <a:ext cx="330448" cy="219617"/>
              </a:xfrm>
              <a:custGeom>
                <a:avLst/>
                <a:gdLst/>
                <a:ahLst/>
                <a:cxnLst/>
                <a:rect l="l" t="t" r="r" b="b"/>
                <a:pathLst>
                  <a:path w="1616" h="1074" extrusionOk="0">
                    <a:moveTo>
                      <a:pt x="1538" y="1"/>
                    </a:moveTo>
                    <a:lnTo>
                      <a:pt x="1" y="996"/>
                    </a:lnTo>
                    <a:lnTo>
                      <a:pt x="67" y="1074"/>
                    </a:lnTo>
                    <a:lnTo>
                      <a:pt x="1615" y="78"/>
                    </a:ln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911;p42">
                <a:extLst>
                  <a:ext uri="{FF2B5EF4-FFF2-40B4-BE49-F238E27FC236}">
                    <a16:creationId xmlns:a16="http://schemas.microsoft.com/office/drawing/2014/main" id="{E26CBE13-EFF3-20F9-065E-35825768878B}"/>
                  </a:ext>
                </a:extLst>
              </p:cNvPr>
              <p:cNvSpPr/>
              <p:nvPr/>
            </p:nvSpPr>
            <p:spPr>
              <a:xfrm>
                <a:off x="325755" y="2964225"/>
                <a:ext cx="332697" cy="219617"/>
              </a:xfrm>
              <a:custGeom>
                <a:avLst/>
                <a:gdLst/>
                <a:ahLst/>
                <a:cxnLst/>
                <a:rect l="l" t="t" r="r" b="b"/>
                <a:pathLst>
                  <a:path w="1627" h="1074" extrusionOk="0">
                    <a:moveTo>
                      <a:pt x="78" y="1"/>
                    </a:moveTo>
                    <a:lnTo>
                      <a:pt x="1" y="78"/>
                    </a:lnTo>
                    <a:lnTo>
                      <a:pt x="1549" y="1074"/>
                    </a:lnTo>
                    <a:lnTo>
                      <a:pt x="1626"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12;p42">
                <a:extLst>
                  <a:ext uri="{FF2B5EF4-FFF2-40B4-BE49-F238E27FC236}">
                    <a16:creationId xmlns:a16="http://schemas.microsoft.com/office/drawing/2014/main" id="{274C2B2C-861A-6B04-ACA4-AA217FDEABEC}"/>
                  </a:ext>
                </a:extLst>
              </p:cNvPr>
              <p:cNvSpPr/>
              <p:nvPr/>
            </p:nvSpPr>
            <p:spPr>
              <a:xfrm>
                <a:off x="739635" y="2679375"/>
                <a:ext cx="441074" cy="301002"/>
              </a:xfrm>
              <a:custGeom>
                <a:avLst/>
                <a:gdLst/>
                <a:ahLst/>
                <a:cxnLst/>
                <a:rect l="l" t="t" r="r" b="b"/>
                <a:pathLst>
                  <a:path w="2157" h="1472" extrusionOk="0">
                    <a:moveTo>
                      <a:pt x="67" y="1"/>
                    </a:moveTo>
                    <a:lnTo>
                      <a:pt x="0" y="78"/>
                    </a:lnTo>
                    <a:lnTo>
                      <a:pt x="2156" y="1471"/>
                    </a:lnTo>
                    <a:lnTo>
                      <a:pt x="2156" y="1350"/>
                    </a:lnTo>
                    <a:lnTo>
                      <a:pt x="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13;p42">
                <a:extLst>
                  <a:ext uri="{FF2B5EF4-FFF2-40B4-BE49-F238E27FC236}">
                    <a16:creationId xmlns:a16="http://schemas.microsoft.com/office/drawing/2014/main" id="{9F8BA172-93C9-D3CD-4D3B-8DF00160EA16}"/>
                  </a:ext>
                </a:extLst>
              </p:cNvPr>
              <p:cNvSpPr/>
              <p:nvPr/>
            </p:nvSpPr>
            <p:spPr>
              <a:xfrm>
                <a:off x="325755" y="2679375"/>
                <a:ext cx="443323" cy="301002"/>
              </a:xfrm>
              <a:custGeom>
                <a:avLst/>
                <a:gdLst/>
                <a:ahLst/>
                <a:cxnLst/>
                <a:rect l="l" t="t" r="r" b="b"/>
                <a:pathLst>
                  <a:path w="2168" h="1472" extrusionOk="0">
                    <a:moveTo>
                      <a:pt x="2091" y="1"/>
                    </a:moveTo>
                    <a:lnTo>
                      <a:pt x="1" y="1350"/>
                    </a:lnTo>
                    <a:lnTo>
                      <a:pt x="1" y="1471"/>
                    </a:lnTo>
                    <a:lnTo>
                      <a:pt x="2168" y="78"/>
                    </a:lnTo>
                    <a:lnTo>
                      <a:pt x="20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14;p42">
                <a:extLst>
                  <a:ext uri="{FF2B5EF4-FFF2-40B4-BE49-F238E27FC236}">
                    <a16:creationId xmlns:a16="http://schemas.microsoft.com/office/drawing/2014/main" id="{8693BAB5-E000-A39A-ECD6-D2679C1022E7}"/>
                  </a:ext>
                </a:extLst>
              </p:cNvPr>
              <p:cNvSpPr/>
              <p:nvPr/>
            </p:nvSpPr>
            <p:spPr>
              <a:xfrm>
                <a:off x="753131" y="2964225"/>
                <a:ext cx="332493" cy="219617"/>
              </a:xfrm>
              <a:custGeom>
                <a:avLst/>
                <a:gdLst/>
                <a:ahLst/>
                <a:cxnLst/>
                <a:rect l="l" t="t" r="r" b="b"/>
                <a:pathLst>
                  <a:path w="1626" h="1074" extrusionOk="0">
                    <a:moveTo>
                      <a:pt x="1549" y="1"/>
                    </a:moveTo>
                    <a:lnTo>
                      <a:pt x="1" y="996"/>
                    </a:lnTo>
                    <a:lnTo>
                      <a:pt x="78" y="1074"/>
                    </a:lnTo>
                    <a:lnTo>
                      <a:pt x="1626" y="78"/>
                    </a:lnTo>
                    <a:lnTo>
                      <a:pt x="15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15;p42">
                <a:extLst>
                  <a:ext uri="{FF2B5EF4-FFF2-40B4-BE49-F238E27FC236}">
                    <a16:creationId xmlns:a16="http://schemas.microsoft.com/office/drawing/2014/main" id="{4EF1D482-F607-C3E9-EECC-E16365EE20D3}"/>
                  </a:ext>
                </a:extLst>
              </p:cNvPr>
              <p:cNvSpPr/>
              <p:nvPr/>
            </p:nvSpPr>
            <p:spPr>
              <a:xfrm>
                <a:off x="230874" y="2964225"/>
                <a:ext cx="330243" cy="219617"/>
              </a:xfrm>
              <a:custGeom>
                <a:avLst/>
                <a:gdLst/>
                <a:ahLst/>
                <a:cxnLst/>
                <a:rect l="l" t="t" r="r" b="b"/>
                <a:pathLst>
                  <a:path w="1615" h="1074" extrusionOk="0">
                    <a:moveTo>
                      <a:pt x="78" y="1"/>
                    </a:moveTo>
                    <a:lnTo>
                      <a:pt x="0" y="78"/>
                    </a:lnTo>
                    <a:lnTo>
                      <a:pt x="1537" y="1074"/>
                    </a:lnTo>
                    <a:lnTo>
                      <a:pt x="1615"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16;p42">
                <a:extLst>
                  <a:ext uri="{FF2B5EF4-FFF2-40B4-BE49-F238E27FC236}">
                    <a16:creationId xmlns:a16="http://schemas.microsoft.com/office/drawing/2014/main" id="{22AD7B29-4B75-4E7A-D5C3-96959D18A870}"/>
                  </a:ext>
                </a:extLst>
              </p:cNvPr>
              <p:cNvSpPr/>
              <p:nvPr/>
            </p:nvSpPr>
            <p:spPr>
              <a:xfrm>
                <a:off x="642300" y="2679375"/>
                <a:ext cx="443323" cy="301002"/>
              </a:xfrm>
              <a:custGeom>
                <a:avLst/>
                <a:gdLst/>
                <a:ahLst/>
                <a:cxnLst/>
                <a:rect l="l" t="t" r="r" b="b"/>
                <a:pathLst>
                  <a:path w="2168" h="1472" extrusionOk="0">
                    <a:moveTo>
                      <a:pt x="78" y="1"/>
                    </a:moveTo>
                    <a:lnTo>
                      <a:pt x="1" y="78"/>
                    </a:lnTo>
                    <a:lnTo>
                      <a:pt x="2168" y="1471"/>
                    </a:lnTo>
                    <a:lnTo>
                      <a:pt x="2168" y="1350"/>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17;p42">
                <a:extLst>
                  <a:ext uri="{FF2B5EF4-FFF2-40B4-BE49-F238E27FC236}">
                    <a16:creationId xmlns:a16="http://schemas.microsoft.com/office/drawing/2014/main" id="{ADC75D5F-1AB5-2EAE-7917-50146863E3F1}"/>
                  </a:ext>
                </a:extLst>
              </p:cNvPr>
              <p:cNvSpPr/>
              <p:nvPr/>
            </p:nvSpPr>
            <p:spPr>
              <a:xfrm>
                <a:off x="230874" y="2679375"/>
                <a:ext cx="441074" cy="301002"/>
              </a:xfrm>
              <a:custGeom>
                <a:avLst/>
                <a:gdLst/>
                <a:ahLst/>
                <a:cxnLst/>
                <a:rect l="l" t="t" r="r" b="b"/>
                <a:pathLst>
                  <a:path w="2157" h="1472" extrusionOk="0">
                    <a:moveTo>
                      <a:pt x="2090" y="1"/>
                    </a:moveTo>
                    <a:lnTo>
                      <a:pt x="0" y="1350"/>
                    </a:lnTo>
                    <a:lnTo>
                      <a:pt x="0" y="1471"/>
                    </a:lnTo>
                    <a:lnTo>
                      <a:pt x="2156" y="78"/>
                    </a:lnTo>
                    <a:lnTo>
                      <a:pt x="20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918;p42">
                <a:extLst>
                  <a:ext uri="{FF2B5EF4-FFF2-40B4-BE49-F238E27FC236}">
                    <a16:creationId xmlns:a16="http://schemas.microsoft.com/office/drawing/2014/main" id="{DE0B407D-B6B4-EA1F-496E-2F83D7A119F2}"/>
                  </a:ext>
                </a:extLst>
              </p:cNvPr>
              <p:cNvSpPr/>
              <p:nvPr/>
            </p:nvSpPr>
            <p:spPr>
              <a:xfrm>
                <a:off x="-1297047" y="4325490"/>
                <a:ext cx="274623" cy="234953"/>
              </a:xfrm>
              <a:custGeom>
                <a:avLst/>
                <a:gdLst/>
                <a:ahLst/>
                <a:cxnLst/>
                <a:rect l="l" t="t" r="r" b="b"/>
                <a:pathLst>
                  <a:path w="1343" h="1149" extrusionOk="0">
                    <a:moveTo>
                      <a:pt x="768" y="337"/>
                    </a:moveTo>
                    <a:cubicBezTo>
                      <a:pt x="888" y="337"/>
                      <a:pt x="1004" y="434"/>
                      <a:pt x="1004" y="576"/>
                    </a:cubicBezTo>
                    <a:cubicBezTo>
                      <a:pt x="1004" y="697"/>
                      <a:pt x="893" y="808"/>
                      <a:pt x="771" y="808"/>
                    </a:cubicBezTo>
                    <a:cubicBezTo>
                      <a:pt x="561" y="808"/>
                      <a:pt x="451" y="553"/>
                      <a:pt x="605" y="410"/>
                    </a:cubicBezTo>
                    <a:cubicBezTo>
                      <a:pt x="652" y="359"/>
                      <a:pt x="710" y="337"/>
                      <a:pt x="768" y="337"/>
                    </a:cubicBezTo>
                    <a:close/>
                    <a:moveTo>
                      <a:pt x="758" y="0"/>
                    </a:moveTo>
                    <a:cubicBezTo>
                      <a:pt x="247" y="0"/>
                      <a:pt x="0" y="623"/>
                      <a:pt x="351" y="985"/>
                    </a:cubicBezTo>
                    <a:cubicBezTo>
                      <a:pt x="468" y="1098"/>
                      <a:pt x="612" y="1149"/>
                      <a:pt x="753" y="1149"/>
                    </a:cubicBezTo>
                    <a:cubicBezTo>
                      <a:pt x="1053" y="1149"/>
                      <a:pt x="1343" y="918"/>
                      <a:pt x="1335" y="565"/>
                    </a:cubicBezTo>
                    <a:cubicBezTo>
                      <a:pt x="1335" y="255"/>
                      <a:pt x="1081" y="1"/>
                      <a:pt x="771" y="1"/>
                    </a:cubicBezTo>
                    <a:cubicBezTo>
                      <a:pt x="767" y="1"/>
                      <a:pt x="762" y="0"/>
                      <a:pt x="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919;p42">
                <a:extLst>
                  <a:ext uri="{FF2B5EF4-FFF2-40B4-BE49-F238E27FC236}">
                    <a16:creationId xmlns:a16="http://schemas.microsoft.com/office/drawing/2014/main" id="{7E476B7E-47A8-412F-B05E-AB371A40CF5E}"/>
                  </a:ext>
                </a:extLst>
              </p:cNvPr>
              <p:cNvSpPr/>
              <p:nvPr/>
            </p:nvSpPr>
            <p:spPr>
              <a:xfrm>
                <a:off x="-1356552" y="4280299"/>
                <a:ext cx="377888" cy="323495"/>
              </a:xfrm>
              <a:custGeom>
                <a:avLst/>
                <a:gdLst/>
                <a:ahLst/>
                <a:cxnLst/>
                <a:rect l="l" t="t" r="r" b="b"/>
                <a:pathLst>
                  <a:path w="1848" h="1582" extrusionOk="0">
                    <a:moveTo>
                      <a:pt x="1050" y="215"/>
                    </a:moveTo>
                    <a:cubicBezTo>
                      <a:pt x="1345" y="215"/>
                      <a:pt x="1626" y="443"/>
                      <a:pt x="1626" y="786"/>
                    </a:cubicBezTo>
                    <a:cubicBezTo>
                      <a:pt x="1626" y="1106"/>
                      <a:pt x="1372" y="1361"/>
                      <a:pt x="1062" y="1361"/>
                    </a:cubicBezTo>
                    <a:cubicBezTo>
                      <a:pt x="1058" y="1361"/>
                      <a:pt x="1053" y="1361"/>
                      <a:pt x="1049" y="1361"/>
                    </a:cubicBezTo>
                    <a:cubicBezTo>
                      <a:pt x="538" y="1361"/>
                      <a:pt x="291" y="749"/>
                      <a:pt x="642" y="387"/>
                    </a:cubicBezTo>
                    <a:cubicBezTo>
                      <a:pt x="761" y="269"/>
                      <a:pt x="907" y="215"/>
                      <a:pt x="1050"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920;p42">
                <a:extLst>
                  <a:ext uri="{FF2B5EF4-FFF2-40B4-BE49-F238E27FC236}">
                    <a16:creationId xmlns:a16="http://schemas.microsoft.com/office/drawing/2014/main" id="{84CFF45E-FEC2-8F29-7814-086464338F14}"/>
                  </a:ext>
                </a:extLst>
              </p:cNvPr>
              <p:cNvSpPr/>
              <p:nvPr/>
            </p:nvSpPr>
            <p:spPr>
              <a:xfrm>
                <a:off x="-1205028"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8" y="471"/>
                      <a:pt x="554" y="374"/>
                      <a:pt x="554" y="233"/>
                    </a:cubicBezTo>
                    <a:cubicBezTo>
                      <a:pt x="554" y="100"/>
                      <a:pt x="454"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21;p42">
                <a:extLst>
                  <a:ext uri="{FF2B5EF4-FFF2-40B4-BE49-F238E27FC236}">
                    <a16:creationId xmlns:a16="http://schemas.microsoft.com/office/drawing/2014/main" id="{7681C313-A0E3-C7D4-55B1-938628F7BCE1}"/>
                  </a:ext>
                </a:extLst>
              </p:cNvPr>
              <p:cNvSpPr/>
              <p:nvPr/>
            </p:nvSpPr>
            <p:spPr>
              <a:xfrm>
                <a:off x="-1094197" y="4280299"/>
                <a:ext cx="165224" cy="323495"/>
              </a:xfrm>
              <a:custGeom>
                <a:avLst/>
                <a:gdLst/>
                <a:ahLst/>
                <a:cxnLst/>
                <a:rect l="l" t="t" r="r" b="b"/>
                <a:pathLst>
                  <a:path w="808" h="1582" extrusionOk="0">
                    <a:moveTo>
                      <a:pt x="0" y="0"/>
                    </a:moveTo>
                    <a:cubicBezTo>
                      <a:pt x="421" y="12"/>
                      <a:pt x="763" y="365"/>
                      <a:pt x="763" y="786"/>
                    </a:cubicBezTo>
                    <a:cubicBezTo>
                      <a:pt x="763" y="1217"/>
                      <a:pt x="421" y="1560"/>
                      <a:pt x="0"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22;p42">
                <a:extLst>
                  <a:ext uri="{FF2B5EF4-FFF2-40B4-BE49-F238E27FC236}">
                    <a16:creationId xmlns:a16="http://schemas.microsoft.com/office/drawing/2014/main" id="{D5601422-834F-4886-2F6D-2C32BDBFA36A}"/>
                  </a:ext>
                </a:extLst>
              </p:cNvPr>
              <p:cNvSpPr/>
              <p:nvPr/>
            </p:nvSpPr>
            <p:spPr>
              <a:xfrm>
                <a:off x="-1137139" y="4280094"/>
                <a:ext cx="203667" cy="323904"/>
              </a:xfrm>
              <a:custGeom>
                <a:avLst/>
                <a:gdLst/>
                <a:ahLst/>
                <a:cxnLst/>
                <a:rect l="l" t="t" r="r" b="b"/>
                <a:pathLst>
                  <a:path w="996" h="1584" extrusionOk="0">
                    <a:moveTo>
                      <a:pt x="39" y="0"/>
                    </a:moveTo>
                    <a:cubicBezTo>
                      <a:pt x="27" y="0"/>
                      <a:pt x="13" y="1"/>
                      <a:pt x="0" y="1"/>
                    </a:cubicBezTo>
                    <a:lnTo>
                      <a:pt x="78" y="1"/>
                    </a:lnTo>
                    <a:cubicBezTo>
                      <a:pt x="66" y="1"/>
                      <a:pt x="53" y="0"/>
                      <a:pt x="39" y="0"/>
                    </a:cubicBezTo>
                    <a:close/>
                    <a:moveTo>
                      <a:pt x="78" y="1"/>
                    </a:moveTo>
                    <a:cubicBezTo>
                      <a:pt x="496" y="22"/>
                      <a:pt x="830" y="370"/>
                      <a:pt x="830" y="787"/>
                    </a:cubicBezTo>
                    <a:cubicBezTo>
                      <a:pt x="830" y="1214"/>
                      <a:pt x="496" y="1562"/>
                      <a:pt x="78" y="1583"/>
                    </a:cubicBezTo>
                    <a:lnTo>
                      <a:pt x="199" y="1583"/>
                    </a:lnTo>
                    <a:cubicBezTo>
                      <a:pt x="642" y="1583"/>
                      <a:pt x="996" y="1229"/>
                      <a:pt x="996" y="787"/>
                    </a:cubicBezTo>
                    <a:cubicBezTo>
                      <a:pt x="996" y="355"/>
                      <a:pt x="642" y="1"/>
                      <a:pt x="210" y="1"/>
                    </a:cubicBezTo>
                    <a:close/>
                    <a:moveTo>
                      <a:pt x="0" y="1583"/>
                    </a:moveTo>
                    <a:cubicBezTo>
                      <a:pt x="13" y="1583"/>
                      <a:pt x="27" y="1584"/>
                      <a:pt x="39" y="1584"/>
                    </a:cubicBezTo>
                    <a:cubicBezTo>
                      <a:pt x="53" y="1584"/>
                      <a:pt x="66"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923;p42">
                <a:extLst>
                  <a:ext uri="{FF2B5EF4-FFF2-40B4-BE49-F238E27FC236}">
                    <a16:creationId xmlns:a16="http://schemas.microsoft.com/office/drawing/2014/main" id="{71EE45D5-DA9A-9B66-AE31-2A7AFF2944A9}"/>
                  </a:ext>
                </a:extLst>
              </p:cNvPr>
              <p:cNvSpPr/>
              <p:nvPr/>
            </p:nvSpPr>
            <p:spPr>
              <a:xfrm>
                <a:off x="-1150635"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66" y="1582"/>
                    </a:lnTo>
                    <a:cubicBezTo>
                      <a:pt x="509" y="1582"/>
                      <a:pt x="863" y="1228"/>
                      <a:pt x="863" y="786"/>
                    </a:cubicBezTo>
                    <a:cubicBezTo>
                      <a:pt x="863" y="354"/>
                      <a:pt x="509"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24;p42">
                <a:extLst>
                  <a:ext uri="{FF2B5EF4-FFF2-40B4-BE49-F238E27FC236}">
                    <a16:creationId xmlns:a16="http://schemas.microsoft.com/office/drawing/2014/main" id="{A4D8AAB0-42B2-8FED-B1CF-77C8A6C44B91}"/>
                  </a:ext>
                </a:extLst>
              </p:cNvPr>
              <p:cNvSpPr/>
              <p:nvPr/>
            </p:nvSpPr>
            <p:spPr>
              <a:xfrm>
                <a:off x="-1301545" y="4325286"/>
                <a:ext cx="166860" cy="233522"/>
              </a:xfrm>
              <a:custGeom>
                <a:avLst/>
                <a:gdLst/>
                <a:ahLst/>
                <a:cxnLst/>
                <a:rect l="l" t="t" r="r" b="b"/>
                <a:pathLst>
                  <a:path w="816" h="1142" extrusionOk="0">
                    <a:moveTo>
                      <a:pt x="751" y="0"/>
                    </a:moveTo>
                    <a:cubicBezTo>
                      <a:pt x="0" y="0"/>
                      <a:pt x="0" y="1142"/>
                      <a:pt x="751" y="1142"/>
                    </a:cubicBezTo>
                    <a:cubicBezTo>
                      <a:pt x="765" y="1142"/>
                      <a:pt x="779" y="1141"/>
                      <a:pt x="793" y="1141"/>
                    </a:cubicBezTo>
                    <a:lnTo>
                      <a:pt x="815" y="1141"/>
                    </a:lnTo>
                    <a:cubicBezTo>
                      <a:pt x="517" y="1129"/>
                      <a:pt x="274" y="875"/>
                      <a:pt x="274" y="566"/>
                    </a:cubicBezTo>
                    <a:cubicBezTo>
                      <a:pt x="274" y="267"/>
                      <a:pt x="517" y="13"/>
                      <a:pt x="815"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925;p42">
                <a:extLst>
                  <a:ext uri="{FF2B5EF4-FFF2-40B4-BE49-F238E27FC236}">
                    <a16:creationId xmlns:a16="http://schemas.microsoft.com/office/drawing/2014/main" id="{007106EE-13CE-B64A-2A7B-6195264C4130}"/>
                  </a:ext>
                </a:extLst>
              </p:cNvPr>
              <p:cNvSpPr/>
              <p:nvPr/>
            </p:nvSpPr>
            <p:spPr>
              <a:xfrm>
                <a:off x="-1134889" y="4391130"/>
                <a:ext cx="70343" cy="97335"/>
              </a:xfrm>
              <a:custGeom>
                <a:avLst/>
                <a:gdLst/>
                <a:ahLst/>
                <a:cxnLst/>
                <a:rect l="l" t="t" r="r" b="b"/>
                <a:pathLst>
                  <a:path w="344" h="476" extrusionOk="0">
                    <a:moveTo>
                      <a:pt x="34" y="0"/>
                    </a:moveTo>
                    <a:lnTo>
                      <a:pt x="34" y="11"/>
                    </a:lnTo>
                    <a:lnTo>
                      <a:pt x="0" y="11"/>
                    </a:lnTo>
                    <a:cubicBezTo>
                      <a:pt x="288" y="45"/>
                      <a:pt x="288" y="443"/>
                      <a:pt x="0"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926;p42">
                <a:extLst>
                  <a:ext uri="{FF2B5EF4-FFF2-40B4-BE49-F238E27FC236}">
                    <a16:creationId xmlns:a16="http://schemas.microsoft.com/office/drawing/2014/main" id="{6D22CFD8-469D-405A-A060-AD94452AFF08}"/>
                  </a:ext>
                </a:extLst>
              </p:cNvPr>
              <p:cNvSpPr/>
              <p:nvPr/>
            </p:nvSpPr>
            <p:spPr>
              <a:xfrm>
                <a:off x="-1299910" y="4379679"/>
                <a:ext cx="377684" cy="45600"/>
              </a:xfrm>
              <a:custGeom>
                <a:avLst/>
                <a:gdLst/>
                <a:ahLst/>
                <a:cxnLst/>
                <a:rect l="l" t="t" r="r" b="b"/>
                <a:pathLst>
                  <a:path w="1847" h="223" extrusionOk="0">
                    <a:moveTo>
                      <a:pt x="56" y="1"/>
                    </a:moveTo>
                    <a:cubicBezTo>
                      <a:pt x="22" y="67"/>
                      <a:pt x="0" y="145"/>
                      <a:pt x="0" y="222"/>
                    </a:cubicBezTo>
                    <a:lnTo>
                      <a:pt x="1847" y="222"/>
                    </a:lnTo>
                    <a:cubicBezTo>
                      <a:pt x="1836" y="145"/>
                      <a:pt x="1814"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27;p42">
                <a:extLst>
                  <a:ext uri="{FF2B5EF4-FFF2-40B4-BE49-F238E27FC236}">
                    <a16:creationId xmlns:a16="http://schemas.microsoft.com/office/drawing/2014/main" id="{BB277218-0129-2301-10CB-173E5190FA06}"/>
                  </a:ext>
                </a:extLst>
              </p:cNvPr>
              <p:cNvSpPr/>
              <p:nvPr/>
            </p:nvSpPr>
            <p:spPr>
              <a:xfrm>
                <a:off x="-872534" y="4325490"/>
                <a:ext cx="273805" cy="235158"/>
              </a:xfrm>
              <a:custGeom>
                <a:avLst/>
                <a:gdLst/>
                <a:ahLst/>
                <a:cxnLst/>
                <a:rect l="l" t="t" r="r" b="b"/>
                <a:pathLst>
                  <a:path w="1339" h="1150" extrusionOk="0">
                    <a:moveTo>
                      <a:pt x="767" y="337"/>
                    </a:moveTo>
                    <a:cubicBezTo>
                      <a:pt x="890" y="337"/>
                      <a:pt x="1006" y="434"/>
                      <a:pt x="1006" y="576"/>
                    </a:cubicBezTo>
                    <a:cubicBezTo>
                      <a:pt x="995" y="697"/>
                      <a:pt x="896" y="808"/>
                      <a:pt x="763" y="808"/>
                    </a:cubicBezTo>
                    <a:cubicBezTo>
                      <a:pt x="553" y="808"/>
                      <a:pt x="453" y="553"/>
                      <a:pt x="597" y="410"/>
                    </a:cubicBezTo>
                    <a:cubicBezTo>
                      <a:pt x="647" y="359"/>
                      <a:pt x="708" y="337"/>
                      <a:pt x="767" y="337"/>
                    </a:cubicBezTo>
                    <a:close/>
                    <a:moveTo>
                      <a:pt x="763" y="1"/>
                    </a:moveTo>
                    <a:cubicBezTo>
                      <a:pt x="254" y="1"/>
                      <a:pt x="0" y="620"/>
                      <a:pt x="365" y="985"/>
                    </a:cubicBezTo>
                    <a:cubicBezTo>
                      <a:pt x="479" y="1098"/>
                      <a:pt x="619" y="1149"/>
                      <a:pt x="758"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28;p42">
                <a:extLst>
                  <a:ext uri="{FF2B5EF4-FFF2-40B4-BE49-F238E27FC236}">
                    <a16:creationId xmlns:a16="http://schemas.microsoft.com/office/drawing/2014/main" id="{49B56067-7882-D71D-E7C7-C674DF7A99A1}"/>
                  </a:ext>
                </a:extLst>
              </p:cNvPr>
              <p:cNvSpPr/>
              <p:nvPr/>
            </p:nvSpPr>
            <p:spPr>
              <a:xfrm>
                <a:off x="-933675" y="4280299"/>
                <a:ext cx="380138" cy="323495"/>
              </a:xfrm>
              <a:custGeom>
                <a:avLst/>
                <a:gdLst/>
                <a:ahLst/>
                <a:cxnLst/>
                <a:rect l="l" t="t" r="r" b="b"/>
                <a:pathLst>
                  <a:path w="1859" h="1582" extrusionOk="0">
                    <a:moveTo>
                      <a:pt x="1064" y="215"/>
                    </a:moveTo>
                    <a:cubicBezTo>
                      <a:pt x="1356" y="215"/>
                      <a:pt x="1637" y="443"/>
                      <a:pt x="1637" y="786"/>
                    </a:cubicBezTo>
                    <a:cubicBezTo>
                      <a:pt x="1637" y="1106"/>
                      <a:pt x="1383" y="1361"/>
                      <a:pt x="1062" y="1361"/>
                    </a:cubicBezTo>
                    <a:cubicBezTo>
                      <a:pt x="553" y="1361"/>
                      <a:pt x="299" y="741"/>
                      <a:pt x="664" y="387"/>
                    </a:cubicBezTo>
                    <a:cubicBezTo>
                      <a:pt x="779" y="269"/>
                      <a:pt x="923" y="215"/>
                      <a:pt x="1064" y="215"/>
                    </a:cubicBezTo>
                    <a:close/>
                    <a:moveTo>
                      <a:pt x="1062" y="0"/>
                    </a:moveTo>
                    <a:cubicBezTo>
                      <a:pt x="354" y="0"/>
                      <a:pt x="1" y="852"/>
                      <a:pt x="509" y="1349"/>
                    </a:cubicBezTo>
                    <a:cubicBezTo>
                      <a:pt x="670" y="1510"/>
                      <a:pt x="867" y="1582"/>
                      <a:pt x="1061" y="1582"/>
                    </a:cubicBezTo>
                    <a:cubicBezTo>
                      <a:pt x="1468"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29;p42">
                <a:extLst>
                  <a:ext uri="{FF2B5EF4-FFF2-40B4-BE49-F238E27FC236}">
                    <a16:creationId xmlns:a16="http://schemas.microsoft.com/office/drawing/2014/main" id="{5003511A-2BC9-2C8E-6D1B-D7A4B5686760}"/>
                  </a:ext>
                </a:extLst>
              </p:cNvPr>
              <p:cNvSpPr/>
              <p:nvPr/>
            </p:nvSpPr>
            <p:spPr>
              <a:xfrm>
                <a:off x="-779901" y="4393380"/>
                <a:ext cx="113285" cy="96312"/>
              </a:xfrm>
              <a:custGeom>
                <a:avLst/>
                <a:gdLst/>
                <a:ahLst/>
                <a:cxnLst/>
                <a:rect l="l" t="t" r="r" b="b"/>
                <a:pathLst>
                  <a:path w="554" h="471" extrusionOk="0">
                    <a:moveTo>
                      <a:pt x="310" y="0"/>
                    </a:moveTo>
                    <a:cubicBezTo>
                      <a:pt x="100" y="0"/>
                      <a:pt x="0" y="255"/>
                      <a:pt x="144" y="398"/>
                    </a:cubicBezTo>
                    <a:cubicBezTo>
                      <a:pt x="194" y="449"/>
                      <a:pt x="255" y="471"/>
                      <a:pt x="314" y="471"/>
                    </a:cubicBezTo>
                    <a:cubicBezTo>
                      <a:pt x="437" y="471"/>
                      <a:pt x="553" y="374"/>
                      <a:pt x="553" y="233"/>
                    </a:cubicBezTo>
                    <a:cubicBezTo>
                      <a:pt x="553" y="100"/>
                      <a:pt x="443"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930;p42">
                <a:extLst>
                  <a:ext uri="{FF2B5EF4-FFF2-40B4-BE49-F238E27FC236}">
                    <a16:creationId xmlns:a16="http://schemas.microsoft.com/office/drawing/2014/main" id="{C44E668E-82BD-134E-618B-551374D8B416}"/>
                  </a:ext>
                </a:extLst>
              </p:cNvPr>
              <p:cNvSpPr/>
              <p:nvPr/>
            </p:nvSpPr>
            <p:spPr>
              <a:xfrm>
                <a:off x="-669070" y="4280094"/>
                <a:ext cx="178720" cy="323904"/>
              </a:xfrm>
              <a:custGeom>
                <a:avLst/>
                <a:gdLst/>
                <a:ahLst/>
                <a:cxnLst/>
                <a:rect l="l" t="t" r="r" b="b"/>
                <a:pathLst>
                  <a:path w="874" h="1584" extrusionOk="0">
                    <a:moveTo>
                      <a:pt x="84" y="0"/>
                    </a:moveTo>
                    <a:cubicBezTo>
                      <a:pt x="71" y="0"/>
                      <a:pt x="58" y="1"/>
                      <a:pt x="45" y="1"/>
                    </a:cubicBezTo>
                    <a:lnTo>
                      <a:pt x="0" y="1"/>
                    </a:lnTo>
                    <a:cubicBezTo>
                      <a:pt x="420" y="13"/>
                      <a:pt x="752" y="366"/>
                      <a:pt x="752" y="787"/>
                    </a:cubicBezTo>
                    <a:cubicBezTo>
                      <a:pt x="752" y="1218"/>
                      <a:pt x="420" y="1561"/>
                      <a:pt x="0" y="1583"/>
                    </a:cubicBezTo>
                    <a:lnTo>
                      <a:pt x="45" y="1583"/>
                    </a:lnTo>
                    <a:cubicBezTo>
                      <a:pt x="58" y="1583"/>
                      <a:pt x="71" y="1584"/>
                      <a:pt x="84" y="1584"/>
                    </a:cubicBezTo>
                    <a:cubicBezTo>
                      <a:pt x="519" y="1584"/>
                      <a:pt x="874" y="1227"/>
                      <a:pt x="874" y="787"/>
                    </a:cubicBezTo>
                    <a:cubicBezTo>
                      <a:pt x="874" y="357"/>
                      <a:pt x="519" y="0"/>
                      <a:pt x="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931;p42">
                <a:extLst>
                  <a:ext uri="{FF2B5EF4-FFF2-40B4-BE49-F238E27FC236}">
                    <a16:creationId xmlns:a16="http://schemas.microsoft.com/office/drawing/2014/main" id="{9DAE470D-9594-DEF7-AD88-76CBFD769176}"/>
                  </a:ext>
                </a:extLst>
              </p:cNvPr>
              <p:cNvSpPr/>
              <p:nvPr/>
            </p:nvSpPr>
            <p:spPr>
              <a:xfrm>
                <a:off x="-712012" y="4280094"/>
                <a:ext cx="203667" cy="323904"/>
              </a:xfrm>
              <a:custGeom>
                <a:avLst/>
                <a:gdLst/>
                <a:ahLst/>
                <a:cxnLst/>
                <a:rect l="l" t="t" r="r" b="b"/>
                <a:pathLst>
                  <a:path w="996" h="1584" extrusionOk="0">
                    <a:moveTo>
                      <a:pt x="39" y="0"/>
                    </a:moveTo>
                    <a:cubicBezTo>
                      <a:pt x="26" y="0"/>
                      <a:pt x="13" y="1"/>
                      <a:pt x="0" y="1"/>
                    </a:cubicBezTo>
                    <a:lnTo>
                      <a:pt x="78" y="1"/>
                    </a:lnTo>
                    <a:cubicBezTo>
                      <a:pt x="65" y="1"/>
                      <a:pt x="52" y="0"/>
                      <a:pt x="39" y="0"/>
                    </a:cubicBezTo>
                    <a:close/>
                    <a:moveTo>
                      <a:pt x="78" y="1"/>
                    </a:moveTo>
                    <a:cubicBezTo>
                      <a:pt x="496" y="22"/>
                      <a:pt x="830" y="370"/>
                      <a:pt x="830" y="787"/>
                    </a:cubicBezTo>
                    <a:cubicBezTo>
                      <a:pt x="830" y="1214"/>
                      <a:pt x="496" y="1562"/>
                      <a:pt x="78" y="1583"/>
                    </a:cubicBezTo>
                    <a:lnTo>
                      <a:pt x="210" y="1583"/>
                    </a:lnTo>
                    <a:cubicBezTo>
                      <a:pt x="642" y="1583"/>
                      <a:pt x="995" y="1229"/>
                      <a:pt x="995" y="787"/>
                    </a:cubicBezTo>
                    <a:cubicBezTo>
                      <a:pt x="995" y="355"/>
                      <a:pt x="642" y="1"/>
                      <a:pt x="210" y="1"/>
                    </a:cubicBezTo>
                    <a:close/>
                    <a:moveTo>
                      <a:pt x="0" y="1583"/>
                    </a:moveTo>
                    <a:cubicBezTo>
                      <a:pt x="13" y="1583"/>
                      <a:pt x="26" y="1584"/>
                      <a:pt x="39" y="1584"/>
                    </a:cubicBezTo>
                    <a:cubicBezTo>
                      <a:pt x="52" y="1584"/>
                      <a:pt x="65"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932;p42">
                <a:extLst>
                  <a:ext uri="{FF2B5EF4-FFF2-40B4-BE49-F238E27FC236}">
                    <a16:creationId xmlns:a16="http://schemas.microsoft.com/office/drawing/2014/main" id="{2793E89E-6624-B1F9-9709-92B481F20AA7}"/>
                  </a:ext>
                </a:extLst>
              </p:cNvPr>
              <p:cNvSpPr/>
              <p:nvPr/>
            </p:nvSpPr>
            <p:spPr>
              <a:xfrm>
                <a:off x="-725712" y="4280299"/>
                <a:ext cx="176675" cy="323495"/>
              </a:xfrm>
              <a:custGeom>
                <a:avLst/>
                <a:gdLst/>
                <a:ahLst/>
                <a:cxnLst/>
                <a:rect l="l" t="t" r="r" b="b"/>
                <a:pathLst>
                  <a:path w="864" h="1582" extrusionOk="0">
                    <a:moveTo>
                      <a:pt x="1" y="0"/>
                    </a:moveTo>
                    <a:cubicBezTo>
                      <a:pt x="421" y="12"/>
                      <a:pt x="753" y="365"/>
                      <a:pt x="753" y="786"/>
                    </a:cubicBezTo>
                    <a:cubicBezTo>
                      <a:pt x="753" y="1217"/>
                      <a:pt x="421" y="1560"/>
                      <a:pt x="1"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933;p42">
                <a:extLst>
                  <a:ext uri="{FF2B5EF4-FFF2-40B4-BE49-F238E27FC236}">
                    <a16:creationId xmlns:a16="http://schemas.microsoft.com/office/drawing/2014/main" id="{AD9B423A-78F9-A31C-5102-C98350F265C1}"/>
                  </a:ext>
                </a:extLst>
              </p:cNvPr>
              <p:cNvSpPr/>
              <p:nvPr/>
            </p:nvSpPr>
            <p:spPr>
              <a:xfrm>
                <a:off x="-876623"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74"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934;p42">
                <a:extLst>
                  <a:ext uri="{FF2B5EF4-FFF2-40B4-BE49-F238E27FC236}">
                    <a16:creationId xmlns:a16="http://schemas.microsoft.com/office/drawing/2014/main" id="{26F8D448-888E-F5CF-66E8-09DFC3CFC9EA}"/>
                  </a:ext>
                </a:extLst>
              </p:cNvPr>
              <p:cNvSpPr/>
              <p:nvPr/>
            </p:nvSpPr>
            <p:spPr>
              <a:xfrm>
                <a:off x="-709763" y="4391130"/>
                <a:ext cx="70343" cy="97335"/>
              </a:xfrm>
              <a:custGeom>
                <a:avLst/>
                <a:gdLst/>
                <a:ahLst/>
                <a:cxnLst/>
                <a:rect l="l" t="t" r="r" b="b"/>
                <a:pathLst>
                  <a:path w="344" h="476" extrusionOk="0">
                    <a:moveTo>
                      <a:pt x="33" y="0"/>
                    </a:moveTo>
                    <a:lnTo>
                      <a:pt x="33" y="11"/>
                    </a:lnTo>
                    <a:lnTo>
                      <a:pt x="0" y="11"/>
                    </a:lnTo>
                    <a:cubicBezTo>
                      <a:pt x="277" y="45"/>
                      <a:pt x="277"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935;p42">
                <a:extLst>
                  <a:ext uri="{FF2B5EF4-FFF2-40B4-BE49-F238E27FC236}">
                    <a16:creationId xmlns:a16="http://schemas.microsoft.com/office/drawing/2014/main" id="{AFCC36D1-C5B7-5A04-5ED5-1B76A60B5A0B}"/>
                  </a:ext>
                </a:extLst>
              </p:cNvPr>
              <p:cNvSpPr/>
              <p:nvPr/>
            </p:nvSpPr>
            <p:spPr>
              <a:xfrm>
                <a:off x="-877237" y="4379679"/>
                <a:ext cx="377888" cy="45600"/>
              </a:xfrm>
              <a:custGeom>
                <a:avLst/>
                <a:gdLst/>
                <a:ahLst/>
                <a:cxnLst/>
                <a:rect l="l" t="t" r="r" b="b"/>
                <a:pathLst>
                  <a:path w="1848" h="223" extrusionOk="0">
                    <a:moveTo>
                      <a:pt x="56" y="1"/>
                    </a:moveTo>
                    <a:cubicBezTo>
                      <a:pt x="34" y="67"/>
                      <a:pt x="12" y="145"/>
                      <a:pt x="1" y="222"/>
                    </a:cubicBezTo>
                    <a:lnTo>
                      <a:pt x="1848" y="222"/>
                    </a:lnTo>
                    <a:cubicBezTo>
                      <a:pt x="1848"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936;p42">
                <a:extLst>
                  <a:ext uri="{FF2B5EF4-FFF2-40B4-BE49-F238E27FC236}">
                    <a16:creationId xmlns:a16="http://schemas.microsoft.com/office/drawing/2014/main" id="{2B9A4BD9-BF3E-096E-9764-9336ACDD9FBC}"/>
                  </a:ext>
                </a:extLst>
              </p:cNvPr>
              <p:cNvSpPr/>
              <p:nvPr/>
            </p:nvSpPr>
            <p:spPr>
              <a:xfrm>
                <a:off x="-1410741" y="4379679"/>
                <a:ext cx="667235" cy="178924"/>
              </a:xfrm>
              <a:custGeom>
                <a:avLst/>
                <a:gdLst/>
                <a:ahLst/>
                <a:cxnLst/>
                <a:rect l="l" t="t" r="r" b="b"/>
                <a:pathLst>
                  <a:path w="3263" h="875" extrusionOk="0">
                    <a:moveTo>
                      <a:pt x="0" y="1"/>
                    </a:moveTo>
                    <a:lnTo>
                      <a:pt x="0" y="875"/>
                    </a:lnTo>
                    <a:lnTo>
                      <a:pt x="3262" y="875"/>
                    </a:lnTo>
                    <a:lnTo>
                      <a:pt x="3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937;p42">
                <a:extLst>
                  <a:ext uri="{FF2B5EF4-FFF2-40B4-BE49-F238E27FC236}">
                    <a16:creationId xmlns:a16="http://schemas.microsoft.com/office/drawing/2014/main" id="{78B282A4-A501-80D1-C1EB-180127B1CCF1}"/>
                  </a:ext>
                </a:extLst>
              </p:cNvPr>
              <p:cNvSpPr/>
              <p:nvPr/>
            </p:nvSpPr>
            <p:spPr>
              <a:xfrm>
                <a:off x="-156676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3" y="808"/>
                    </a:cubicBezTo>
                    <a:cubicBezTo>
                      <a:pt x="553" y="808"/>
                      <a:pt x="454" y="553"/>
                      <a:pt x="598" y="410"/>
                    </a:cubicBezTo>
                    <a:cubicBezTo>
                      <a:pt x="648" y="359"/>
                      <a:pt x="709" y="337"/>
                      <a:pt x="768" y="337"/>
                    </a:cubicBezTo>
                    <a:close/>
                    <a:moveTo>
                      <a:pt x="763" y="1"/>
                    </a:moveTo>
                    <a:cubicBezTo>
                      <a:pt x="255" y="1"/>
                      <a:pt x="0" y="620"/>
                      <a:pt x="354" y="985"/>
                    </a:cubicBezTo>
                    <a:cubicBezTo>
                      <a:pt x="471" y="1098"/>
                      <a:pt x="615" y="1149"/>
                      <a:pt x="755" y="1149"/>
                    </a:cubicBezTo>
                    <a:cubicBezTo>
                      <a:pt x="1053"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938;p42">
                <a:extLst>
                  <a:ext uri="{FF2B5EF4-FFF2-40B4-BE49-F238E27FC236}">
                    <a16:creationId xmlns:a16="http://schemas.microsoft.com/office/drawing/2014/main" id="{CE8F21DB-19B3-2B96-D6E4-7089C585752C}"/>
                  </a:ext>
                </a:extLst>
              </p:cNvPr>
              <p:cNvSpPr/>
              <p:nvPr/>
            </p:nvSpPr>
            <p:spPr>
              <a:xfrm>
                <a:off x="-1627905"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4" y="1361"/>
                      <a:pt x="299" y="741"/>
                      <a:pt x="653" y="387"/>
                    </a:cubicBezTo>
                    <a:cubicBezTo>
                      <a:pt x="772" y="269"/>
                      <a:pt x="918" y="215"/>
                      <a:pt x="1061" y="215"/>
                    </a:cubicBezTo>
                    <a:close/>
                    <a:moveTo>
                      <a:pt x="1062" y="0"/>
                    </a:moveTo>
                    <a:cubicBezTo>
                      <a:pt x="355" y="0"/>
                      <a:pt x="1" y="852"/>
                      <a:pt x="498" y="1349"/>
                    </a:cubicBezTo>
                    <a:cubicBezTo>
                      <a:pt x="663" y="1510"/>
                      <a:pt x="862" y="1582"/>
                      <a:pt x="1058" y="1582"/>
                    </a:cubicBezTo>
                    <a:cubicBezTo>
                      <a:pt x="1468" y="1582"/>
                      <a:pt x="1859" y="1265"/>
                      <a:pt x="1859" y="786"/>
                    </a:cubicBezTo>
                    <a:cubicBezTo>
                      <a:pt x="1859" y="354"/>
                      <a:pt x="1505"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939;p42">
                <a:extLst>
                  <a:ext uri="{FF2B5EF4-FFF2-40B4-BE49-F238E27FC236}">
                    <a16:creationId xmlns:a16="http://schemas.microsoft.com/office/drawing/2014/main" id="{B89C748E-87CF-EFB9-BE7A-AE7CD3F31C92}"/>
                  </a:ext>
                </a:extLst>
              </p:cNvPr>
              <p:cNvSpPr/>
              <p:nvPr/>
            </p:nvSpPr>
            <p:spPr>
              <a:xfrm>
                <a:off x="-1474132" y="4393380"/>
                <a:ext cx="113285" cy="96312"/>
              </a:xfrm>
              <a:custGeom>
                <a:avLst/>
                <a:gdLst/>
                <a:ahLst/>
                <a:cxnLst/>
                <a:rect l="l" t="t" r="r" b="b"/>
                <a:pathLst>
                  <a:path w="554" h="471" extrusionOk="0">
                    <a:moveTo>
                      <a:pt x="310" y="0"/>
                    </a:moveTo>
                    <a:cubicBezTo>
                      <a:pt x="100" y="0"/>
                      <a:pt x="1" y="255"/>
                      <a:pt x="145" y="398"/>
                    </a:cubicBezTo>
                    <a:cubicBezTo>
                      <a:pt x="195" y="449"/>
                      <a:pt x="256" y="471"/>
                      <a:pt x="315" y="471"/>
                    </a:cubicBezTo>
                    <a:cubicBezTo>
                      <a:pt x="438" y="471"/>
                      <a:pt x="554" y="374"/>
                      <a:pt x="554" y="233"/>
                    </a:cubicBezTo>
                    <a:cubicBezTo>
                      <a:pt x="554"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40;p42">
                <a:extLst>
                  <a:ext uri="{FF2B5EF4-FFF2-40B4-BE49-F238E27FC236}">
                    <a16:creationId xmlns:a16="http://schemas.microsoft.com/office/drawing/2014/main" id="{E6F5EB76-12B1-1A4A-2418-2508CFCB5594}"/>
                  </a:ext>
                </a:extLst>
              </p:cNvPr>
              <p:cNvSpPr/>
              <p:nvPr/>
            </p:nvSpPr>
            <p:spPr>
              <a:xfrm>
                <a:off x="-1363300" y="4280299"/>
                <a:ext cx="165224" cy="323495"/>
              </a:xfrm>
              <a:custGeom>
                <a:avLst/>
                <a:gdLst/>
                <a:ahLst/>
                <a:cxnLst/>
                <a:rect l="l" t="t" r="r" b="b"/>
                <a:pathLst>
                  <a:path w="808" h="1582" extrusionOk="0">
                    <a:moveTo>
                      <a:pt x="1" y="0"/>
                    </a:moveTo>
                    <a:cubicBezTo>
                      <a:pt x="421" y="12"/>
                      <a:pt x="764" y="365"/>
                      <a:pt x="764" y="786"/>
                    </a:cubicBezTo>
                    <a:cubicBezTo>
                      <a:pt x="764" y="1217"/>
                      <a:pt x="421" y="1560"/>
                      <a:pt x="1"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41;p42">
                <a:extLst>
                  <a:ext uri="{FF2B5EF4-FFF2-40B4-BE49-F238E27FC236}">
                    <a16:creationId xmlns:a16="http://schemas.microsoft.com/office/drawing/2014/main" id="{639289D3-7B05-930E-BF56-9784072CBF38}"/>
                  </a:ext>
                </a:extLst>
              </p:cNvPr>
              <p:cNvSpPr/>
              <p:nvPr/>
            </p:nvSpPr>
            <p:spPr>
              <a:xfrm>
                <a:off x="-1406242" y="4280299"/>
                <a:ext cx="203667" cy="323495"/>
              </a:xfrm>
              <a:custGeom>
                <a:avLst/>
                <a:gdLst/>
                <a:ahLst/>
                <a:cxnLst/>
                <a:rect l="l" t="t" r="r" b="b"/>
                <a:pathLst>
                  <a:path w="996" h="1582" extrusionOk="0">
                    <a:moveTo>
                      <a:pt x="1" y="0"/>
                    </a:moveTo>
                    <a:cubicBezTo>
                      <a:pt x="421" y="12"/>
                      <a:pt x="763" y="365"/>
                      <a:pt x="763" y="786"/>
                    </a:cubicBezTo>
                    <a:cubicBezTo>
                      <a:pt x="763" y="1217"/>
                      <a:pt x="421" y="1560"/>
                      <a:pt x="1" y="1582"/>
                    </a:cubicBezTo>
                    <a:lnTo>
                      <a:pt x="211" y="1582"/>
                    </a:lnTo>
                    <a:cubicBezTo>
                      <a:pt x="642" y="1582"/>
                      <a:pt x="996" y="1228"/>
                      <a:pt x="996" y="786"/>
                    </a:cubicBezTo>
                    <a:cubicBezTo>
                      <a:pt x="996" y="354"/>
                      <a:pt x="642"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942;p42">
                <a:extLst>
                  <a:ext uri="{FF2B5EF4-FFF2-40B4-BE49-F238E27FC236}">
                    <a16:creationId xmlns:a16="http://schemas.microsoft.com/office/drawing/2014/main" id="{97DA9558-E9EF-2E5D-885E-76DEDEF34443}"/>
                  </a:ext>
                </a:extLst>
              </p:cNvPr>
              <p:cNvSpPr/>
              <p:nvPr/>
            </p:nvSpPr>
            <p:spPr>
              <a:xfrm>
                <a:off x="-1419738"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78"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943;p42">
                <a:extLst>
                  <a:ext uri="{FF2B5EF4-FFF2-40B4-BE49-F238E27FC236}">
                    <a16:creationId xmlns:a16="http://schemas.microsoft.com/office/drawing/2014/main" id="{6D6C741A-8607-5685-78B8-0A635736652E}"/>
                  </a:ext>
                </a:extLst>
              </p:cNvPr>
              <p:cNvSpPr/>
              <p:nvPr/>
            </p:nvSpPr>
            <p:spPr>
              <a:xfrm>
                <a:off x="-1570649" y="4325286"/>
                <a:ext cx="166860" cy="233522"/>
              </a:xfrm>
              <a:custGeom>
                <a:avLst/>
                <a:gdLst/>
                <a:ahLst/>
                <a:cxnLst/>
                <a:rect l="l" t="t" r="r" b="b"/>
                <a:pathLst>
                  <a:path w="816" h="1142" extrusionOk="0">
                    <a:moveTo>
                      <a:pt x="741" y="0"/>
                    </a:moveTo>
                    <a:cubicBezTo>
                      <a:pt x="0" y="0"/>
                      <a:pt x="0" y="1142"/>
                      <a:pt x="741" y="1142"/>
                    </a:cubicBezTo>
                    <a:cubicBezTo>
                      <a:pt x="754" y="1142"/>
                      <a:pt x="768" y="1141"/>
                      <a:pt x="782" y="1141"/>
                    </a:cubicBezTo>
                    <a:lnTo>
                      <a:pt x="816" y="1141"/>
                    </a:lnTo>
                    <a:cubicBezTo>
                      <a:pt x="506" y="1129"/>
                      <a:pt x="263" y="875"/>
                      <a:pt x="274" y="566"/>
                    </a:cubicBezTo>
                    <a:cubicBezTo>
                      <a:pt x="274" y="267"/>
                      <a:pt x="506" y="13"/>
                      <a:pt x="816" y="2"/>
                    </a:cubicBezTo>
                    <a:lnTo>
                      <a:pt x="782" y="2"/>
                    </a:lnTo>
                    <a:cubicBezTo>
                      <a:pt x="768" y="1"/>
                      <a:pt x="754"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944;p42">
                <a:extLst>
                  <a:ext uri="{FF2B5EF4-FFF2-40B4-BE49-F238E27FC236}">
                    <a16:creationId xmlns:a16="http://schemas.microsoft.com/office/drawing/2014/main" id="{012D4057-21D3-9B7E-C1DC-BD0DD126DBB2}"/>
                  </a:ext>
                </a:extLst>
              </p:cNvPr>
              <p:cNvSpPr/>
              <p:nvPr/>
            </p:nvSpPr>
            <p:spPr>
              <a:xfrm>
                <a:off x="-1403993"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945;p42">
                <a:extLst>
                  <a:ext uri="{FF2B5EF4-FFF2-40B4-BE49-F238E27FC236}">
                    <a16:creationId xmlns:a16="http://schemas.microsoft.com/office/drawing/2014/main" id="{4AA617C3-3C63-E0FF-8BA7-9BCEC4C2D418}"/>
                  </a:ext>
                </a:extLst>
              </p:cNvPr>
              <p:cNvSpPr/>
              <p:nvPr/>
            </p:nvSpPr>
            <p:spPr>
              <a:xfrm>
                <a:off x="-1571263" y="4379679"/>
                <a:ext cx="377684" cy="45600"/>
              </a:xfrm>
              <a:custGeom>
                <a:avLst/>
                <a:gdLst/>
                <a:ahLst/>
                <a:cxnLst/>
                <a:rect l="l" t="t" r="r" b="b"/>
                <a:pathLst>
                  <a:path w="1847" h="223" extrusionOk="0">
                    <a:moveTo>
                      <a:pt x="56" y="1"/>
                    </a:moveTo>
                    <a:cubicBezTo>
                      <a:pt x="22" y="67"/>
                      <a:pt x="11" y="145"/>
                      <a:pt x="0" y="222"/>
                    </a:cubicBezTo>
                    <a:lnTo>
                      <a:pt x="1847" y="222"/>
                    </a:lnTo>
                    <a:cubicBezTo>
                      <a:pt x="1836"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946;p42">
                <a:extLst>
                  <a:ext uri="{FF2B5EF4-FFF2-40B4-BE49-F238E27FC236}">
                    <a16:creationId xmlns:a16="http://schemas.microsoft.com/office/drawing/2014/main" id="{67A21EF4-4995-5DCB-F28A-14586816BB2C}"/>
                  </a:ext>
                </a:extLst>
              </p:cNvPr>
              <p:cNvSpPr/>
              <p:nvPr/>
            </p:nvSpPr>
            <p:spPr>
              <a:xfrm>
                <a:off x="-1143887" y="4325490"/>
                <a:ext cx="276055" cy="235158"/>
              </a:xfrm>
              <a:custGeom>
                <a:avLst/>
                <a:gdLst/>
                <a:ahLst/>
                <a:cxnLst/>
                <a:rect l="l" t="t" r="r" b="b"/>
                <a:pathLst>
                  <a:path w="1350" h="1150" extrusionOk="0">
                    <a:moveTo>
                      <a:pt x="771" y="337"/>
                    </a:moveTo>
                    <a:cubicBezTo>
                      <a:pt x="890" y="337"/>
                      <a:pt x="1006" y="434"/>
                      <a:pt x="1006" y="576"/>
                    </a:cubicBezTo>
                    <a:cubicBezTo>
                      <a:pt x="1006" y="697"/>
                      <a:pt x="907" y="808"/>
                      <a:pt x="774" y="808"/>
                    </a:cubicBezTo>
                    <a:cubicBezTo>
                      <a:pt x="564" y="808"/>
                      <a:pt x="454" y="553"/>
                      <a:pt x="608" y="410"/>
                    </a:cubicBezTo>
                    <a:cubicBezTo>
                      <a:pt x="655" y="359"/>
                      <a:pt x="713" y="337"/>
                      <a:pt x="771" y="337"/>
                    </a:cubicBezTo>
                    <a:close/>
                    <a:moveTo>
                      <a:pt x="774" y="1"/>
                    </a:moveTo>
                    <a:cubicBezTo>
                      <a:pt x="266" y="1"/>
                      <a:pt x="0" y="620"/>
                      <a:pt x="365" y="985"/>
                    </a:cubicBezTo>
                    <a:cubicBezTo>
                      <a:pt x="482" y="1098"/>
                      <a:pt x="625" y="1149"/>
                      <a:pt x="766" y="1149"/>
                    </a:cubicBezTo>
                    <a:cubicBezTo>
                      <a:pt x="1064" y="1149"/>
                      <a:pt x="1349" y="921"/>
                      <a:pt x="1349" y="576"/>
                    </a:cubicBezTo>
                    <a:cubicBezTo>
                      <a:pt x="1349" y="255"/>
                      <a:pt x="108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947;p42">
                <a:extLst>
                  <a:ext uri="{FF2B5EF4-FFF2-40B4-BE49-F238E27FC236}">
                    <a16:creationId xmlns:a16="http://schemas.microsoft.com/office/drawing/2014/main" id="{947CDFC9-3E36-D64C-3E30-847A2FD668C9}"/>
                  </a:ext>
                </a:extLst>
              </p:cNvPr>
              <p:cNvSpPr/>
              <p:nvPr/>
            </p:nvSpPr>
            <p:spPr>
              <a:xfrm>
                <a:off x="-1202779" y="4280299"/>
                <a:ext cx="377888" cy="323495"/>
              </a:xfrm>
              <a:custGeom>
                <a:avLst/>
                <a:gdLst/>
                <a:ahLst/>
                <a:cxnLst/>
                <a:rect l="l" t="t" r="r" b="b"/>
                <a:pathLst>
                  <a:path w="1848" h="1582" extrusionOk="0">
                    <a:moveTo>
                      <a:pt x="1061" y="215"/>
                    </a:moveTo>
                    <a:cubicBezTo>
                      <a:pt x="1356" y="215"/>
                      <a:pt x="1637" y="443"/>
                      <a:pt x="1637" y="786"/>
                    </a:cubicBezTo>
                    <a:cubicBezTo>
                      <a:pt x="1637" y="1106"/>
                      <a:pt x="1372" y="1361"/>
                      <a:pt x="1062" y="1361"/>
                    </a:cubicBezTo>
                    <a:cubicBezTo>
                      <a:pt x="554" y="1361"/>
                      <a:pt x="288" y="741"/>
                      <a:pt x="653" y="387"/>
                    </a:cubicBezTo>
                    <a:cubicBezTo>
                      <a:pt x="772" y="269"/>
                      <a:pt x="918" y="215"/>
                      <a:pt x="1061"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948;p42">
                <a:extLst>
                  <a:ext uri="{FF2B5EF4-FFF2-40B4-BE49-F238E27FC236}">
                    <a16:creationId xmlns:a16="http://schemas.microsoft.com/office/drawing/2014/main" id="{9F92076F-70E2-7EE7-19D5-1DD45A99D048}"/>
                  </a:ext>
                </a:extLst>
              </p:cNvPr>
              <p:cNvSpPr/>
              <p:nvPr/>
            </p:nvSpPr>
            <p:spPr>
              <a:xfrm>
                <a:off x="-1051254"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949;p42">
                <a:extLst>
                  <a:ext uri="{FF2B5EF4-FFF2-40B4-BE49-F238E27FC236}">
                    <a16:creationId xmlns:a16="http://schemas.microsoft.com/office/drawing/2014/main" id="{BBD4811E-25A3-AE70-B3FA-8836AF1347A3}"/>
                  </a:ext>
                </a:extLst>
              </p:cNvPr>
              <p:cNvSpPr/>
              <p:nvPr/>
            </p:nvSpPr>
            <p:spPr>
              <a:xfrm>
                <a:off x="-938174" y="4280299"/>
                <a:ext cx="165224" cy="323495"/>
              </a:xfrm>
              <a:custGeom>
                <a:avLst/>
                <a:gdLst/>
                <a:ahLst/>
                <a:cxnLst/>
                <a:rect l="l" t="t" r="r" b="b"/>
                <a:pathLst>
                  <a:path w="808" h="1582" extrusionOk="0">
                    <a:moveTo>
                      <a:pt x="0" y="0"/>
                    </a:moveTo>
                    <a:cubicBezTo>
                      <a:pt x="421" y="12"/>
                      <a:pt x="752" y="365"/>
                      <a:pt x="752" y="786"/>
                    </a:cubicBezTo>
                    <a:cubicBezTo>
                      <a:pt x="752" y="1217"/>
                      <a:pt x="421" y="1560"/>
                      <a:pt x="0" y="1582"/>
                    </a:cubicBezTo>
                    <a:lnTo>
                      <a:pt x="45" y="1582"/>
                    </a:lnTo>
                    <a:cubicBezTo>
                      <a:pt x="476" y="1560"/>
                      <a:pt x="808" y="1217"/>
                      <a:pt x="808" y="786"/>
                    </a:cubicBezTo>
                    <a:cubicBezTo>
                      <a:pt x="808" y="365"/>
                      <a:pt x="476" y="12"/>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950;p42">
                <a:extLst>
                  <a:ext uri="{FF2B5EF4-FFF2-40B4-BE49-F238E27FC236}">
                    <a16:creationId xmlns:a16="http://schemas.microsoft.com/office/drawing/2014/main" id="{B3D570B3-8B6F-286F-66C2-374F6AAFF6CD}"/>
                  </a:ext>
                </a:extLst>
              </p:cNvPr>
              <p:cNvSpPr/>
              <p:nvPr/>
            </p:nvSpPr>
            <p:spPr>
              <a:xfrm>
                <a:off x="-981116" y="4280299"/>
                <a:ext cx="203667" cy="323495"/>
              </a:xfrm>
              <a:custGeom>
                <a:avLst/>
                <a:gdLst/>
                <a:ahLst/>
                <a:cxnLst/>
                <a:rect l="l" t="t" r="r" b="b"/>
                <a:pathLst>
                  <a:path w="996" h="1582" extrusionOk="0">
                    <a:moveTo>
                      <a:pt x="0" y="0"/>
                    </a:moveTo>
                    <a:cubicBezTo>
                      <a:pt x="421" y="12"/>
                      <a:pt x="752" y="365"/>
                      <a:pt x="752" y="786"/>
                    </a:cubicBezTo>
                    <a:cubicBezTo>
                      <a:pt x="752" y="1217"/>
                      <a:pt x="421" y="1560"/>
                      <a:pt x="0" y="1582"/>
                    </a:cubicBezTo>
                    <a:lnTo>
                      <a:pt x="210" y="1582"/>
                    </a:lnTo>
                    <a:cubicBezTo>
                      <a:pt x="642" y="1582"/>
                      <a:pt x="996" y="1228"/>
                      <a:pt x="996" y="786"/>
                    </a:cubicBezTo>
                    <a:cubicBezTo>
                      <a:pt x="996" y="354"/>
                      <a:pt x="63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951;p42">
                <a:extLst>
                  <a:ext uri="{FF2B5EF4-FFF2-40B4-BE49-F238E27FC236}">
                    <a16:creationId xmlns:a16="http://schemas.microsoft.com/office/drawing/2014/main" id="{03ACBF6F-E031-2220-C9E8-4C000D3FA544}"/>
                  </a:ext>
                </a:extLst>
              </p:cNvPr>
              <p:cNvSpPr/>
              <p:nvPr/>
            </p:nvSpPr>
            <p:spPr>
              <a:xfrm>
                <a:off x="-994816" y="4280299"/>
                <a:ext cx="174426" cy="323495"/>
              </a:xfrm>
              <a:custGeom>
                <a:avLst/>
                <a:gdLst/>
                <a:ahLst/>
                <a:cxnLst/>
                <a:rect l="l" t="t" r="r" b="b"/>
                <a:pathLst>
                  <a:path w="853" h="1582" extrusionOk="0">
                    <a:moveTo>
                      <a:pt x="1" y="0"/>
                    </a:moveTo>
                    <a:cubicBezTo>
                      <a:pt x="421" y="12"/>
                      <a:pt x="753" y="365"/>
                      <a:pt x="753" y="786"/>
                    </a:cubicBezTo>
                    <a:cubicBezTo>
                      <a:pt x="753" y="1217"/>
                      <a:pt x="421" y="1560"/>
                      <a:pt x="1" y="1582"/>
                    </a:cubicBezTo>
                    <a:lnTo>
                      <a:pt x="67" y="1582"/>
                    </a:lnTo>
                    <a:cubicBezTo>
                      <a:pt x="510" y="1582"/>
                      <a:pt x="852" y="1228"/>
                      <a:pt x="852" y="786"/>
                    </a:cubicBezTo>
                    <a:cubicBezTo>
                      <a:pt x="852" y="354"/>
                      <a:pt x="49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952;p42">
                <a:extLst>
                  <a:ext uri="{FF2B5EF4-FFF2-40B4-BE49-F238E27FC236}">
                    <a16:creationId xmlns:a16="http://schemas.microsoft.com/office/drawing/2014/main" id="{7E411E3A-E638-F682-B1C2-63CBE4847378}"/>
                  </a:ext>
                </a:extLst>
              </p:cNvPr>
              <p:cNvSpPr/>
              <p:nvPr/>
            </p:nvSpPr>
            <p:spPr>
              <a:xfrm>
                <a:off x="-1147772" y="4325286"/>
                <a:ext cx="169109" cy="233522"/>
              </a:xfrm>
              <a:custGeom>
                <a:avLst/>
                <a:gdLst/>
                <a:ahLst/>
                <a:cxnLst/>
                <a:rect l="l" t="t" r="r" b="b"/>
                <a:pathLst>
                  <a:path w="827" h="1142" extrusionOk="0">
                    <a:moveTo>
                      <a:pt x="751" y="0"/>
                    </a:moveTo>
                    <a:cubicBezTo>
                      <a:pt x="0" y="0"/>
                      <a:pt x="0" y="1142"/>
                      <a:pt x="751" y="1142"/>
                    </a:cubicBezTo>
                    <a:cubicBezTo>
                      <a:pt x="765" y="1142"/>
                      <a:pt x="779" y="1141"/>
                      <a:pt x="793" y="1141"/>
                    </a:cubicBezTo>
                    <a:lnTo>
                      <a:pt x="826" y="1141"/>
                    </a:lnTo>
                    <a:cubicBezTo>
                      <a:pt x="517" y="1129"/>
                      <a:pt x="274" y="875"/>
                      <a:pt x="274" y="566"/>
                    </a:cubicBezTo>
                    <a:cubicBezTo>
                      <a:pt x="274" y="267"/>
                      <a:pt x="517" y="13"/>
                      <a:pt x="826"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953;p42">
                <a:extLst>
                  <a:ext uri="{FF2B5EF4-FFF2-40B4-BE49-F238E27FC236}">
                    <a16:creationId xmlns:a16="http://schemas.microsoft.com/office/drawing/2014/main" id="{72603F99-69B4-BBDF-BDA6-F25F8698FEAA}"/>
                  </a:ext>
                </a:extLst>
              </p:cNvPr>
              <p:cNvSpPr/>
              <p:nvPr/>
            </p:nvSpPr>
            <p:spPr>
              <a:xfrm>
                <a:off x="-978866" y="4391130"/>
                <a:ext cx="70343" cy="97335"/>
              </a:xfrm>
              <a:custGeom>
                <a:avLst/>
                <a:gdLst/>
                <a:ahLst/>
                <a:cxnLst/>
                <a:rect l="l" t="t" r="r" b="b"/>
                <a:pathLst>
                  <a:path w="344" h="476" extrusionOk="0">
                    <a:moveTo>
                      <a:pt x="23" y="0"/>
                    </a:moveTo>
                    <a:lnTo>
                      <a:pt x="23" y="11"/>
                    </a:lnTo>
                    <a:lnTo>
                      <a:pt x="0" y="11"/>
                    </a:lnTo>
                    <a:cubicBezTo>
                      <a:pt x="277" y="45"/>
                      <a:pt x="277" y="443"/>
                      <a:pt x="0" y="476"/>
                    </a:cubicBezTo>
                    <a:lnTo>
                      <a:pt x="23" y="476"/>
                    </a:lnTo>
                    <a:cubicBezTo>
                      <a:pt x="343" y="476"/>
                      <a:pt x="343" y="0"/>
                      <a:pt x="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954;p42">
                <a:extLst>
                  <a:ext uri="{FF2B5EF4-FFF2-40B4-BE49-F238E27FC236}">
                    <a16:creationId xmlns:a16="http://schemas.microsoft.com/office/drawing/2014/main" id="{1C5A5110-5A98-516B-FE8E-AC5E6CC260DD}"/>
                  </a:ext>
                </a:extLst>
              </p:cNvPr>
              <p:cNvSpPr/>
              <p:nvPr/>
            </p:nvSpPr>
            <p:spPr>
              <a:xfrm>
                <a:off x="-1146136" y="4379679"/>
                <a:ext cx="377684" cy="45600"/>
              </a:xfrm>
              <a:custGeom>
                <a:avLst/>
                <a:gdLst/>
                <a:ahLst/>
                <a:cxnLst/>
                <a:rect l="l" t="t" r="r" b="b"/>
                <a:pathLst>
                  <a:path w="1847" h="223" extrusionOk="0">
                    <a:moveTo>
                      <a:pt x="55" y="1"/>
                    </a:moveTo>
                    <a:cubicBezTo>
                      <a:pt x="22" y="67"/>
                      <a:pt x="0" y="145"/>
                      <a:pt x="0" y="222"/>
                    </a:cubicBezTo>
                    <a:lnTo>
                      <a:pt x="1847" y="222"/>
                    </a:lnTo>
                    <a:cubicBezTo>
                      <a:pt x="1836" y="145"/>
                      <a:pt x="1814" y="67"/>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955;p42">
                <a:extLst>
                  <a:ext uri="{FF2B5EF4-FFF2-40B4-BE49-F238E27FC236}">
                    <a16:creationId xmlns:a16="http://schemas.microsoft.com/office/drawing/2014/main" id="{95029DA8-71B6-C705-1559-E7E7A31F5908}"/>
                  </a:ext>
                </a:extLst>
              </p:cNvPr>
              <p:cNvSpPr/>
              <p:nvPr/>
            </p:nvSpPr>
            <p:spPr>
              <a:xfrm>
                <a:off x="-743707" y="4379679"/>
                <a:ext cx="305501" cy="97539"/>
              </a:xfrm>
              <a:custGeom>
                <a:avLst/>
                <a:gdLst/>
                <a:ahLst/>
                <a:cxnLst/>
                <a:rect l="l" t="t" r="r" b="b"/>
                <a:pathLst>
                  <a:path w="1494" h="477" extrusionOk="0">
                    <a:moveTo>
                      <a:pt x="0" y="1"/>
                    </a:moveTo>
                    <a:lnTo>
                      <a:pt x="0" y="476"/>
                    </a:lnTo>
                    <a:lnTo>
                      <a:pt x="1493" y="476"/>
                    </a:lnTo>
                    <a:lnTo>
                      <a:pt x="14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56;p42">
                <a:extLst>
                  <a:ext uri="{FF2B5EF4-FFF2-40B4-BE49-F238E27FC236}">
                    <a16:creationId xmlns:a16="http://schemas.microsoft.com/office/drawing/2014/main" id="{4E9484C7-715C-6727-E061-231CFF5AD298}"/>
                  </a:ext>
                </a:extLst>
              </p:cNvPr>
              <p:cNvSpPr/>
              <p:nvPr/>
            </p:nvSpPr>
            <p:spPr>
              <a:xfrm>
                <a:off x="-1605207" y="4205661"/>
                <a:ext cx="1250630" cy="174221"/>
              </a:xfrm>
              <a:custGeom>
                <a:avLst/>
                <a:gdLst/>
                <a:ahLst/>
                <a:cxnLst/>
                <a:rect l="l" t="t" r="r" b="b"/>
                <a:pathLst>
                  <a:path w="6116" h="852" extrusionOk="0">
                    <a:moveTo>
                      <a:pt x="0" y="1"/>
                    </a:moveTo>
                    <a:lnTo>
                      <a:pt x="0" y="852"/>
                    </a:lnTo>
                    <a:lnTo>
                      <a:pt x="6115" y="852"/>
                    </a:lnTo>
                    <a:lnTo>
                      <a:pt x="6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957;p42">
                <a:extLst>
                  <a:ext uri="{FF2B5EF4-FFF2-40B4-BE49-F238E27FC236}">
                    <a16:creationId xmlns:a16="http://schemas.microsoft.com/office/drawing/2014/main" id="{B6232EE1-E9C5-EBBA-1278-19D74C426D01}"/>
                  </a:ext>
                </a:extLst>
              </p:cNvPr>
              <p:cNvSpPr/>
              <p:nvPr/>
            </p:nvSpPr>
            <p:spPr>
              <a:xfrm>
                <a:off x="-1605207" y="4205661"/>
                <a:ext cx="1250630" cy="54393"/>
              </a:xfrm>
              <a:custGeom>
                <a:avLst/>
                <a:gdLst/>
                <a:ahLst/>
                <a:cxnLst/>
                <a:rect l="l" t="t" r="r" b="b"/>
                <a:pathLst>
                  <a:path w="6116" h="266" extrusionOk="0">
                    <a:moveTo>
                      <a:pt x="0" y="1"/>
                    </a:moveTo>
                    <a:lnTo>
                      <a:pt x="0" y="266"/>
                    </a:lnTo>
                    <a:lnTo>
                      <a:pt x="6115" y="266"/>
                    </a:lnTo>
                    <a:lnTo>
                      <a:pt x="61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958;p42">
                <a:extLst>
                  <a:ext uri="{FF2B5EF4-FFF2-40B4-BE49-F238E27FC236}">
                    <a16:creationId xmlns:a16="http://schemas.microsoft.com/office/drawing/2014/main" id="{DABEE3CA-2866-03B2-37FD-C316AFF299A4}"/>
                  </a:ext>
                </a:extLst>
              </p:cNvPr>
              <p:cNvSpPr/>
              <p:nvPr/>
            </p:nvSpPr>
            <p:spPr>
              <a:xfrm>
                <a:off x="1279888" y="4325490"/>
                <a:ext cx="273805" cy="235158"/>
              </a:xfrm>
              <a:custGeom>
                <a:avLst/>
                <a:gdLst/>
                <a:ahLst/>
                <a:cxnLst/>
                <a:rect l="l" t="t" r="r" b="b"/>
                <a:pathLst>
                  <a:path w="1339" h="1150" extrusionOk="0">
                    <a:moveTo>
                      <a:pt x="772" y="337"/>
                    </a:moveTo>
                    <a:cubicBezTo>
                      <a:pt x="891" y="337"/>
                      <a:pt x="1007" y="434"/>
                      <a:pt x="1007" y="576"/>
                    </a:cubicBezTo>
                    <a:cubicBezTo>
                      <a:pt x="1007" y="697"/>
                      <a:pt x="897" y="808"/>
                      <a:pt x="775" y="808"/>
                    </a:cubicBezTo>
                    <a:cubicBezTo>
                      <a:pt x="565" y="808"/>
                      <a:pt x="454" y="553"/>
                      <a:pt x="609" y="410"/>
                    </a:cubicBezTo>
                    <a:cubicBezTo>
                      <a:pt x="656" y="359"/>
                      <a:pt x="714" y="337"/>
                      <a:pt x="772" y="337"/>
                    </a:cubicBezTo>
                    <a:close/>
                    <a:moveTo>
                      <a:pt x="775" y="1"/>
                    </a:moveTo>
                    <a:cubicBezTo>
                      <a:pt x="255" y="1"/>
                      <a:pt x="1" y="620"/>
                      <a:pt x="366" y="985"/>
                    </a:cubicBezTo>
                    <a:cubicBezTo>
                      <a:pt x="483" y="1098"/>
                      <a:pt x="625" y="1149"/>
                      <a:pt x="764" y="1149"/>
                    </a:cubicBezTo>
                    <a:cubicBezTo>
                      <a:pt x="1058" y="1149"/>
                      <a:pt x="1339" y="921"/>
                      <a:pt x="1339" y="576"/>
                    </a:cubicBezTo>
                    <a:cubicBezTo>
                      <a:pt x="1339" y="255"/>
                      <a:pt x="1085"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959;p42">
                <a:extLst>
                  <a:ext uri="{FF2B5EF4-FFF2-40B4-BE49-F238E27FC236}">
                    <a16:creationId xmlns:a16="http://schemas.microsoft.com/office/drawing/2014/main" id="{93B21244-A3FA-505E-CF62-164147E7F1F3}"/>
                  </a:ext>
                </a:extLst>
              </p:cNvPr>
              <p:cNvSpPr/>
              <p:nvPr/>
            </p:nvSpPr>
            <p:spPr>
              <a:xfrm>
                <a:off x="1221200" y="4280299"/>
                <a:ext cx="377888" cy="323495"/>
              </a:xfrm>
              <a:custGeom>
                <a:avLst/>
                <a:gdLst/>
                <a:ahLst/>
                <a:cxnLst/>
                <a:rect l="l" t="t" r="r" b="b"/>
                <a:pathLst>
                  <a:path w="1848" h="1582" extrusionOk="0">
                    <a:moveTo>
                      <a:pt x="1053" y="215"/>
                    </a:moveTo>
                    <a:cubicBezTo>
                      <a:pt x="1345" y="215"/>
                      <a:pt x="1626" y="443"/>
                      <a:pt x="1626" y="786"/>
                    </a:cubicBezTo>
                    <a:cubicBezTo>
                      <a:pt x="1626" y="1106"/>
                      <a:pt x="1372" y="1361"/>
                      <a:pt x="1062" y="1361"/>
                    </a:cubicBezTo>
                    <a:cubicBezTo>
                      <a:pt x="542" y="1361"/>
                      <a:pt x="288" y="741"/>
                      <a:pt x="653" y="387"/>
                    </a:cubicBezTo>
                    <a:cubicBezTo>
                      <a:pt x="768" y="269"/>
                      <a:pt x="912" y="215"/>
                      <a:pt x="1053" y="215"/>
                    </a:cubicBezTo>
                    <a:close/>
                    <a:moveTo>
                      <a:pt x="1062" y="0"/>
                    </a:moveTo>
                    <a:cubicBezTo>
                      <a:pt x="354" y="0"/>
                      <a:pt x="0" y="852"/>
                      <a:pt x="498" y="1349"/>
                    </a:cubicBezTo>
                    <a:cubicBezTo>
                      <a:pt x="659" y="1510"/>
                      <a:pt x="856" y="1582"/>
                      <a:pt x="1050" y="1582"/>
                    </a:cubicBezTo>
                    <a:cubicBezTo>
                      <a:pt x="1456" y="1582"/>
                      <a:pt x="1847" y="1265"/>
                      <a:pt x="1847" y="786"/>
                    </a:cubicBezTo>
                    <a:cubicBezTo>
                      <a:pt x="1847" y="354"/>
                      <a:pt x="1493"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960;p42">
                <a:extLst>
                  <a:ext uri="{FF2B5EF4-FFF2-40B4-BE49-F238E27FC236}">
                    <a16:creationId xmlns:a16="http://schemas.microsoft.com/office/drawing/2014/main" id="{63AC4FCB-C908-5BE5-354A-BF2E6EB7043C}"/>
                  </a:ext>
                </a:extLst>
              </p:cNvPr>
              <p:cNvSpPr/>
              <p:nvPr/>
            </p:nvSpPr>
            <p:spPr>
              <a:xfrm>
                <a:off x="1372724" y="4393380"/>
                <a:ext cx="113285" cy="96312"/>
              </a:xfrm>
              <a:custGeom>
                <a:avLst/>
                <a:gdLst/>
                <a:ahLst/>
                <a:cxnLst/>
                <a:rect l="l" t="t" r="r" b="b"/>
                <a:pathLst>
                  <a:path w="554" h="471" extrusionOk="0">
                    <a:moveTo>
                      <a:pt x="321" y="0"/>
                    </a:moveTo>
                    <a:cubicBezTo>
                      <a:pt x="111" y="0"/>
                      <a:pt x="0" y="255"/>
                      <a:pt x="155" y="398"/>
                    </a:cubicBezTo>
                    <a:cubicBezTo>
                      <a:pt x="202" y="449"/>
                      <a:pt x="260" y="471"/>
                      <a:pt x="318" y="471"/>
                    </a:cubicBezTo>
                    <a:cubicBezTo>
                      <a:pt x="437" y="471"/>
                      <a:pt x="553" y="374"/>
                      <a:pt x="553" y="233"/>
                    </a:cubicBezTo>
                    <a:cubicBezTo>
                      <a:pt x="553" y="100"/>
                      <a:pt x="443"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961;p42">
                <a:extLst>
                  <a:ext uri="{FF2B5EF4-FFF2-40B4-BE49-F238E27FC236}">
                    <a16:creationId xmlns:a16="http://schemas.microsoft.com/office/drawing/2014/main" id="{A3BFB078-C00C-6B3E-4FF2-C6CFC57A4619}"/>
                  </a:ext>
                </a:extLst>
              </p:cNvPr>
              <p:cNvSpPr/>
              <p:nvPr/>
            </p:nvSpPr>
            <p:spPr>
              <a:xfrm>
                <a:off x="1483556" y="4280299"/>
                <a:ext cx="165224" cy="323495"/>
              </a:xfrm>
              <a:custGeom>
                <a:avLst/>
                <a:gdLst/>
                <a:ahLst/>
                <a:cxnLst/>
                <a:rect l="l" t="t" r="r" b="b"/>
                <a:pathLst>
                  <a:path w="808" h="1582" extrusionOk="0">
                    <a:moveTo>
                      <a:pt x="0" y="0"/>
                    </a:moveTo>
                    <a:cubicBezTo>
                      <a:pt x="420" y="12"/>
                      <a:pt x="752" y="365"/>
                      <a:pt x="752" y="786"/>
                    </a:cubicBezTo>
                    <a:cubicBezTo>
                      <a:pt x="752" y="1217"/>
                      <a:pt x="420" y="1560"/>
                      <a:pt x="0" y="1582"/>
                    </a:cubicBezTo>
                    <a:lnTo>
                      <a:pt x="55" y="1582"/>
                    </a:lnTo>
                    <a:cubicBezTo>
                      <a:pt x="476" y="1560"/>
                      <a:pt x="807" y="1217"/>
                      <a:pt x="807" y="786"/>
                    </a:cubicBezTo>
                    <a:cubicBezTo>
                      <a:pt x="807" y="365"/>
                      <a:pt x="476"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962;p42">
                <a:extLst>
                  <a:ext uri="{FF2B5EF4-FFF2-40B4-BE49-F238E27FC236}">
                    <a16:creationId xmlns:a16="http://schemas.microsoft.com/office/drawing/2014/main" id="{5A3F6862-5932-7648-FA67-450BC0E219C1}"/>
                  </a:ext>
                </a:extLst>
              </p:cNvPr>
              <p:cNvSpPr/>
              <p:nvPr/>
            </p:nvSpPr>
            <p:spPr>
              <a:xfrm>
                <a:off x="1442863" y="4280299"/>
                <a:ext cx="201418" cy="323495"/>
              </a:xfrm>
              <a:custGeom>
                <a:avLst/>
                <a:gdLst/>
                <a:ahLst/>
                <a:cxnLst/>
                <a:rect l="l" t="t" r="r" b="b"/>
                <a:pathLst>
                  <a:path w="985" h="1582" extrusionOk="0">
                    <a:moveTo>
                      <a:pt x="0" y="0"/>
                    </a:moveTo>
                    <a:cubicBezTo>
                      <a:pt x="420" y="12"/>
                      <a:pt x="752" y="365"/>
                      <a:pt x="752" y="786"/>
                    </a:cubicBezTo>
                    <a:cubicBezTo>
                      <a:pt x="752" y="1217"/>
                      <a:pt x="420" y="1560"/>
                      <a:pt x="0" y="1582"/>
                    </a:cubicBezTo>
                    <a:lnTo>
                      <a:pt x="199" y="1582"/>
                    </a:lnTo>
                    <a:cubicBezTo>
                      <a:pt x="630" y="1582"/>
                      <a:pt x="984" y="1228"/>
                      <a:pt x="984" y="786"/>
                    </a:cubicBezTo>
                    <a:cubicBezTo>
                      <a:pt x="984" y="354"/>
                      <a:pt x="630"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963;p42">
                <a:extLst>
                  <a:ext uri="{FF2B5EF4-FFF2-40B4-BE49-F238E27FC236}">
                    <a16:creationId xmlns:a16="http://schemas.microsoft.com/office/drawing/2014/main" id="{766C416B-ED3C-4E0F-8D0C-ECCC2B8D6944}"/>
                  </a:ext>
                </a:extLst>
              </p:cNvPr>
              <p:cNvSpPr/>
              <p:nvPr/>
            </p:nvSpPr>
            <p:spPr>
              <a:xfrm>
                <a:off x="1426913" y="4280299"/>
                <a:ext cx="178924" cy="323495"/>
              </a:xfrm>
              <a:custGeom>
                <a:avLst/>
                <a:gdLst/>
                <a:ahLst/>
                <a:cxnLst/>
                <a:rect l="l" t="t" r="r" b="b"/>
                <a:pathLst>
                  <a:path w="875" h="1582" extrusionOk="0">
                    <a:moveTo>
                      <a:pt x="1" y="0"/>
                    </a:moveTo>
                    <a:cubicBezTo>
                      <a:pt x="432" y="12"/>
                      <a:pt x="764" y="365"/>
                      <a:pt x="764" y="786"/>
                    </a:cubicBezTo>
                    <a:cubicBezTo>
                      <a:pt x="764" y="1217"/>
                      <a:pt x="432" y="1560"/>
                      <a:pt x="1" y="1582"/>
                    </a:cubicBezTo>
                    <a:lnTo>
                      <a:pt x="78" y="1582"/>
                    </a:lnTo>
                    <a:cubicBezTo>
                      <a:pt x="520" y="1582"/>
                      <a:pt x="874" y="1228"/>
                      <a:pt x="874" y="786"/>
                    </a:cubicBezTo>
                    <a:cubicBezTo>
                      <a:pt x="874"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964;p42">
                <a:extLst>
                  <a:ext uri="{FF2B5EF4-FFF2-40B4-BE49-F238E27FC236}">
                    <a16:creationId xmlns:a16="http://schemas.microsoft.com/office/drawing/2014/main" id="{2DC82B87-A740-1599-14B7-16B5F937EB5E}"/>
                  </a:ext>
                </a:extLst>
              </p:cNvPr>
              <p:cNvSpPr/>
              <p:nvPr/>
            </p:nvSpPr>
            <p:spPr>
              <a:xfrm>
                <a:off x="1275389" y="4325286"/>
                <a:ext cx="167678" cy="235771"/>
              </a:xfrm>
              <a:custGeom>
                <a:avLst/>
                <a:gdLst/>
                <a:ahLst/>
                <a:cxnLst/>
                <a:rect l="l" t="t" r="r" b="b"/>
                <a:pathLst>
                  <a:path w="820" h="1153" extrusionOk="0">
                    <a:moveTo>
                      <a:pt x="755" y="0"/>
                    </a:moveTo>
                    <a:cubicBezTo>
                      <a:pt x="0" y="0"/>
                      <a:pt x="4" y="1152"/>
                      <a:pt x="765" y="1152"/>
                    </a:cubicBezTo>
                    <a:cubicBezTo>
                      <a:pt x="776" y="1152"/>
                      <a:pt x="786" y="1152"/>
                      <a:pt x="797" y="1152"/>
                    </a:cubicBezTo>
                    <a:lnTo>
                      <a:pt x="819" y="1152"/>
                    </a:lnTo>
                    <a:cubicBezTo>
                      <a:pt x="509" y="1129"/>
                      <a:pt x="277" y="875"/>
                      <a:pt x="277" y="566"/>
                    </a:cubicBezTo>
                    <a:cubicBezTo>
                      <a:pt x="277" y="267"/>
                      <a:pt x="521" y="13"/>
                      <a:pt x="819" y="2"/>
                    </a:cubicBezTo>
                    <a:lnTo>
                      <a:pt x="797" y="2"/>
                    </a:lnTo>
                    <a:cubicBezTo>
                      <a:pt x="783" y="1"/>
                      <a:pt x="769" y="0"/>
                      <a:pt x="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965;p42">
                <a:extLst>
                  <a:ext uri="{FF2B5EF4-FFF2-40B4-BE49-F238E27FC236}">
                    <a16:creationId xmlns:a16="http://schemas.microsoft.com/office/drawing/2014/main" id="{FB0490FE-CB03-FDF4-534D-93DD618FEBF2}"/>
                  </a:ext>
                </a:extLst>
              </p:cNvPr>
              <p:cNvSpPr/>
              <p:nvPr/>
            </p:nvSpPr>
            <p:spPr>
              <a:xfrm>
                <a:off x="1442863"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966;p42">
                <a:extLst>
                  <a:ext uri="{FF2B5EF4-FFF2-40B4-BE49-F238E27FC236}">
                    <a16:creationId xmlns:a16="http://schemas.microsoft.com/office/drawing/2014/main" id="{D6EA1BC9-A267-F40C-7E69-A5116B2CE613}"/>
                  </a:ext>
                </a:extLst>
              </p:cNvPr>
              <p:cNvSpPr/>
              <p:nvPr/>
            </p:nvSpPr>
            <p:spPr>
              <a:xfrm>
                <a:off x="1275389" y="4379679"/>
                <a:ext cx="380138" cy="45600"/>
              </a:xfrm>
              <a:custGeom>
                <a:avLst/>
                <a:gdLst/>
                <a:ahLst/>
                <a:cxnLst/>
                <a:rect l="l" t="t" r="r" b="b"/>
                <a:pathLst>
                  <a:path w="1859" h="223" extrusionOk="0">
                    <a:moveTo>
                      <a:pt x="67" y="1"/>
                    </a:moveTo>
                    <a:cubicBezTo>
                      <a:pt x="34" y="67"/>
                      <a:pt x="12" y="145"/>
                      <a:pt x="1" y="222"/>
                    </a:cubicBezTo>
                    <a:lnTo>
                      <a:pt x="1858"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967;p42">
                <a:extLst>
                  <a:ext uri="{FF2B5EF4-FFF2-40B4-BE49-F238E27FC236}">
                    <a16:creationId xmlns:a16="http://schemas.microsoft.com/office/drawing/2014/main" id="{108B2E44-FA50-07E7-3177-4C09C164294D}"/>
                  </a:ext>
                </a:extLst>
              </p:cNvPr>
              <p:cNvSpPr/>
              <p:nvPr/>
            </p:nvSpPr>
            <p:spPr>
              <a:xfrm>
                <a:off x="170501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4" y="808"/>
                    </a:cubicBezTo>
                    <a:cubicBezTo>
                      <a:pt x="554" y="808"/>
                      <a:pt x="454" y="553"/>
                      <a:pt x="598" y="410"/>
                    </a:cubicBezTo>
                    <a:cubicBezTo>
                      <a:pt x="648" y="359"/>
                      <a:pt x="709" y="337"/>
                      <a:pt x="768" y="337"/>
                    </a:cubicBezTo>
                    <a:close/>
                    <a:moveTo>
                      <a:pt x="764" y="1"/>
                    </a:moveTo>
                    <a:cubicBezTo>
                      <a:pt x="255" y="1"/>
                      <a:pt x="1" y="620"/>
                      <a:pt x="355" y="985"/>
                    </a:cubicBezTo>
                    <a:cubicBezTo>
                      <a:pt x="472" y="1098"/>
                      <a:pt x="615" y="1149"/>
                      <a:pt x="756" y="1149"/>
                    </a:cubicBezTo>
                    <a:cubicBezTo>
                      <a:pt x="1053" y="1149"/>
                      <a:pt x="1339" y="921"/>
                      <a:pt x="1339" y="576"/>
                    </a:cubicBezTo>
                    <a:cubicBezTo>
                      <a:pt x="1339" y="255"/>
                      <a:pt x="1084" y="1"/>
                      <a:pt x="7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968;p42">
                <a:extLst>
                  <a:ext uri="{FF2B5EF4-FFF2-40B4-BE49-F238E27FC236}">
                    <a16:creationId xmlns:a16="http://schemas.microsoft.com/office/drawing/2014/main" id="{1C6CFA85-5742-5707-A80A-49794CD91640}"/>
                  </a:ext>
                </a:extLst>
              </p:cNvPr>
              <p:cNvSpPr/>
              <p:nvPr/>
            </p:nvSpPr>
            <p:spPr>
              <a:xfrm>
                <a:off x="1644077" y="4280299"/>
                <a:ext cx="379933" cy="323495"/>
              </a:xfrm>
              <a:custGeom>
                <a:avLst/>
                <a:gdLst/>
                <a:ahLst/>
                <a:cxnLst/>
                <a:rect l="l" t="t" r="r" b="b"/>
                <a:pathLst>
                  <a:path w="1858" h="1582" extrusionOk="0">
                    <a:moveTo>
                      <a:pt x="1060" y="215"/>
                    </a:moveTo>
                    <a:cubicBezTo>
                      <a:pt x="1355" y="215"/>
                      <a:pt x="1637" y="443"/>
                      <a:pt x="1637" y="786"/>
                    </a:cubicBezTo>
                    <a:cubicBezTo>
                      <a:pt x="1637" y="1106"/>
                      <a:pt x="1382" y="1361"/>
                      <a:pt x="1062" y="1361"/>
                    </a:cubicBezTo>
                    <a:cubicBezTo>
                      <a:pt x="553" y="1361"/>
                      <a:pt x="299" y="741"/>
                      <a:pt x="653" y="387"/>
                    </a:cubicBezTo>
                    <a:cubicBezTo>
                      <a:pt x="772" y="269"/>
                      <a:pt x="917" y="215"/>
                      <a:pt x="1060" y="215"/>
                    </a:cubicBezTo>
                    <a:close/>
                    <a:moveTo>
                      <a:pt x="1062" y="0"/>
                    </a:moveTo>
                    <a:cubicBezTo>
                      <a:pt x="354" y="0"/>
                      <a:pt x="0" y="852"/>
                      <a:pt x="498" y="1349"/>
                    </a:cubicBezTo>
                    <a:cubicBezTo>
                      <a:pt x="662" y="1510"/>
                      <a:pt x="862" y="1582"/>
                      <a:pt x="1057" y="1582"/>
                    </a:cubicBezTo>
                    <a:cubicBezTo>
                      <a:pt x="1467"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969;p42">
                <a:extLst>
                  <a:ext uri="{FF2B5EF4-FFF2-40B4-BE49-F238E27FC236}">
                    <a16:creationId xmlns:a16="http://schemas.microsoft.com/office/drawing/2014/main" id="{905E2C87-C429-55B0-875C-A8679EE93954}"/>
                  </a:ext>
                </a:extLst>
              </p:cNvPr>
              <p:cNvSpPr/>
              <p:nvPr/>
            </p:nvSpPr>
            <p:spPr>
              <a:xfrm>
                <a:off x="1797851" y="4393380"/>
                <a:ext cx="113080" cy="96312"/>
              </a:xfrm>
              <a:custGeom>
                <a:avLst/>
                <a:gdLst/>
                <a:ahLst/>
                <a:cxnLst/>
                <a:rect l="l" t="t" r="r" b="b"/>
                <a:pathLst>
                  <a:path w="553" h="471" extrusionOk="0">
                    <a:moveTo>
                      <a:pt x="310" y="0"/>
                    </a:moveTo>
                    <a:cubicBezTo>
                      <a:pt x="100" y="0"/>
                      <a:pt x="0" y="255"/>
                      <a:pt x="144" y="398"/>
                    </a:cubicBezTo>
                    <a:cubicBezTo>
                      <a:pt x="194" y="449"/>
                      <a:pt x="255" y="471"/>
                      <a:pt x="314" y="471"/>
                    </a:cubicBezTo>
                    <a:cubicBezTo>
                      <a:pt x="437" y="471"/>
                      <a:pt x="553" y="374"/>
                      <a:pt x="553" y="233"/>
                    </a:cubicBezTo>
                    <a:cubicBezTo>
                      <a:pt x="553" y="100"/>
                      <a:pt x="442"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970;p42">
                <a:extLst>
                  <a:ext uri="{FF2B5EF4-FFF2-40B4-BE49-F238E27FC236}">
                    <a16:creationId xmlns:a16="http://schemas.microsoft.com/office/drawing/2014/main" id="{91FF68E1-26EE-91CE-C927-CF147576FB18}"/>
                  </a:ext>
                </a:extLst>
              </p:cNvPr>
              <p:cNvSpPr/>
              <p:nvPr/>
            </p:nvSpPr>
            <p:spPr>
              <a:xfrm>
                <a:off x="1906229" y="4280299"/>
                <a:ext cx="167678" cy="323495"/>
              </a:xfrm>
              <a:custGeom>
                <a:avLst/>
                <a:gdLst/>
                <a:ahLst/>
                <a:cxnLst/>
                <a:rect l="l" t="t" r="r" b="b"/>
                <a:pathLst>
                  <a:path w="820" h="1582" extrusionOk="0">
                    <a:moveTo>
                      <a:pt x="1" y="0"/>
                    </a:moveTo>
                    <a:cubicBezTo>
                      <a:pt x="432" y="12"/>
                      <a:pt x="764" y="365"/>
                      <a:pt x="764" y="786"/>
                    </a:cubicBezTo>
                    <a:cubicBezTo>
                      <a:pt x="764" y="1217"/>
                      <a:pt x="432" y="1560"/>
                      <a:pt x="1" y="1582"/>
                    </a:cubicBezTo>
                    <a:lnTo>
                      <a:pt x="56" y="1582"/>
                    </a:lnTo>
                    <a:cubicBezTo>
                      <a:pt x="476" y="1560"/>
                      <a:pt x="819" y="1217"/>
                      <a:pt x="819" y="786"/>
                    </a:cubicBezTo>
                    <a:cubicBezTo>
                      <a:pt x="819"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971;p42">
                <a:extLst>
                  <a:ext uri="{FF2B5EF4-FFF2-40B4-BE49-F238E27FC236}">
                    <a16:creationId xmlns:a16="http://schemas.microsoft.com/office/drawing/2014/main" id="{106201C8-E8E9-5048-CADD-6D75258C0A91}"/>
                  </a:ext>
                </a:extLst>
              </p:cNvPr>
              <p:cNvSpPr/>
              <p:nvPr/>
            </p:nvSpPr>
            <p:spPr>
              <a:xfrm>
                <a:off x="1865536" y="4280094"/>
                <a:ext cx="203872" cy="323904"/>
              </a:xfrm>
              <a:custGeom>
                <a:avLst/>
                <a:gdLst/>
                <a:ahLst/>
                <a:cxnLst/>
                <a:rect l="l" t="t" r="r" b="b"/>
                <a:pathLst>
                  <a:path w="997" h="1584" extrusionOk="0">
                    <a:moveTo>
                      <a:pt x="40" y="0"/>
                    </a:moveTo>
                    <a:cubicBezTo>
                      <a:pt x="27" y="0"/>
                      <a:pt x="14" y="1"/>
                      <a:pt x="1" y="1"/>
                    </a:cubicBezTo>
                    <a:lnTo>
                      <a:pt x="79" y="1"/>
                    </a:lnTo>
                    <a:cubicBezTo>
                      <a:pt x="66" y="1"/>
                      <a:pt x="53" y="0"/>
                      <a:pt x="40" y="0"/>
                    </a:cubicBezTo>
                    <a:close/>
                    <a:moveTo>
                      <a:pt x="79" y="1"/>
                    </a:moveTo>
                    <a:cubicBezTo>
                      <a:pt x="497" y="22"/>
                      <a:pt x="830" y="370"/>
                      <a:pt x="830" y="787"/>
                    </a:cubicBezTo>
                    <a:cubicBezTo>
                      <a:pt x="830" y="1214"/>
                      <a:pt x="497" y="1562"/>
                      <a:pt x="79" y="1583"/>
                    </a:cubicBezTo>
                    <a:lnTo>
                      <a:pt x="200" y="1583"/>
                    </a:lnTo>
                    <a:cubicBezTo>
                      <a:pt x="642" y="1583"/>
                      <a:pt x="996" y="1229"/>
                      <a:pt x="996" y="787"/>
                    </a:cubicBezTo>
                    <a:cubicBezTo>
                      <a:pt x="996" y="355"/>
                      <a:pt x="642" y="1"/>
                      <a:pt x="200" y="1"/>
                    </a:cubicBezTo>
                    <a:close/>
                    <a:moveTo>
                      <a:pt x="1" y="1583"/>
                    </a:move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972;p42">
                <a:extLst>
                  <a:ext uri="{FF2B5EF4-FFF2-40B4-BE49-F238E27FC236}">
                    <a16:creationId xmlns:a16="http://schemas.microsoft.com/office/drawing/2014/main" id="{1AE12449-C4A3-921E-3305-F89B005EFD15}"/>
                  </a:ext>
                </a:extLst>
              </p:cNvPr>
              <p:cNvSpPr/>
              <p:nvPr/>
            </p:nvSpPr>
            <p:spPr>
              <a:xfrm>
                <a:off x="1852040" y="4280299"/>
                <a:ext cx="176471" cy="323495"/>
              </a:xfrm>
              <a:custGeom>
                <a:avLst/>
                <a:gdLst/>
                <a:ahLst/>
                <a:cxnLst/>
                <a:rect l="l" t="t" r="r" b="b"/>
                <a:pathLst>
                  <a:path w="863" h="1582" extrusionOk="0">
                    <a:moveTo>
                      <a:pt x="0" y="0"/>
                    </a:moveTo>
                    <a:cubicBezTo>
                      <a:pt x="421" y="12"/>
                      <a:pt x="763" y="365"/>
                      <a:pt x="763" y="786"/>
                    </a:cubicBezTo>
                    <a:cubicBezTo>
                      <a:pt x="763" y="1217"/>
                      <a:pt x="421" y="1560"/>
                      <a:pt x="0"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973;p42">
                <a:extLst>
                  <a:ext uri="{FF2B5EF4-FFF2-40B4-BE49-F238E27FC236}">
                    <a16:creationId xmlns:a16="http://schemas.microsoft.com/office/drawing/2014/main" id="{1823159D-2D41-54F9-896C-C30685AA2C41}"/>
                  </a:ext>
                </a:extLst>
              </p:cNvPr>
              <p:cNvSpPr/>
              <p:nvPr/>
            </p:nvSpPr>
            <p:spPr>
              <a:xfrm>
                <a:off x="1701129" y="4325286"/>
                <a:ext cx="166860" cy="233522"/>
              </a:xfrm>
              <a:custGeom>
                <a:avLst/>
                <a:gdLst/>
                <a:ahLst/>
                <a:cxnLst/>
                <a:rect l="l" t="t" r="r" b="b"/>
                <a:pathLst>
                  <a:path w="816" h="1142" extrusionOk="0">
                    <a:moveTo>
                      <a:pt x="741" y="0"/>
                    </a:moveTo>
                    <a:cubicBezTo>
                      <a:pt x="0" y="0"/>
                      <a:pt x="0" y="1142"/>
                      <a:pt x="741" y="1142"/>
                    </a:cubicBezTo>
                    <a:cubicBezTo>
                      <a:pt x="755" y="1142"/>
                      <a:pt x="769" y="1141"/>
                      <a:pt x="783" y="1141"/>
                    </a:cubicBezTo>
                    <a:lnTo>
                      <a:pt x="816" y="1141"/>
                    </a:lnTo>
                    <a:cubicBezTo>
                      <a:pt x="506" y="1129"/>
                      <a:pt x="263" y="875"/>
                      <a:pt x="274" y="566"/>
                    </a:cubicBezTo>
                    <a:cubicBezTo>
                      <a:pt x="274" y="267"/>
                      <a:pt x="506" y="13"/>
                      <a:pt x="816" y="2"/>
                    </a:cubicBezTo>
                    <a:lnTo>
                      <a:pt x="783" y="2"/>
                    </a:lnTo>
                    <a:cubicBezTo>
                      <a:pt x="769" y="1"/>
                      <a:pt x="755"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974;p42">
                <a:extLst>
                  <a:ext uri="{FF2B5EF4-FFF2-40B4-BE49-F238E27FC236}">
                    <a16:creationId xmlns:a16="http://schemas.microsoft.com/office/drawing/2014/main" id="{12B56D77-3D58-EEA3-5B69-577ED968D696}"/>
                  </a:ext>
                </a:extLst>
              </p:cNvPr>
              <p:cNvSpPr/>
              <p:nvPr/>
            </p:nvSpPr>
            <p:spPr>
              <a:xfrm>
                <a:off x="1867785"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4" y="476"/>
                      <a:pt x="344"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975;p42">
                <a:extLst>
                  <a:ext uri="{FF2B5EF4-FFF2-40B4-BE49-F238E27FC236}">
                    <a16:creationId xmlns:a16="http://schemas.microsoft.com/office/drawing/2014/main" id="{FC505B11-BCDA-9520-738C-32E465DB6ACB}"/>
                  </a:ext>
                </a:extLst>
              </p:cNvPr>
              <p:cNvSpPr/>
              <p:nvPr/>
            </p:nvSpPr>
            <p:spPr>
              <a:xfrm>
                <a:off x="1700516" y="4379679"/>
                <a:ext cx="377888" cy="45600"/>
              </a:xfrm>
              <a:custGeom>
                <a:avLst/>
                <a:gdLst/>
                <a:ahLst/>
                <a:cxnLst/>
                <a:rect l="l" t="t" r="r" b="b"/>
                <a:pathLst>
                  <a:path w="1848" h="223" extrusionOk="0">
                    <a:moveTo>
                      <a:pt x="56" y="1"/>
                    </a:moveTo>
                    <a:cubicBezTo>
                      <a:pt x="23" y="67"/>
                      <a:pt x="12" y="145"/>
                      <a:pt x="1" y="222"/>
                    </a:cubicBezTo>
                    <a:lnTo>
                      <a:pt x="1847"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976;p42">
                <a:extLst>
                  <a:ext uri="{FF2B5EF4-FFF2-40B4-BE49-F238E27FC236}">
                    <a16:creationId xmlns:a16="http://schemas.microsoft.com/office/drawing/2014/main" id="{F861C9E7-50C3-65DC-2DF2-4060D13BA97E}"/>
                  </a:ext>
                </a:extLst>
              </p:cNvPr>
              <p:cNvSpPr/>
              <p:nvPr/>
            </p:nvSpPr>
            <p:spPr>
              <a:xfrm>
                <a:off x="1167011" y="4379679"/>
                <a:ext cx="662531" cy="178924"/>
              </a:xfrm>
              <a:custGeom>
                <a:avLst/>
                <a:gdLst/>
                <a:ahLst/>
                <a:cxnLst/>
                <a:rect l="l" t="t" r="r" b="b"/>
                <a:pathLst>
                  <a:path w="3240" h="875" extrusionOk="0">
                    <a:moveTo>
                      <a:pt x="0" y="1"/>
                    </a:moveTo>
                    <a:lnTo>
                      <a:pt x="0" y="875"/>
                    </a:lnTo>
                    <a:lnTo>
                      <a:pt x="3240" y="875"/>
                    </a:lnTo>
                    <a:lnTo>
                      <a:pt x="324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977;p42">
                <a:extLst>
                  <a:ext uri="{FF2B5EF4-FFF2-40B4-BE49-F238E27FC236}">
                    <a16:creationId xmlns:a16="http://schemas.microsoft.com/office/drawing/2014/main" id="{224C38CE-CF3B-C1DC-C997-4D8D41611D32}"/>
                  </a:ext>
                </a:extLst>
              </p:cNvPr>
              <p:cNvSpPr/>
              <p:nvPr/>
            </p:nvSpPr>
            <p:spPr>
              <a:xfrm>
                <a:off x="1010988" y="4325490"/>
                <a:ext cx="273805" cy="235158"/>
              </a:xfrm>
              <a:custGeom>
                <a:avLst/>
                <a:gdLst/>
                <a:ahLst/>
                <a:cxnLst/>
                <a:rect l="l" t="t" r="r" b="b"/>
                <a:pathLst>
                  <a:path w="1339" h="1150" extrusionOk="0">
                    <a:moveTo>
                      <a:pt x="762" y="337"/>
                    </a:moveTo>
                    <a:cubicBezTo>
                      <a:pt x="884" y="337"/>
                      <a:pt x="1003" y="434"/>
                      <a:pt x="995" y="576"/>
                    </a:cubicBezTo>
                    <a:cubicBezTo>
                      <a:pt x="995" y="697"/>
                      <a:pt x="896" y="808"/>
                      <a:pt x="763" y="808"/>
                    </a:cubicBezTo>
                    <a:cubicBezTo>
                      <a:pt x="553" y="808"/>
                      <a:pt x="453" y="553"/>
                      <a:pt x="597" y="410"/>
                    </a:cubicBezTo>
                    <a:cubicBezTo>
                      <a:pt x="644" y="359"/>
                      <a:pt x="703" y="337"/>
                      <a:pt x="762" y="337"/>
                    </a:cubicBezTo>
                    <a:close/>
                    <a:moveTo>
                      <a:pt x="763" y="1"/>
                    </a:moveTo>
                    <a:cubicBezTo>
                      <a:pt x="254" y="1"/>
                      <a:pt x="0" y="620"/>
                      <a:pt x="354" y="985"/>
                    </a:cubicBezTo>
                    <a:cubicBezTo>
                      <a:pt x="471" y="1098"/>
                      <a:pt x="614" y="1149"/>
                      <a:pt x="755"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978;p42">
                <a:extLst>
                  <a:ext uri="{FF2B5EF4-FFF2-40B4-BE49-F238E27FC236}">
                    <a16:creationId xmlns:a16="http://schemas.microsoft.com/office/drawing/2014/main" id="{0A3D8C02-36B9-A0DD-28E5-8D45F1E61A3D}"/>
                  </a:ext>
                </a:extLst>
              </p:cNvPr>
              <p:cNvSpPr/>
              <p:nvPr/>
            </p:nvSpPr>
            <p:spPr>
              <a:xfrm>
                <a:off x="949847"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3" y="1361"/>
                      <a:pt x="299" y="741"/>
                      <a:pt x="653" y="387"/>
                    </a:cubicBezTo>
                    <a:cubicBezTo>
                      <a:pt x="772" y="269"/>
                      <a:pt x="918" y="215"/>
                      <a:pt x="1061" y="215"/>
                    </a:cubicBezTo>
                    <a:close/>
                    <a:moveTo>
                      <a:pt x="1062" y="0"/>
                    </a:moveTo>
                    <a:cubicBezTo>
                      <a:pt x="354" y="0"/>
                      <a:pt x="1" y="852"/>
                      <a:pt x="498" y="1349"/>
                    </a:cubicBezTo>
                    <a:cubicBezTo>
                      <a:pt x="662" y="1510"/>
                      <a:pt x="862" y="1582"/>
                      <a:pt x="1057" y="1582"/>
                    </a:cubicBezTo>
                    <a:cubicBezTo>
                      <a:pt x="1468" y="1582"/>
                      <a:pt x="1858" y="1265"/>
                      <a:pt x="1858" y="786"/>
                    </a:cubicBezTo>
                    <a:cubicBezTo>
                      <a:pt x="1858" y="354"/>
                      <a:pt x="1504"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979;p42">
                <a:extLst>
                  <a:ext uri="{FF2B5EF4-FFF2-40B4-BE49-F238E27FC236}">
                    <a16:creationId xmlns:a16="http://schemas.microsoft.com/office/drawing/2014/main" id="{35A38F2B-19DC-0442-828B-953DAFDCFBFE}"/>
                  </a:ext>
                </a:extLst>
              </p:cNvPr>
              <p:cNvSpPr/>
              <p:nvPr/>
            </p:nvSpPr>
            <p:spPr>
              <a:xfrm>
                <a:off x="1103621" y="4393380"/>
                <a:ext cx="112467" cy="96312"/>
              </a:xfrm>
              <a:custGeom>
                <a:avLst/>
                <a:gdLst/>
                <a:ahLst/>
                <a:cxnLst/>
                <a:rect l="l" t="t" r="r" b="b"/>
                <a:pathLst>
                  <a:path w="550" h="471" extrusionOk="0">
                    <a:moveTo>
                      <a:pt x="310" y="0"/>
                    </a:moveTo>
                    <a:cubicBezTo>
                      <a:pt x="100" y="0"/>
                      <a:pt x="0" y="255"/>
                      <a:pt x="144" y="398"/>
                    </a:cubicBezTo>
                    <a:cubicBezTo>
                      <a:pt x="191" y="449"/>
                      <a:pt x="250" y="471"/>
                      <a:pt x="309" y="471"/>
                    </a:cubicBezTo>
                    <a:cubicBezTo>
                      <a:pt x="431" y="471"/>
                      <a:pt x="550" y="374"/>
                      <a:pt x="542" y="233"/>
                    </a:cubicBezTo>
                    <a:cubicBezTo>
                      <a:pt x="542"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980;p42">
                <a:extLst>
                  <a:ext uri="{FF2B5EF4-FFF2-40B4-BE49-F238E27FC236}">
                    <a16:creationId xmlns:a16="http://schemas.microsoft.com/office/drawing/2014/main" id="{E166810E-4128-90F1-C8C6-C6545530E04A}"/>
                  </a:ext>
                </a:extLst>
              </p:cNvPr>
              <p:cNvSpPr/>
              <p:nvPr/>
            </p:nvSpPr>
            <p:spPr>
              <a:xfrm>
                <a:off x="1212203" y="4280094"/>
                <a:ext cx="169723" cy="323904"/>
              </a:xfrm>
              <a:custGeom>
                <a:avLst/>
                <a:gdLst/>
                <a:ahLst/>
                <a:cxnLst/>
                <a:rect l="l" t="t" r="r" b="b"/>
                <a:pathLst>
                  <a:path w="830" h="1584" extrusionOk="0">
                    <a:moveTo>
                      <a:pt x="39" y="0"/>
                    </a:moveTo>
                    <a:cubicBezTo>
                      <a:pt x="26" y="0"/>
                      <a:pt x="13" y="1"/>
                      <a:pt x="0" y="1"/>
                    </a:cubicBezTo>
                    <a:lnTo>
                      <a:pt x="55" y="1"/>
                    </a:lnTo>
                    <a:cubicBezTo>
                      <a:pt x="476" y="13"/>
                      <a:pt x="818" y="366"/>
                      <a:pt x="818" y="787"/>
                    </a:cubicBezTo>
                    <a:cubicBezTo>
                      <a:pt x="818" y="1218"/>
                      <a:pt x="476" y="1561"/>
                      <a:pt x="55" y="1583"/>
                    </a:cubicBezTo>
                    <a:lnTo>
                      <a:pt x="0" y="1583"/>
                    </a:lnTo>
                    <a:cubicBezTo>
                      <a:pt x="13" y="1583"/>
                      <a:pt x="26" y="1584"/>
                      <a:pt x="39" y="1584"/>
                    </a:cubicBezTo>
                    <a:cubicBezTo>
                      <a:pt x="475" y="1584"/>
                      <a:pt x="830" y="1227"/>
                      <a:pt x="830" y="787"/>
                    </a:cubicBezTo>
                    <a:cubicBezTo>
                      <a:pt x="830" y="357"/>
                      <a:pt x="475" y="0"/>
                      <a:pt x="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981;p42">
                <a:extLst>
                  <a:ext uri="{FF2B5EF4-FFF2-40B4-BE49-F238E27FC236}">
                    <a16:creationId xmlns:a16="http://schemas.microsoft.com/office/drawing/2014/main" id="{692969DC-631C-A85E-97B6-666BAC4BC9A6}"/>
                  </a:ext>
                </a:extLst>
              </p:cNvPr>
              <p:cNvSpPr/>
              <p:nvPr/>
            </p:nvSpPr>
            <p:spPr>
              <a:xfrm>
                <a:off x="1171510" y="4280299"/>
                <a:ext cx="203667" cy="323495"/>
              </a:xfrm>
              <a:custGeom>
                <a:avLst/>
                <a:gdLst/>
                <a:ahLst/>
                <a:cxnLst/>
                <a:rect l="l" t="t" r="r" b="b"/>
                <a:pathLst>
                  <a:path w="996" h="1582" extrusionOk="0">
                    <a:moveTo>
                      <a:pt x="0" y="0"/>
                    </a:moveTo>
                    <a:cubicBezTo>
                      <a:pt x="420" y="12"/>
                      <a:pt x="763" y="365"/>
                      <a:pt x="763" y="786"/>
                    </a:cubicBezTo>
                    <a:cubicBezTo>
                      <a:pt x="763" y="1217"/>
                      <a:pt x="420" y="1560"/>
                      <a:pt x="0" y="1582"/>
                    </a:cubicBezTo>
                    <a:lnTo>
                      <a:pt x="199" y="1582"/>
                    </a:lnTo>
                    <a:cubicBezTo>
                      <a:pt x="641" y="1582"/>
                      <a:pt x="995" y="1228"/>
                      <a:pt x="995" y="786"/>
                    </a:cubicBezTo>
                    <a:cubicBezTo>
                      <a:pt x="995" y="354"/>
                      <a:pt x="64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982;p42">
                <a:extLst>
                  <a:ext uri="{FF2B5EF4-FFF2-40B4-BE49-F238E27FC236}">
                    <a16:creationId xmlns:a16="http://schemas.microsoft.com/office/drawing/2014/main" id="{D5D04AC0-3406-ACF7-4488-F698088ED222}"/>
                  </a:ext>
                </a:extLst>
              </p:cNvPr>
              <p:cNvSpPr/>
              <p:nvPr/>
            </p:nvSpPr>
            <p:spPr>
              <a:xfrm>
                <a:off x="1155560" y="4280094"/>
                <a:ext cx="178924" cy="323904"/>
              </a:xfrm>
              <a:custGeom>
                <a:avLst/>
                <a:gdLst/>
                <a:ahLst/>
                <a:cxnLst/>
                <a:rect l="l" t="t" r="r" b="b"/>
                <a:pathLst>
                  <a:path w="875" h="1584" extrusionOk="0">
                    <a:moveTo>
                      <a:pt x="40" y="0"/>
                    </a:moveTo>
                    <a:cubicBezTo>
                      <a:pt x="27" y="0"/>
                      <a:pt x="14" y="1"/>
                      <a:pt x="1" y="1"/>
                    </a:cubicBezTo>
                    <a:lnTo>
                      <a:pt x="78" y="1"/>
                    </a:lnTo>
                    <a:cubicBezTo>
                      <a:pt x="78" y="1"/>
                      <a:pt x="79" y="1"/>
                      <a:pt x="79" y="1"/>
                    </a:cubicBezTo>
                    <a:lnTo>
                      <a:pt x="79" y="1"/>
                    </a:lnTo>
                    <a:cubicBezTo>
                      <a:pt x="66" y="1"/>
                      <a:pt x="53" y="0"/>
                      <a:pt x="40" y="0"/>
                    </a:cubicBezTo>
                    <a:close/>
                    <a:moveTo>
                      <a:pt x="79" y="1"/>
                    </a:moveTo>
                    <a:cubicBezTo>
                      <a:pt x="496" y="22"/>
                      <a:pt x="830" y="370"/>
                      <a:pt x="830" y="787"/>
                    </a:cubicBezTo>
                    <a:cubicBezTo>
                      <a:pt x="830" y="1214"/>
                      <a:pt x="496" y="1562"/>
                      <a:pt x="79" y="1583"/>
                    </a:cubicBezTo>
                    <a:lnTo>
                      <a:pt x="79" y="1583"/>
                    </a:lnTo>
                    <a:cubicBezTo>
                      <a:pt x="521" y="1582"/>
                      <a:pt x="874" y="1229"/>
                      <a:pt x="874" y="787"/>
                    </a:cubicBezTo>
                    <a:cubicBezTo>
                      <a:pt x="874" y="356"/>
                      <a:pt x="510" y="2"/>
                      <a:pt x="79" y="1"/>
                    </a:cubicBezTo>
                    <a:close/>
                    <a:moveTo>
                      <a:pt x="79" y="1583"/>
                    </a:moveTo>
                    <a:cubicBezTo>
                      <a:pt x="79" y="1583"/>
                      <a:pt x="78" y="1583"/>
                      <a:pt x="78" y="1583"/>
                    </a:cubicBezTo>
                    <a:lnTo>
                      <a:pt x="1" y="1583"/>
                    </a:ln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983;p42">
                <a:extLst>
                  <a:ext uri="{FF2B5EF4-FFF2-40B4-BE49-F238E27FC236}">
                    <a16:creationId xmlns:a16="http://schemas.microsoft.com/office/drawing/2014/main" id="{55F3891A-E08E-2C21-13D0-5E722E0C08F4}"/>
                  </a:ext>
                </a:extLst>
              </p:cNvPr>
              <p:cNvSpPr/>
              <p:nvPr/>
            </p:nvSpPr>
            <p:spPr>
              <a:xfrm>
                <a:off x="1006899"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63"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984;p42">
                <a:extLst>
                  <a:ext uri="{FF2B5EF4-FFF2-40B4-BE49-F238E27FC236}">
                    <a16:creationId xmlns:a16="http://schemas.microsoft.com/office/drawing/2014/main" id="{D1F90F20-7835-6E03-0317-E0E14F44BDF9}"/>
                  </a:ext>
                </a:extLst>
              </p:cNvPr>
              <p:cNvSpPr/>
              <p:nvPr/>
            </p:nvSpPr>
            <p:spPr>
              <a:xfrm>
                <a:off x="1173759"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985;p42">
                <a:extLst>
                  <a:ext uri="{FF2B5EF4-FFF2-40B4-BE49-F238E27FC236}">
                    <a16:creationId xmlns:a16="http://schemas.microsoft.com/office/drawing/2014/main" id="{FC3BAD49-117E-D5B0-FC63-8319255A542E}"/>
                  </a:ext>
                </a:extLst>
              </p:cNvPr>
              <p:cNvSpPr/>
              <p:nvPr/>
            </p:nvSpPr>
            <p:spPr>
              <a:xfrm>
                <a:off x="1006285" y="4379679"/>
                <a:ext cx="377888" cy="45600"/>
              </a:xfrm>
              <a:custGeom>
                <a:avLst/>
                <a:gdLst/>
                <a:ahLst/>
                <a:cxnLst/>
                <a:rect l="l" t="t" r="r" b="b"/>
                <a:pathLst>
                  <a:path w="1848" h="223" extrusionOk="0">
                    <a:moveTo>
                      <a:pt x="56" y="1"/>
                    </a:moveTo>
                    <a:cubicBezTo>
                      <a:pt x="23" y="67"/>
                      <a:pt x="12" y="145"/>
                      <a:pt x="1" y="222"/>
                    </a:cubicBezTo>
                    <a:lnTo>
                      <a:pt x="1848" y="222"/>
                    </a:lnTo>
                    <a:cubicBezTo>
                      <a:pt x="1848"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986;p42">
                <a:extLst>
                  <a:ext uri="{FF2B5EF4-FFF2-40B4-BE49-F238E27FC236}">
                    <a16:creationId xmlns:a16="http://schemas.microsoft.com/office/drawing/2014/main" id="{DCFB29A9-BFFD-A842-7762-725A3D2E96C9}"/>
                  </a:ext>
                </a:extLst>
              </p:cNvPr>
              <p:cNvSpPr/>
              <p:nvPr/>
            </p:nvSpPr>
            <p:spPr>
              <a:xfrm>
                <a:off x="1433661" y="4325490"/>
                <a:ext cx="276055" cy="235158"/>
              </a:xfrm>
              <a:custGeom>
                <a:avLst/>
                <a:gdLst/>
                <a:ahLst/>
                <a:cxnLst/>
                <a:rect l="l" t="t" r="r" b="b"/>
                <a:pathLst>
                  <a:path w="1350" h="1150" extrusionOk="0">
                    <a:moveTo>
                      <a:pt x="771" y="337"/>
                    </a:moveTo>
                    <a:cubicBezTo>
                      <a:pt x="891" y="337"/>
                      <a:pt x="1007" y="434"/>
                      <a:pt x="1007" y="576"/>
                    </a:cubicBezTo>
                    <a:cubicBezTo>
                      <a:pt x="1007" y="697"/>
                      <a:pt x="897" y="808"/>
                      <a:pt x="775" y="808"/>
                    </a:cubicBezTo>
                    <a:cubicBezTo>
                      <a:pt x="565" y="808"/>
                      <a:pt x="454" y="553"/>
                      <a:pt x="609" y="410"/>
                    </a:cubicBezTo>
                    <a:cubicBezTo>
                      <a:pt x="656" y="359"/>
                      <a:pt x="714" y="337"/>
                      <a:pt x="771" y="337"/>
                    </a:cubicBezTo>
                    <a:close/>
                    <a:moveTo>
                      <a:pt x="775" y="1"/>
                    </a:moveTo>
                    <a:cubicBezTo>
                      <a:pt x="255" y="1"/>
                      <a:pt x="1" y="620"/>
                      <a:pt x="366" y="985"/>
                    </a:cubicBezTo>
                    <a:cubicBezTo>
                      <a:pt x="483" y="1098"/>
                      <a:pt x="626" y="1149"/>
                      <a:pt x="767" y="1149"/>
                    </a:cubicBezTo>
                    <a:cubicBezTo>
                      <a:pt x="1064" y="1149"/>
                      <a:pt x="1350" y="921"/>
                      <a:pt x="1350" y="576"/>
                    </a:cubicBezTo>
                    <a:cubicBezTo>
                      <a:pt x="1339" y="255"/>
                      <a:pt x="1084"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1987;p42">
                <a:extLst>
                  <a:ext uri="{FF2B5EF4-FFF2-40B4-BE49-F238E27FC236}">
                    <a16:creationId xmlns:a16="http://schemas.microsoft.com/office/drawing/2014/main" id="{DDB72890-C594-4806-4384-0C0EECD7399B}"/>
                  </a:ext>
                </a:extLst>
              </p:cNvPr>
              <p:cNvSpPr/>
              <p:nvPr/>
            </p:nvSpPr>
            <p:spPr>
              <a:xfrm>
                <a:off x="1374974" y="4280299"/>
                <a:ext cx="377684" cy="323495"/>
              </a:xfrm>
              <a:custGeom>
                <a:avLst/>
                <a:gdLst/>
                <a:ahLst/>
                <a:cxnLst/>
                <a:rect l="l" t="t" r="r" b="b"/>
                <a:pathLst>
                  <a:path w="1847" h="1582" extrusionOk="0">
                    <a:moveTo>
                      <a:pt x="1058" y="215"/>
                    </a:moveTo>
                    <a:cubicBezTo>
                      <a:pt x="1351" y="215"/>
                      <a:pt x="1629" y="443"/>
                      <a:pt x="1637" y="786"/>
                    </a:cubicBezTo>
                    <a:cubicBezTo>
                      <a:pt x="1637" y="1106"/>
                      <a:pt x="1371" y="1361"/>
                      <a:pt x="1062" y="1361"/>
                    </a:cubicBezTo>
                    <a:cubicBezTo>
                      <a:pt x="553" y="1361"/>
                      <a:pt x="288" y="741"/>
                      <a:pt x="653" y="387"/>
                    </a:cubicBezTo>
                    <a:cubicBezTo>
                      <a:pt x="772" y="269"/>
                      <a:pt x="916" y="215"/>
                      <a:pt x="1058" y="215"/>
                    </a:cubicBezTo>
                    <a:close/>
                    <a:moveTo>
                      <a:pt x="1062" y="0"/>
                    </a:moveTo>
                    <a:cubicBezTo>
                      <a:pt x="354" y="0"/>
                      <a:pt x="0" y="852"/>
                      <a:pt x="498" y="1349"/>
                    </a:cubicBezTo>
                    <a:cubicBezTo>
                      <a:pt x="658" y="1510"/>
                      <a:pt x="856" y="1582"/>
                      <a:pt x="1050" y="1582"/>
                    </a:cubicBezTo>
                    <a:cubicBezTo>
                      <a:pt x="1456"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1988;p42">
                <a:extLst>
                  <a:ext uri="{FF2B5EF4-FFF2-40B4-BE49-F238E27FC236}">
                    <a16:creationId xmlns:a16="http://schemas.microsoft.com/office/drawing/2014/main" id="{4BFBC3DE-F9CC-EE57-92A6-F820E158761A}"/>
                  </a:ext>
                </a:extLst>
              </p:cNvPr>
              <p:cNvSpPr/>
              <p:nvPr/>
            </p:nvSpPr>
            <p:spPr>
              <a:xfrm>
                <a:off x="1526498" y="4393380"/>
                <a:ext cx="113285" cy="96312"/>
              </a:xfrm>
              <a:custGeom>
                <a:avLst/>
                <a:gdLst/>
                <a:ahLst/>
                <a:cxnLst/>
                <a:rect l="l" t="t" r="r" b="b"/>
                <a:pathLst>
                  <a:path w="554" h="471" extrusionOk="0">
                    <a:moveTo>
                      <a:pt x="321" y="0"/>
                    </a:moveTo>
                    <a:cubicBezTo>
                      <a:pt x="111" y="0"/>
                      <a:pt x="0" y="255"/>
                      <a:pt x="155" y="398"/>
                    </a:cubicBezTo>
                    <a:cubicBezTo>
                      <a:pt x="202" y="449"/>
                      <a:pt x="260" y="471"/>
                      <a:pt x="317"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1989;p42">
                <a:extLst>
                  <a:ext uri="{FF2B5EF4-FFF2-40B4-BE49-F238E27FC236}">
                    <a16:creationId xmlns:a16="http://schemas.microsoft.com/office/drawing/2014/main" id="{CFCF24D4-B062-65F8-396B-E1EF5E9B8A55}"/>
                  </a:ext>
                </a:extLst>
              </p:cNvPr>
              <p:cNvSpPr/>
              <p:nvPr/>
            </p:nvSpPr>
            <p:spPr>
              <a:xfrm>
                <a:off x="1637329" y="4280299"/>
                <a:ext cx="165224" cy="323495"/>
              </a:xfrm>
              <a:custGeom>
                <a:avLst/>
                <a:gdLst/>
                <a:ahLst/>
                <a:cxnLst/>
                <a:rect l="l" t="t" r="r" b="b"/>
                <a:pathLst>
                  <a:path w="808" h="1582" extrusionOk="0">
                    <a:moveTo>
                      <a:pt x="0" y="0"/>
                    </a:moveTo>
                    <a:cubicBezTo>
                      <a:pt x="420" y="12"/>
                      <a:pt x="763" y="365"/>
                      <a:pt x="763" y="786"/>
                    </a:cubicBezTo>
                    <a:cubicBezTo>
                      <a:pt x="763" y="1217"/>
                      <a:pt x="420" y="1560"/>
                      <a:pt x="0" y="1582"/>
                    </a:cubicBezTo>
                    <a:lnTo>
                      <a:pt x="55" y="1582"/>
                    </a:lnTo>
                    <a:cubicBezTo>
                      <a:pt x="475" y="1560"/>
                      <a:pt x="807" y="1217"/>
                      <a:pt x="807" y="786"/>
                    </a:cubicBezTo>
                    <a:cubicBezTo>
                      <a:pt x="807" y="365"/>
                      <a:pt x="475"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1990;p42">
                <a:extLst>
                  <a:ext uri="{FF2B5EF4-FFF2-40B4-BE49-F238E27FC236}">
                    <a16:creationId xmlns:a16="http://schemas.microsoft.com/office/drawing/2014/main" id="{71003D73-EFDC-A955-C5D1-2B2AB6AC80F5}"/>
                  </a:ext>
                </a:extLst>
              </p:cNvPr>
              <p:cNvSpPr/>
              <p:nvPr/>
            </p:nvSpPr>
            <p:spPr>
              <a:xfrm>
                <a:off x="1596432" y="4280299"/>
                <a:ext cx="201622" cy="323495"/>
              </a:xfrm>
              <a:custGeom>
                <a:avLst/>
                <a:gdLst/>
                <a:ahLst/>
                <a:cxnLst/>
                <a:rect l="l" t="t" r="r" b="b"/>
                <a:pathLst>
                  <a:path w="986" h="1582" extrusionOk="0">
                    <a:moveTo>
                      <a:pt x="1" y="0"/>
                    </a:moveTo>
                    <a:cubicBezTo>
                      <a:pt x="421" y="12"/>
                      <a:pt x="753" y="365"/>
                      <a:pt x="753" y="786"/>
                    </a:cubicBezTo>
                    <a:cubicBezTo>
                      <a:pt x="753" y="1217"/>
                      <a:pt x="421" y="1560"/>
                      <a:pt x="1" y="1582"/>
                    </a:cubicBezTo>
                    <a:lnTo>
                      <a:pt x="200" y="1582"/>
                    </a:lnTo>
                    <a:cubicBezTo>
                      <a:pt x="631" y="1582"/>
                      <a:pt x="985" y="1228"/>
                      <a:pt x="985" y="786"/>
                    </a:cubicBezTo>
                    <a:cubicBezTo>
                      <a:pt x="985" y="354"/>
                      <a:pt x="631"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1991;p42">
                <a:extLst>
                  <a:ext uri="{FF2B5EF4-FFF2-40B4-BE49-F238E27FC236}">
                    <a16:creationId xmlns:a16="http://schemas.microsoft.com/office/drawing/2014/main" id="{0D3DCE4D-BD7E-BEB5-0C6F-9F93E869825B}"/>
                  </a:ext>
                </a:extLst>
              </p:cNvPr>
              <p:cNvSpPr/>
              <p:nvPr/>
            </p:nvSpPr>
            <p:spPr>
              <a:xfrm>
                <a:off x="1580687" y="4280299"/>
                <a:ext cx="176675" cy="323495"/>
              </a:xfrm>
              <a:custGeom>
                <a:avLst/>
                <a:gdLst/>
                <a:ahLst/>
                <a:cxnLst/>
                <a:rect l="l" t="t" r="r" b="b"/>
                <a:pathLst>
                  <a:path w="864" h="1582" extrusionOk="0">
                    <a:moveTo>
                      <a:pt x="1" y="0"/>
                    </a:moveTo>
                    <a:cubicBezTo>
                      <a:pt x="421" y="12"/>
                      <a:pt x="764" y="365"/>
                      <a:pt x="764" y="786"/>
                    </a:cubicBezTo>
                    <a:cubicBezTo>
                      <a:pt x="764" y="1217"/>
                      <a:pt x="421" y="1560"/>
                      <a:pt x="1" y="1582"/>
                    </a:cubicBezTo>
                    <a:lnTo>
                      <a:pt x="78" y="1582"/>
                    </a:lnTo>
                    <a:cubicBezTo>
                      <a:pt x="509" y="1582"/>
                      <a:pt x="863" y="1228"/>
                      <a:pt x="863" y="786"/>
                    </a:cubicBezTo>
                    <a:cubicBezTo>
                      <a:pt x="863"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1992;p42">
                <a:extLst>
                  <a:ext uri="{FF2B5EF4-FFF2-40B4-BE49-F238E27FC236}">
                    <a16:creationId xmlns:a16="http://schemas.microsoft.com/office/drawing/2014/main" id="{8C817305-31A6-5731-11A1-48AE347D7ED9}"/>
                  </a:ext>
                </a:extLst>
              </p:cNvPr>
              <p:cNvSpPr/>
              <p:nvPr/>
            </p:nvSpPr>
            <p:spPr>
              <a:xfrm>
                <a:off x="1429776" y="4325286"/>
                <a:ext cx="166860" cy="233522"/>
              </a:xfrm>
              <a:custGeom>
                <a:avLst/>
                <a:gdLst/>
                <a:ahLst/>
                <a:cxnLst/>
                <a:rect l="l" t="t" r="r" b="b"/>
                <a:pathLst>
                  <a:path w="816" h="1142" extrusionOk="0">
                    <a:moveTo>
                      <a:pt x="752" y="0"/>
                    </a:moveTo>
                    <a:cubicBezTo>
                      <a:pt x="1" y="0"/>
                      <a:pt x="1" y="1142"/>
                      <a:pt x="752" y="1142"/>
                    </a:cubicBezTo>
                    <a:cubicBezTo>
                      <a:pt x="766" y="1142"/>
                      <a:pt x="780" y="1141"/>
                      <a:pt x="794" y="1141"/>
                    </a:cubicBezTo>
                    <a:lnTo>
                      <a:pt x="816" y="1141"/>
                    </a:lnTo>
                    <a:cubicBezTo>
                      <a:pt x="517" y="1129"/>
                      <a:pt x="274" y="875"/>
                      <a:pt x="274" y="566"/>
                    </a:cubicBezTo>
                    <a:cubicBezTo>
                      <a:pt x="274" y="267"/>
                      <a:pt x="517" y="13"/>
                      <a:pt x="816" y="2"/>
                    </a:cubicBezTo>
                    <a:lnTo>
                      <a:pt x="794" y="2"/>
                    </a:lnTo>
                    <a:cubicBezTo>
                      <a:pt x="780" y="1"/>
                      <a:pt x="766" y="0"/>
                      <a:pt x="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1993;p42">
                <a:extLst>
                  <a:ext uri="{FF2B5EF4-FFF2-40B4-BE49-F238E27FC236}">
                    <a16:creationId xmlns:a16="http://schemas.microsoft.com/office/drawing/2014/main" id="{4E5610DD-8032-ABA0-0FA3-41ED804961C6}"/>
                  </a:ext>
                </a:extLst>
              </p:cNvPr>
              <p:cNvSpPr/>
              <p:nvPr/>
            </p:nvSpPr>
            <p:spPr>
              <a:xfrm>
                <a:off x="1598886" y="4391130"/>
                <a:ext cx="70138" cy="97335"/>
              </a:xfrm>
              <a:custGeom>
                <a:avLst/>
                <a:gdLst/>
                <a:ahLst/>
                <a:cxnLst/>
                <a:rect l="l" t="t" r="r" b="b"/>
                <a:pathLst>
                  <a:path w="343" h="476" extrusionOk="0">
                    <a:moveTo>
                      <a:pt x="33" y="0"/>
                    </a:moveTo>
                    <a:lnTo>
                      <a:pt x="33" y="11"/>
                    </a:lnTo>
                    <a:lnTo>
                      <a:pt x="0" y="11"/>
                    </a:lnTo>
                    <a:cubicBezTo>
                      <a:pt x="276" y="45"/>
                      <a:pt x="276"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1994;p42">
                <a:extLst>
                  <a:ext uri="{FF2B5EF4-FFF2-40B4-BE49-F238E27FC236}">
                    <a16:creationId xmlns:a16="http://schemas.microsoft.com/office/drawing/2014/main" id="{8140D01E-C401-D828-E1BB-6058458C814F}"/>
                  </a:ext>
                </a:extLst>
              </p:cNvPr>
              <p:cNvSpPr/>
              <p:nvPr/>
            </p:nvSpPr>
            <p:spPr>
              <a:xfrm>
                <a:off x="1431412" y="4379679"/>
                <a:ext cx="377888" cy="45600"/>
              </a:xfrm>
              <a:custGeom>
                <a:avLst/>
                <a:gdLst/>
                <a:ahLst/>
                <a:cxnLst/>
                <a:rect l="l" t="t" r="r" b="b"/>
                <a:pathLst>
                  <a:path w="1848" h="223" extrusionOk="0">
                    <a:moveTo>
                      <a:pt x="56" y="1"/>
                    </a:moveTo>
                    <a:cubicBezTo>
                      <a:pt x="23" y="67"/>
                      <a:pt x="1" y="145"/>
                      <a:pt x="1" y="222"/>
                    </a:cubicBezTo>
                    <a:lnTo>
                      <a:pt x="1847" y="222"/>
                    </a:lnTo>
                    <a:cubicBezTo>
                      <a:pt x="1836" y="145"/>
                      <a:pt x="1814"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1995;p42">
                <a:extLst>
                  <a:ext uri="{FF2B5EF4-FFF2-40B4-BE49-F238E27FC236}">
                    <a16:creationId xmlns:a16="http://schemas.microsoft.com/office/drawing/2014/main" id="{C01F254D-54EC-D6F8-3DBC-7189A306C141}"/>
                  </a:ext>
                </a:extLst>
              </p:cNvPr>
              <p:cNvSpPr/>
              <p:nvPr/>
            </p:nvSpPr>
            <p:spPr>
              <a:xfrm>
                <a:off x="970296" y="4205661"/>
                <a:ext cx="965578" cy="174221"/>
              </a:xfrm>
              <a:custGeom>
                <a:avLst/>
                <a:gdLst/>
                <a:ahLst/>
                <a:cxnLst/>
                <a:rect l="l" t="t" r="r" b="b"/>
                <a:pathLst>
                  <a:path w="4722" h="852" extrusionOk="0">
                    <a:moveTo>
                      <a:pt x="0" y="1"/>
                    </a:moveTo>
                    <a:lnTo>
                      <a:pt x="0" y="852"/>
                    </a:lnTo>
                    <a:lnTo>
                      <a:pt x="4722" y="852"/>
                    </a:lnTo>
                    <a:lnTo>
                      <a:pt x="47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1996;p42">
                <a:extLst>
                  <a:ext uri="{FF2B5EF4-FFF2-40B4-BE49-F238E27FC236}">
                    <a16:creationId xmlns:a16="http://schemas.microsoft.com/office/drawing/2014/main" id="{4AE3864D-38E4-220A-2AEB-76C85885A9A9}"/>
                  </a:ext>
                </a:extLst>
              </p:cNvPr>
              <p:cNvSpPr/>
              <p:nvPr/>
            </p:nvSpPr>
            <p:spPr>
              <a:xfrm>
                <a:off x="1906229"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1997;p42">
                <a:extLst>
                  <a:ext uri="{FF2B5EF4-FFF2-40B4-BE49-F238E27FC236}">
                    <a16:creationId xmlns:a16="http://schemas.microsoft.com/office/drawing/2014/main" id="{A9FC637F-BC12-DFE5-56DF-B9C3EEA49F8E}"/>
                  </a:ext>
                </a:extLst>
              </p:cNvPr>
              <p:cNvSpPr/>
              <p:nvPr/>
            </p:nvSpPr>
            <p:spPr>
              <a:xfrm>
                <a:off x="2017060" y="3561325"/>
                <a:ext cx="13905" cy="246609"/>
              </a:xfrm>
              <a:custGeom>
                <a:avLst/>
                <a:gdLst/>
                <a:ahLst/>
                <a:cxnLst/>
                <a:rect l="l" t="t" r="r" b="b"/>
                <a:pathLst>
                  <a:path w="68" h="1206" extrusionOk="0">
                    <a:moveTo>
                      <a:pt x="1" y="0"/>
                    </a:moveTo>
                    <a:lnTo>
                      <a:pt x="1" y="1205"/>
                    </a:lnTo>
                    <a:lnTo>
                      <a:pt x="67" y="1205"/>
                    </a:lnTo>
                    <a:lnTo>
                      <a:pt x="67" y="0"/>
                    </a:lnTo>
                    <a:close/>
                  </a:path>
                </a:pathLst>
              </a:custGeom>
              <a:solidFill>
                <a:srgbClr val="B1D7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1998;p42">
                <a:extLst>
                  <a:ext uri="{FF2B5EF4-FFF2-40B4-BE49-F238E27FC236}">
                    <a16:creationId xmlns:a16="http://schemas.microsoft.com/office/drawing/2014/main" id="{A4DC0899-C8D6-C37A-15E2-9C4593A8AA6E}"/>
                  </a:ext>
                </a:extLst>
              </p:cNvPr>
              <p:cNvSpPr/>
              <p:nvPr/>
            </p:nvSpPr>
            <p:spPr>
              <a:xfrm>
                <a:off x="2417239" y="3561325"/>
                <a:ext cx="133733" cy="246609"/>
              </a:xfrm>
              <a:custGeom>
                <a:avLst/>
                <a:gdLst/>
                <a:ahLst/>
                <a:cxnLst/>
                <a:rect l="l" t="t" r="r" b="b"/>
                <a:pathLst>
                  <a:path w="654" h="1206" extrusionOk="0">
                    <a:moveTo>
                      <a:pt x="1" y="0"/>
                    </a:moveTo>
                    <a:cubicBezTo>
                      <a:pt x="45" y="0"/>
                      <a:pt x="89" y="33"/>
                      <a:pt x="111" y="78"/>
                    </a:cubicBezTo>
                    <a:lnTo>
                      <a:pt x="543" y="1017"/>
                    </a:lnTo>
                    <a:cubicBezTo>
                      <a:pt x="576" y="1106"/>
                      <a:pt x="521" y="1194"/>
                      <a:pt x="432" y="1205"/>
                    </a:cubicBezTo>
                    <a:lnTo>
                      <a:pt x="498" y="1205"/>
                    </a:lnTo>
                    <a:cubicBezTo>
                      <a:pt x="587" y="1194"/>
                      <a:pt x="653" y="1106"/>
                      <a:pt x="620" y="1017"/>
                    </a:cubicBezTo>
                    <a:lnTo>
                      <a:pt x="189" y="78"/>
                    </a:lnTo>
                    <a:cubicBezTo>
                      <a:pt x="167" y="33"/>
                      <a:pt x="123"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1999;p42">
                <a:extLst>
                  <a:ext uri="{FF2B5EF4-FFF2-40B4-BE49-F238E27FC236}">
                    <a16:creationId xmlns:a16="http://schemas.microsoft.com/office/drawing/2014/main" id="{88800D1F-E816-D081-C5FF-A6E83E37A6D3}"/>
                  </a:ext>
                </a:extLst>
              </p:cNvPr>
              <p:cNvSpPr/>
              <p:nvPr/>
            </p:nvSpPr>
            <p:spPr>
              <a:xfrm>
                <a:off x="2030761" y="3561325"/>
                <a:ext cx="504260" cy="246609"/>
              </a:xfrm>
              <a:custGeom>
                <a:avLst/>
                <a:gdLst/>
                <a:ahLst/>
                <a:cxnLst/>
                <a:rect l="l" t="t" r="r" b="b"/>
                <a:pathLst>
                  <a:path w="2466" h="1206" extrusionOk="0">
                    <a:moveTo>
                      <a:pt x="0" y="0"/>
                    </a:moveTo>
                    <a:lnTo>
                      <a:pt x="0" y="1205"/>
                    </a:lnTo>
                    <a:lnTo>
                      <a:pt x="2322" y="1205"/>
                    </a:lnTo>
                    <a:cubicBezTo>
                      <a:pt x="2411" y="1194"/>
                      <a:pt x="2466" y="1106"/>
                      <a:pt x="2433" y="1017"/>
                    </a:cubicBezTo>
                    <a:lnTo>
                      <a:pt x="2001" y="78"/>
                    </a:lnTo>
                    <a:cubicBezTo>
                      <a:pt x="1979" y="33"/>
                      <a:pt x="1935" y="0"/>
                      <a:pt x="18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2000;p42">
                <a:extLst>
                  <a:ext uri="{FF2B5EF4-FFF2-40B4-BE49-F238E27FC236}">
                    <a16:creationId xmlns:a16="http://schemas.microsoft.com/office/drawing/2014/main" id="{A188EBD7-E4FD-2334-19FD-629A2433B9D5}"/>
                  </a:ext>
                </a:extLst>
              </p:cNvPr>
              <p:cNvSpPr/>
              <p:nvPr/>
            </p:nvSpPr>
            <p:spPr>
              <a:xfrm>
                <a:off x="2048755" y="4205661"/>
                <a:ext cx="651489" cy="174221"/>
              </a:xfrm>
              <a:custGeom>
                <a:avLst/>
                <a:gdLst/>
                <a:ahLst/>
                <a:cxnLst/>
                <a:rect l="l" t="t" r="r" b="b"/>
                <a:pathLst>
                  <a:path w="3186" h="852" extrusionOk="0">
                    <a:moveTo>
                      <a:pt x="797" y="1"/>
                    </a:moveTo>
                    <a:lnTo>
                      <a:pt x="1" y="852"/>
                    </a:lnTo>
                    <a:lnTo>
                      <a:pt x="2168" y="852"/>
                    </a:lnTo>
                    <a:lnTo>
                      <a:pt x="31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2001;p42">
                <a:extLst>
                  <a:ext uri="{FF2B5EF4-FFF2-40B4-BE49-F238E27FC236}">
                    <a16:creationId xmlns:a16="http://schemas.microsoft.com/office/drawing/2014/main" id="{844B1395-A7CA-35F9-6FA0-685A03E79482}"/>
                  </a:ext>
                </a:extLst>
              </p:cNvPr>
              <p:cNvSpPr/>
              <p:nvPr/>
            </p:nvSpPr>
            <p:spPr>
              <a:xfrm>
                <a:off x="2089448" y="4379679"/>
                <a:ext cx="402631" cy="224116"/>
              </a:xfrm>
              <a:custGeom>
                <a:avLst/>
                <a:gdLst/>
                <a:ahLst/>
                <a:cxnLst/>
                <a:rect l="l" t="t" r="r" b="b"/>
                <a:pathLst>
                  <a:path w="1969" h="1096" extrusionOk="0">
                    <a:moveTo>
                      <a:pt x="1" y="1"/>
                    </a:moveTo>
                    <a:lnTo>
                      <a:pt x="1" y="1096"/>
                    </a:lnTo>
                    <a:lnTo>
                      <a:pt x="1969" y="1096"/>
                    </a:lnTo>
                    <a:lnTo>
                      <a:pt x="19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2002;p42">
                <a:extLst>
                  <a:ext uri="{FF2B5EF4-FFF2-40B4-BE49-F238E27FC236}">
                    <a16:creationId xmlns:a16="http://schemas.microsoft.com/office/drawing/2014/main" id="{05E18720-17F0-C179-B4D0-42E6A012BDFF}"/>
                  </a:ext>
                </a:extLst>
              </p:cNvPr>
              <p:cNvSpPr/>
              <p:nvPr/>
            </p:nvSpPr>
            <p:spPr>
              <a:xfrm>
                <a:off x="1553490"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2003;p42">
                <a:extLst>
                  <a:ext uri="{FF2B5EF4-FFF2-40B4-BE49-F238E27FC236}">
                    <a16:creationId xmlns:a16="http://schemas.microsoft.com/office/drawing/2014/main" id="{CE742B14-568A-0C5C-B71F-997DC826BBE9}"/>
                  </a:ext>
                </a:extLst>
              </p:cNvPr>
              <p:cNvSpPr/>
              <p:nvPr/>
            </p:nvSpPr>
            <p:spPr>
              <a:xfrm>
                <a:off x="-1795175" y="3337208"/>
                <a:ext cx="61346" cy="868652"/>
              </a:xfrm>
              <a:custGeom>
                <a:avLst/>
                <a:gdLst/>
                <a:ahLst/>
                <a:cxnLst/>
                <a:rect l="l" t="t" r="r" b="b"/>
                <a:pathLst>
                  <a:path w="300" h="4248" extrusionOk="0">
                    <a:moveTo>
                      <a:pt x="281" y="1"/>
                    </a:moveTo>
                    <a:cubicBezTo>
                      <a:pt x="124" y="1"/>
                      <a:pt x="1" y="140"/>
                      <a:pt x="1" y="300"/>
                    </a:cubicBezTo>
                    <a:lnTo>
                      <a:pt x="1" y="4248"/>
                    </a:lnTo>
                    <a:lnTo>
                      <a:pt x="299" y="4248"/>
                    </a:lnTo>
                    <a:lnTo>
                      <a:pt x="299" y="1"/>
                    </a:lnTo>
                    <a:cubicBezTo>
                      <a:pt x="293" y="1"/>
                      <a:pt x="287" y="1"/>
                      <a:pt x="2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2004;p42">
                <a:extLst>
                  <a:ext uri="{FF2B5EF4-FFF2-40B4-BE49-F238E27FC236}">
                    <a16:creationId xmlns:a16="http://schemas.microsoft.com/office/drawing/2014/main" id="{C700BBFF-51E3-D5AA-9263-44177AE8DB91}"/>
                  </a:ext>
                </a:extLst>
              </p:cNvPr>
              <p:cNvSpPr/>
              <p:nvPr/>
            </p:nvSpPr>
            <p:spPr>
              <a:xfrm>
                <a:off x="-1749984" y="3855172"/>
                <a:ext cx="3579510" cy="350692"/>
              </a:xfrm>
              <a:custGeom>
                <a:avLst/>
                <a:gdLst/>
                <a:ahLst/>
                <a:cxnLst/>
                <a:rect l="l" t="t" r="r" b="b"/>
                <a:pathLst>
                  <a:path w="17505" h="1715" extrusionOk="0">
                    <a:moveTo>
                      <a:pt x="1" y="1"/>
                    </a:moveTo>
                    <a:lnTo>
                      <a:pt x="1" y="1372"/>
                    </a:lnTo>
                    <a:lnTo>
                      <a:pt x="1" y="1715"/>
                    </a:lnTo>
                    <a:lnTo>
                      <a:pt x="17505" y="1715"/>
                    </a:lnTo>
                    <a:lnTo>
                      <a:pt x="17505" y="1372"/>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2005;p42">
                <a:extLst>
                  <a:ext uri="{FF2B5EF4-FFF2-40B4-BE49-F238E27FC236}">
                    <a16:creationId xmlns:a16="http://schemas.microsoft.com/office/drawing/2014/main" id="{3BCD2E2A-4368-BC61-D237-8D919EC66064}"/>
                  </a:ext>
                </a:extLst>
              </p:cNvPr>
              <p:cNvSpPr/>
              <p:nvPr/>
            </p:nvSpPr>
            <p:spPr>
              <a:xfrm>
                <a:off x="1829342" y="3204087"/>
                <a:ext cx="486470" cy="1001772"/>
              </a:xfrm>
              <a:custGeom>
                <a:avLst/>
                <a:gdLst/>
                <a:ahLst/>
                <a:cxnLst/>
                <a:rect l="l" t="t" r="r" b="b"/>
                <a:pathLst>
                  <a:path w="2379" h="4899" extrusionOk="0">
                    <a:moveTo>
                      <a:pt x="1" y="0"/>
                    </a:moveTo>
                    <a:lnTo>
                      <a:pt x="1" y="4899"/>
                    </a:lnTo>
                    <a:lnTo>
                      <a:pt x="2378" y="4899"/>
                    </a:lnTo>
                    <a:lnTo>
                      <a:pt x="2378" y="3981"/>
                    </a:lnTo>
                    <a:lnTo>
                      <a:pt x="4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2006;p42">
                <a:extLst>
                  <a:ext uri="{FF2B5EF4-FFF2-40B4-BE49-F238E27FC236}">
                    <a16:creationId xmlns:a16="http://schemas.microsoft.com/office/drawing/2014/main" id="{98773AC3-0076-5F49-34BA-AA97CB68A3E2}"/>
                  </a:ext>
                </a:extLst>
              </p:cNvPr>
              <p:cNvSpPr/>
              <p:nvPr/>
            </p:nvSpPr>
            <p:spPr>
              <a:xfrm>
                <a:off x="-1749984" y="3466239"/>
                <a:ext cx="3579510" cy="416331"/>
              </a:xfrm>
              <a:custGeom>
                <a:avLst/>
                <a:gdLst/>
                <a:ahLst/>
                <a:cxnLst/>
                <a:rect l="l" t="t" r="r" b="b"/>
                <a:pathLst>
                  <a:path w="17505" h="2036" extrusionOk="0">
                    <a:moveTo>
                      <a:pt x="1" y="1"/>
                    </a:moveTo>
                    <a:lnTo>
                      <a:pt x="1" y="2035"/>
                    </a:lnTo>
                    <a:lnTo>
                      <a:pt x="17505" y="2035"/>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2007;p42">
                <a:extLst>
                  <a:ext uri="{FF2B5EF4-FFF2-40B4-BE49-F238E27FC236}">
                    <a16:creationId xmlns:a16="http://schemas.microsoft.com/office/drawing/2014/main" id="{8A10D388-5165-74CD-5E6D-906ADBAD4939}"/>
                  </a:ext>
                </a:extLst>
              </p:cNvPr>
              <p:cNvSpPr/>
              <p:nvPr/>
            </p:nvSpPr>
            <p:spPr>
              <a:xfrm>
                <a:off x="-1749984" y="3204087"/>
                <a:ext cx="3579510" cy="262354"/>
              </a:xfrm>
              <a:custGeom>
                <a:avLst/>
                <a:gdLst/>
                <a:ahLst/>
                <a:cxnLst/>
                <a:rect l="l" t="t" r="r" b="b"/>
                <a:pathLst>
                  <a:path w="17505" h="1283" extrusionOk="0">
                    <a:moveTo>
                      <a:pt x="299" y="0"/>
                    </a:moveTo>
                    <a:cubicBezTo>
                      <a:pt x="133" y="0"/>
                      <a:pt x="1" y="144"/>
                      <a:pt x="1" y="310"/>
                    </a:cubicBezTo>
                    <a:lnTo>
                      <a:pt x="1" y="1283"/>
                    </a:lnTo>
                    <a:lnTo>
                      <a:pt x="17505" y="1283"/>
                    </a:lnTo>
                    <a:lnTo>
                      <a:pt x="175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2008;p42">
                <a:extLst>
                  <a:ext uri="{FF2B5EF4-FFF2-40B4-BE49-F238E27FC236}">
                    <a16:creationId xmlns:a16="http://schemas.microsoft.com/office/drawing/2014/main" id="{D0E1ADFE-860C-C1A4-32F5-B107B5755C58}"/>
                  </a:ext>
                </a:extLst>
              </p:cNvPr>
              <p:cNvSpPr/>
              <p:nvPr/>
            </p:nvSpPr>
            <p:spPr>
              <a:xfrm>
                <a:off x="-1749984" y="3855172"/>
                <a:ext cx="3579510" cy="56847"/>
              </a:xfrm>
              <a:custGeom>
                <a:avLst/>
                <a:gdLst/>
                <a:ahLst/>
                <a:cxnLst/>
                <a:rect l="l" t="t" r="r" b="b"/>
                <a:pathLst>
                  <a:path w="17505" h="278" extrusionOk="0">
                    <a:moveTo>
                      <a:pt x="1" y="1"/>
                    </a:moveTo>
                    <a:lnTo>
                      <a:pt x="1" y="277"/>
                    </a:lnTo>
                    <a:lnTo>
                      <a:pt x="17505" y="277"/>
                    </a:lnTo>
                    <a:lnTo>
                      <a:pt x="175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2009;p42">
                <a:extLst>
                  <a:ext uri="{FF2B5EF4-FFF2-40B4-BE49-F238E27FC236}">
                    <a16:creationId xmlns:a16="http://schemas.microsoft.com/office/drawing/2014/main" id="{254A07F3-374A-199C-214F-8E5E531DA740}"/>
                  </a:ext>
                </a:extLst>
              </p:cNvPr>
              <p:cNvSpPr/>
              <p:nvPr/>
            </p:nvSpPr>
            <p:spPr>
              <a:xfrm>
                <a:off x="-1749984" y="4146974"/>
                <a:ext cx="3579510" cy="58892"/>
              </a:xfrm>
              <a:custGeom>
                <a:avLst/>
                <a:gdLst/>
                <a:ahLst/>
                <a:cxnLst/>
                <a:rect l="l" t="t" r="r" b="b"/>
                <a:pathLst>
                  <a:path w="17505" h="288" extrusionOk="0">
                    <a:moveTo>
                      <a:pt x="1" y="0"/>
                    </a:moveTo>
                    <a:lnTo>
                      <a:pt x="1" y="288"/>
                    </a:lnTo>
                    <a:lnTo>
                      <a:pt x="17505" y="288"/>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2010;p42">
                <a:extLst>
                  <a:ext uri="{FF2B5EF4-FFF2-40B4-BE49-F238E27FC236}">
                    <a16:creationId xmlns:a16="http://schemas.microsoft.com/office/drawing/2014/main" id="{47BAE8DC-988B-12F2-5FCE-B8E20DBE6C21}"/>
                  </a:ext>
                </a:extLst>
              </p:cNvPr>
              <p:cNvSpPr/>
              <p:nvPr/>
            </p:nvSpPr>
            <p:spPr>
              <a:xfrm>
                <a:off x="-1749984" y="3403052"/>
                <a:ext cx="3579510" cy="63390"/>
              </a:xfrm>
              <a:custGeom>
                <a:avLst/>
                <a:gdLst/>
                <a:ahLst/>
                <a:cxnLst/>
                <a:rect l="l" t="t" r="r" b="b"/>
                <a:pathLst>
                  <a:path w="17505" h="310" extrusionOk="0">
                    <a:moveTo>
                      <a:pt x="1" y="0"/>
                    </a:moveTo>
                    <a:lnTo>
                      <a:pt x="1" y="310"/>
                    </a:lnTo>
                    <a:lnTo>
                      <a:pt x="17505" y="310"/>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2011;p42">
                <a:extLst>
                  <a:ext uri="{FF2B5EF4-FFF2-40B4-BE49-F238E27FC236}">
                    <a16:creationId xmlns:a16="http://schemas.microsoft.com/office/drawing/2014/main" id="{B4079329-5256-ACAC-D36B-E333B7D593F6}"/>
                  </a:ext>
                </a:extLst>
              </p:cNvPr>
              <p:cNvSpPr/>
              <p:nvPr/>
            </p:nvSpPr>
            <p:spPr>
              <a:xfrm>
                <a:off x="1829342" y="4146974"/>
                <a:ext cx="486470" cy="58892"/>
              </a:xfrm>
              <a:custGeom>
                <a:avLst/>
                <a:gdLst/>
                <a:ahLst/>
                <a:cxnLst/>
                <a:rect l="l" t="t" r="r" b="b"/>
                <a:pathLst>
                  <a:path w="2379" h="288" extrusionOk="0">
                    <a:moveTo>
                      <a:pt x="1" y="0"/>
                    </a:moveTo>
                    <a:lnTo>
                      <a:pt x="1" y="288"/>
                    </a:lnTo>
                    <a:lnTo>
                      <a:pt x="2378" y="288"/>
                    </a:lnTo>
                    <a:lnTo>
                      <a:pt x="23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2012;p42">
                <a:extLst>
                  <a:ext uri="{FF2B5EF4-FFF2-40B4-BE49-F238E27FC236}">
                    <a16:creationId xmlns:a16="http://schemas.microsoft.com/office/drawing/2014/main" id="{D700B11B-736B-05B2-D89D-FCC4EC7237A0}"/>
                  </a:ext>
                </a:extLst>
              </p:cNvPr>
              <p:cNvSpPr/>
              <p:nvPr/>
            </p:nvSpPr>
            <p:spPr>
              <a:xfrm>
                <a:off x="1829342" y="4205661"/>
                <a:ext cx="486470" cy="174221"/>
              </a:xfrm>
              <a:custGeom>
                <a:avLst/>
                <a:gdLst/>
                <a:ahLst/>
                <a:cxnLst/>
                <a:rect l="l" t="t" r="r" b="b"/>
                <a:pathLst>
                  <a:path w="2379" h="852" extrusionOk="0">
                    <a:moveTo>
                      <a:pt x="1" y="1"/>
                    </a:moveTo>
                    <a:lnTo>
                      <a:pt x="1" y="852"/>
                    </a:lnTo>
                    <a:lnTo>
                      <a:pt x="1372" y="852"/>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2013;p42">
                <a:extLst>
                  <a:ext uri="{FF2B5EF4-FFF2-40B4-BE49-F238E27FC236}">
                    <a16:creationId xmlns:a16="http://schemas.microsoft.com/office/drawing/2014/main" id="{3F53BE32-F6DC-C746-BEFF-1AE87FFF5F42}"/>
                  </a:ext>
                </a:extLst>
              </p:cNvPr>
              <p:cNvSpPr/>
              <p:nvPr/>
            </p:nvSpPr>
            <p:spPr>
              <a:xfrm>
                <a:off x="1829342" y="4379679"/>
                <a:ext cx="280758" cy="135983"/>
              </a:xfrm>
              <a:custGeom>
                <a:avLst/>
                <a:gdLst/>
                <a:ahLst/>
                <a:cxnLst/>
                <a:rect l="l" t="t" r="r" b="b"/>
                <a:pathLst>
                  <a:path w="1373" h="665" extrusionOk="0">
                    <a:moveTo>
                      <a:pt x="1" y="1"/>
                    </a:moveTo>
                    <a:lnTo>
                      <a:pt x="1" y="664"/>
                    </a:lnTo>
                    <a:lnTo>
                      <a:pt x="1372" y="664"/>
                    </a:lnTo>
                    <a:lnTo>
                      <a:pt x="13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2014;p42">
                <a:extLst>
                  <a:ext uri="{FF2B5EF4-FFF2-40B4-BE49-F238E27FC236}">
                    <a16:creationId xmlns:a16="http://schemas.microsoft.com/office/drawing/2014/main" id="{BEAF8300-746F-2D6F-48A4-68583B5B652D}"/>
                  </a:ext>
                </a:extLst>
              </p:cNvPr>
              <p:cNvSpPr/>
              <p:nvPr/>
            </p:nvSpPr>
            <p:spPr>
              <a:xfrm>
                <a:off x="1987614" y="4515458"/>
                <a:ext cx="122487" cy="88338"/>
              </a:xfrm>
              <a:custGeom>
                <a:avLst/>
                <a:gdLst/>
                <a:ahLst/>
                <a:cxnLst/>
                <a:rect l="l" t="t" r="r" b="b"/>
                <a:pathLst>
                  <a:path w="599" h="432" extrusionOk="0">
                    <a:moveTo>
                      <a:pt x="1" y="0"/>
                    </a:moveTo>
                    <a:lnTo>
                      <a:pt x="1" y="432"/>
                    </a:lnTo>
                    <a:lnTo>
                      <a:pt x="598" y="432"/>
                    </a:lnTo>
                    <a:lnTo>
                      <a:pt x="5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2015;p42">
                <a:extLst>
                  <a:ext uri="{FF2B5EF4-FFF2-40B4-BE49-F238E27FC236}">
                    <a16:creationId xmlns:a16="http://schemas.microsoft.com/office/drawing/2014/main" id="{DF33FAFA-4014-899A-4F48-795BE6949013}"/>
                  </a:ext>
                </a:extLst>
              </p:cNvPr>
              <p:cNvSpPr/>
              <p:nvPr/>
            </p:nvSpPr>
            <p:spPr>
              <a:xfrm>
                <a:off x="-501800" y="4379679"/>
                <a:ext cx="1472292" cy="224116"/>
              </a:xfrm>
              <a:custGeom>
                <a:avLst/>
                <a:gdLst/>
                <a:ahLst/>
                <a:cxnLst/>
                <a:rect l="l" t="t" r="r" b="b"/>
                <a:pathLst>
                  <a:path w="7200" h="1096" extrusionOk="0">
                    <a:moveTo>
                      <a:pt x="1" y="1"/>
                    </a:moveTo>
                    <a:lnTo>
                      <a:pt x="1" y="1096"/>
                    </a:lnTo>
                    <a:lnTo>
                      <a:pt x="7199" y="1096"/>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2016;p42">
                <a:extLst>
                  <a:ext uri="{FF2B5EF4-FFF2-40B4-BE49-F238E27FC236}">
                    <a16:creationId xmlns:a16="http://schemas.microsoft.com/office/drawing/2014/main" id="{4EA88A9C-5EB1-A3DC-0F5D-4C24AB0B71BF}"/>
                  </a:ext>
                </a:extLst>
              </p:cNvPr>
              <p:cNvSpPr/>
              <p:nvPr/>
            </p:nvSpPr>
            <p:spPr>
              <a:xfrm>
                <a:off x="-1749984" y="4379679"/>
                <a:ext cx="144980" cy="224116"/>
              </a:xfrm>
              <a:custGeom>
                <a:avLst/>
                <a:gdLst/>
                <a:ahLst/>
                <a:cxnLst/>
                <a:rect l="l" t="t" r="r" b="b"/>
                <a:pathLst>
                  <a:path w="709" h="1096" extrusionOk="0">
                    <a:moveTo>
                      <a:pt x="1" y="1"/>
                    </a:moveTo>
                    <a:lnTo>
                      <a:pt x="1" y="653"/>
                    </a:lnTo>
                    <a:lnTo>
                      <a:pt x="432" y="1096"/>
                    </a:lnTo>
                    <a:lnTo>
                      <a:pt x="708" y="1096"/>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2017;p42">
                <a:extLst>
                  <a:ext uri="{FF2B5EF4-FFF2-40B4-BE49-F238E27FC236}">
                    <a16:creationId xmlns:a16="http://schemas.microsoft.com/office/drawing/2014/main" id="{A612CC89-6EA8-6BDA-D152-27D73D168A1A}"/>
                  </a:ext>
                </a:extLst>
              </p:cNvPr>
              <p:cNvSpPr/>
              <p:nvPr/>
            </p:nvSpPr>
            <p:spPr>
              <a:xfrm>
                <a:off x="-1607457" y="3348659"/>
                <a:ext cx="29650" cy="27401"/>
              </a:xfrm>
              <a:custGeom>
                <a:avLst/>
                <a:gdLst/>
                <a:ahLst/>
                <a:cxnLst/>
                <a:rect l="l" t="t" r="r" b="b"/>
                <a:pathLst>
                  <a:path w="145" h="134" extrusionOk="0">
                    <a:moveTo>
                      <a:pt x="0" y="1"/>
                    </a:moveTo>
                    <a:lnTo>
                      <a:pt x="0" y="133"/>
                    </a:lnTo>
                    <a:lnTo>
                      <a:pt x="144" y="133"/>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2018;p42">
                <a:extLst>
                  <a:ext uri="{FF2B5EF4-FFF2-40B4-BE49-F238E27FC236}">
                    <a16:creationId xmlns:a16="http://schemas.microsoft.com/office/drawing/2014/main" id="{C1BA628A-4767-48F2-D184-30B646763734}"/>
                  </a:ext>
                </a:extLst>
              </p:cNvPr>
              <p:cNvSpPr/>
              <p:nvPr/>
            </p:nvSpPr>
            <p:spPr>
              <a:xfrm>
                <a:off x="-1607457" y="3292221"/>
                <a:ext cx="29650" cy="27197"/>
              </a:xfrm>
              <a:custGeom>
                <a:avLst/>
                <a:gdLst/>
                <a:ahLst/>
                <a:cxnLst/>
                <a:rect l="l" t="t" r="r" b="b"/>
                <a:pathLst>
                  <a:path w="145" h="133" extrusionOk="0">
                    <a:moveTo>
                      <a:pt x="0" y="0"/>
                    </a:moveTo>
                    <a:lnTo>
                      <a:pt x="0" y="133"/>
                    </a:lnTo>
                    <a:lnTo>
                      <a:pt x="144" y="133"/>
                    </a:lnTo>
                    <a:lnTo>
                      <a:pt x="14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2019;p42">
                <a:extLst>
                  <a:ext uri="{FF2B5EF4-FFF2-40B4-BE49-F238E27FC236}">
                    <a16:creationId xmlns:a16="http://schemas.microsoft.com/office/drawing/2014/main" id="{140E13B5-717A-E7F2-EFF7-F7402760AB1B}"/>
                  </a:ext>
                </a:extLst>
              </p:cNvPr>
              <p:cNvSpPr/>
              <p:nvPr/>
            </p:nvSpPr>
            <p:spPr>
              <a:xfrm>
                <a:off x="-1607457" y="3235578"/>
                <a:ext cx="29650" cy="29650"/>
              </a:xfrm>
              <a:custGeom>
                <a:avLst/>
                <a:gdLst/>
                <a:ahLst/>
                <a:cxnLst/>
                <a:rect l="l" t="t" r="r" b="b"/>
                <a:pathLst>
                  <a:path w="145" h="145" extrusionOk="0">
                    <a:moveTo>
                      <a:pt x="0" y="1"/>
                    </a:moveTo>
                    <a:lnTo>
                      <a:pt x="0" y="145"/>
                    </a:lnTo>
                    <a:lnTo>
                      <a:pt x="144" y="145"/>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2020;p42">
                <a:extLst>
                  <a:ext uri="{FF2B5EF4-FFF2-40B4-BE49-F238E27FC236}">
                    <a16:creationId xmlns:a16="http://schemas.microsoft.com/office/drawing/2014/main" id="{821E5E10-37A9-60FA-97ED-B73BC2D4E21A}"/>
                  </a:ext>
                </a:extLst>
              </p:cNvPr>
              <p:cNvSpPr/>
              <p:nvPr/>
            </p:nvSpPr>
            <p:spPr>
              <a:xfrm>
                <a:off x="-1575761" y="3348659"/>
                <a:ext cx="303047" cy="27401"/>
              </a:xfrm>
              <a:custGeom>
                <a:avLst/>
                <a:gdLst/>
                <a:ahLst/>
                <a:cxnLst/>
                <a:rect l="l" t="t" r="r" b="b"/>
                <a:pathLst>
                  <a:path w="1482" h="134" extrusionOk="0">
                    <a:moveTo>
                      <a:pt x="0" y="1"/>
                    </a:moveTo>
                    <a:lnTo>
                      <a:pt x="0" y="133"/>
                    </a:lnTo>
                    <a:lnTo>
                      <a:pt x="1482" y="133"/>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2021;p42">
                <a:extLst>
                  <a:ext uri="{FF2B5EF4-FFF2-40B4-BE49-F238E27FC236}">
                    <a16:creationId xmlns:a16="http://schemas.microsoft.com/office/drawing/2014/main" id="{64653A95-27BF-6D5E-CD91-95929C510DC3}"/>
                  </a:ext>
                </a:extLst>
              </p:cNvPr>
              <p:cNvSpPr/>
              <p:nvPr/>
            </p:nvSpPr>
            <p:spPr>
              <a:xfrm>
                <a:off x="-1575761" y="3292221"/>
                <a:ext cx="303047" cy="27197"/>
              </a:xfrm>
              <a:custGeom>
                <a:avLst/>
                <a:gdLst/>
                <a:ahLst/>
                <a:cxnLst/>
                <a:rect l="l" t="t" r="r" b="b"/>
                <a:pathLst>
                  <a:path w="1482" h="133" extrusionOk="0">
                    <a:moveTo>
                      <a:pt x="0" y="0"/>
                    </a:moveTo>
                    <a:lnTo>
                      <a:pt x="0" y="133"/>
                    </a:lnTo>
                    <a:lnTo>
                      <a:pt x="1482" y="133"/>
                    </a:lnTo>
                    <a:lnTo>
                      <a:pt x="1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2022;p42">
                <a:extLst>
                  <a:ext uri="{FF2B5EF4-FFF2-40B4-BE49-F238E27FC236}">
                    <a16:creationId xmlns:a16="http://schemas.microsoft.com/office/drawing/2014/main" id="{2DA19989-ABD9-B763-11B2-096C7FDC97F0}"/>
                  </a:ext>
                </a:extLst>
              </p:cNvPr>
              <p:cNvSpPr/>
              <p:nvPr/>
            </p:nvSpPr>
            <p:spPr>
              <a:xfrm>
                <a:off x="-1575761" y="3235578"/>
                <a:ext cx="303047" cy="29650"/>
              </a:xfrm>
              <a:custGeom>
                <a:avLst/>
                <a:gdLst/>
                <a:ahLst/>
                <a:cxnLst/>
                <a:rect l="l" t="t" r="r" b="b"/>
                <a:pathLst>
                  <a:path w="1482" h="145" extrusionOk="0">
                    <a:moveTo>
                      <a:pt x="0" y="1"/>
                    </a:moveTo>
                    <a:lnTo>
                      <a:pt x="0" y="145"/>
                    </a:lnTo>
                    <a:lnTo>
                      <a:pt x="1482" y="145"/>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2023;p42">
                <a:extLst>
                  <a:ext uri="{FF2B5EF4-FFF2-40B4-BE49-F238E27FC236}">
                    <a16:creationId xmlns:a16="http://schemas.microsoft.com/office/drawing/2014/main" id="{1E753818-83E4-121D-6679-B1921744BD9A}"/>
                  </a:ext>
                </a:extLst>
              </p:cNvPr>
              <p:cNvSpPr/>
              <p:nvPr/>
            </p:nvSpPr>
            <p:spPr>
              <a:xfrm>
                <a:off x="-969869"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2024;p42">
                <a:extLst>
                  <a:ext uri="{FF2B5EF4-FFF2-40B4-BE49-F238E27FC236}">
                    <a16:creationId xmlns:a16="http://schemas.microsoft.com/office/drawing/2014/main" id="{2DC88C1B-7098-EFEF-44AA-41895E026A2B}"/>
                  </a:ext>
                </a:extLst>
              </p:cNvPr>
              <p:cNvSpPr/>
              <p:nvPr/>
            </p:nvSpPr>
            <p:spPr>
              <a:xfrm>
                <a:off x="-978866"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2025;p42">
                <a:extLst>
                  <a:ext uri="{FF2B5EF4-FFF2-40B4-BE49-F238E27FC236}">
                    <a16:creationId xmlns:a16="http://schemas.microsoft.com/office/drawing/2014/main" id="{79E91EF9-3C7D-026B-6B51-C7FC94960F93}"/>
                  </a:ext>
                </a:extLst>
              </p:cNvPr>
              <p:cNvSpPr/>
              <p:nvPr/>
            </p:nvSpPr>
            <p:spPr>
              <a:xfrm>
                <a:off x="-307334"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2026;p42">
                <a:extLst>
                  <a:ext uri="{FF2B5EF4-FFF2-40B4-BE49-F238E27FC236}">
                    <a16:creationId xmlns:a16="http://schemas.microsoft.com/office/drawing/2014/main" id="{E737EE4A-D878-F1FB-7B81-DEB1A6A6F847}"/>
                  </a:ext>
                </a:extLst>
              </p:cNvPr>
              <p:cNvSpPr/>
              <p:nvPr/>
            </p:nvSpPr>
            <p:spPr>
              <a:xfrm>
                <a:off x="-316331"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2027;p42">
                <a:extLst>
                  <a:ext uri="{FF2B5EF4-FFF2-40B4-BE49-F238E27FC236}">
                    <a16:creationId xmlns:a16="http://schemas.microsoft.com/office/drawing/2014/main" id="{65068DA1-16F2-D4FD-158D-806515E781DF}"/>
                  </a:ext>
                </a:extLst>
              </p:cNvPr>
              <p:cNvSpPr/>
              <p:nvPr/>
            </p:nvSpPr>
            <p:spPr>
              <a:xfrm>
                <a:off x="357451"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2028;p42">
                <a:extLst>
                  <a:ext uri="{FF2B5EF4-FFF2-40B4-BE49-F238E27FC236}">
                    <a16:creationId xmlns:a16="http://schemas.microsoft.com/office/drawing/2014/main" id="{F682E70E-2835-B485-6CE5-A5C54118199B}"/>
                  </a:ext>
                </a:extLst>
              </p:cNvPr>
              <p:cNvSpPr/>
              <p:nvPr/>
            </p:nvSpPr>
            <p:spPr>
              <a:xfrm>
                <a:off x="346204"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2029;p42">
                <a:extLst>
                  <a:ext uri="{FF2B5EF4-FFF2-40B4-BE49-F238E27FC236}">
                    <a16:creationId xmlns:a16="http://schemas.microsoft.com/office/drawing/2014/main" id="{2D5B7598-EA30-EDF2-447C-60D33CF1E33C}"/>
                  </a:ext>
                </a:extLst>
              </p:cNvPr>
              <p:cNvSpPr/>
              <p:nvPr/>
            </p:nvSpPr>
            <p:spPr>
              <a:xfrm>
                <a:off x="1019986"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2030;p42">
                <a:extLst>
                  <a:ext uri="{FF2B5EF4-FFF2-40B4-BE49-F238E27FC236}">
                    <a16:creationId xmlns:a16="http://schemas.microsoft.com/office/drawing/2014/main" id="{9871F72D-CBAE-3263-D993-464FE70526B5}"/>
                  </a:ext>
                </a:extLst>
              </p:cNvPr>
              <p:cNvSpPr/>
              <p:nvPr/>
            </p:nvSpPr>
            <p:spPr>
              <a:xfrm>
                <a:off x="1008739"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2031;p42">
                <a:extLst>
                  <a:ext uri="{FF2B5EF4-FFF2-40B4-BE49-F238E27FC236}">
                    <a16:creationId xmlns:a16="http://schemas.microsoft.com/office/drawing/2014/main" id="{174F335F-C0EE-1F1E-A3A9-F60FE2BD93C6}"/>
                  </a:ext>
                </a:extLst>
              </p:cNvPr>
              <p:cNvSpPr/>
              <p:nvPr/>
            </p:nvSpPr>
            <p:spPr>
              <a:xfrm>
                <a:off x="970296" y="4205661"/>
                <a:ext cx="859246" cy="54393"/>
              </a:xfrm>
              <a:custGeom>
                <a:avLst/>
                <a:gdLst/>
                <a:ahLst/>
                <a:cxnLst/>
                <a:rect l="l" t="t" r="r" b="b"/>
                <a:pathLst>
                  <a:path w="4202" h="266" extrusionOk="0">
                    <a:moveTo>
                      <a:pt x="0" y="1"/>
                    </a:moveTo>
                    <a:lnTo>
                      <a:pt x="0" y="266"/>
                    </a:lnTo>
                    <a:lnTo>
                      <a:pt x="4202" y="266"/>
                    </a:lnTo>
                    <a:lnTo>
                      <a:pt x="42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2032;p42">
                <a:extLst>
                  <a:ext uri="{FF2B5EF4-FFF2-40B4-BE49-F238E27FC236}">
                    <a16:creationId xmlns:a16="http://schemas.microsoft.com/office/drawing/2014/main" id="{BF981D3A-E416-5CE2-3B5E-F5BA441E7048}"/>
                  </a:ext>
                </a:extLst>
              </p:cNvPr>
              <p:cNvSpPr/>
              <p:nvPr/>
            </p:nvSpPr>
            <p:spPr>
              <a:xfrm>
                <a:off x="1666571" y="3154192"/>
                <a:ext cx="27401" cy="50099"/>
              </a:xfrm>
              <a:custGeom>
                <a:avLst/>
                <a:gdLst/>
                <a:ahLst/>
                <a:cxnLst/>
                <a:rect l="l" t="t" r="r" b="b"/>
                <a:pathLst>
                  <a:path w="134" h="245" extrusionOk="0">
                    <a:moveTo>
                      <a:pt x="1" y="1"/>
                    </a:moveTo>
                    <a:lnTo>
                      <a:pt x="1" y="244"/>
                    </a:lnTo>
                    <a:lnTo>
                      <a:pt x="133" y="244"/>
                    </a:lnTo>
                    <a:lnTo>
                      <a:pt x="13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2033;p42">
                <a:extLst>
                  <a:ext uri="{FF2B5EF4-FFF2-40B4-BE49-F238E27FC236}">
                    <a16:creationId xmlns:a16="http://schemas.microsoft.com/office/drawing/2014/main" id="{91A322EA-6554-0EC5-E760-8DD8D28BE048}"/>
                  </a:ext>
                </a:extLst>
              </p:cNvPr>
              <p:cNvSpPr/>
              <p:nvPr/>
            </p:nvSpPr>
            <p:spPr>
              <a:xfrm>
                <a:off x="1438160"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2034;p42">
                <a:extLst>
                  <a:ext uri="{FF2B5EF4-FFF2-40B4-BE49-F238E27FC236}">
                    <a16:creationId xmlns:a16="http://schemas.microsoft.com/office/drawing/2014/main" id="{DBCE1A06-E4D2-F2C8-2613-FABF43E9204B}"/>
                  </a:ext>
                </a:extLst>
              </p:cNvPr>
              <p:cNvSpPr/>
              <p:nvPr/>
            </p:nvSpPr>
            <p:spPr>
              <a:xfrm>
                <a:off x="1567191" y="3154192"/>
                <a:ext cx="24947" cy="99789"/>
              </a:xfrm>
              <a:custGeom>
                <a:avLst/>
                <a:gdLst/>
                <a:ahLst/>
                <a:cxnLst/>
                <a:rect l="l" t="t" r="r" b="b"/>
                <a:pathLst>
                  <a:path w="122" h="488" extrusionOk="0">
                    <a:moveTo>
                      <a:pt x="0" y="1"/>
                    </a:moveTo>
                    <a:lnTo>
                      <a:pt x="0" y="487"/>
                    </a:lnTo>
                    <a:lnTo>
                      <a:pt x="122" y="487"/>
                    </a:lnTo>
                    <a:lnTo>
                      <a:pt x="12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2035;p42">
                <a:extLst>
                  <a:ext uri="{FF2B5EF4-FFF2-40B4-BE49-F238E27FC236}">
                    <a16:creationId xmlns:a16="http://schemas.microsoft.com/office/drawing/2014/main" id="{D6A5E6D9-466E-079E-4F4F-CF3EF1B033E2}"/>
                  </a:ext>
                </a:extLst>
              </p:cNvPr>
              <p:cNvSpPr/>
              <p:nvPr/>
            </p:nvSpPr>
            <p:spPr>
              <a:xfrm>
                <a:off x="1591933"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2036;p42">
                <a:extLst>
                  <a:ext uri="{FF2B5EF4-FFF2-40B4-BE49-F238E27FC236}">
                    <a16:creationId xmlns:a16="http://schemas.microsoft.com/office/drawing/2014/main" id="{33444616-B138-B19E-6004-C91CA311792F}"/>
                  </a:ext>
                </a:extLst>
              </p:cNvPr>
              <p:cNvSpPr/>
              <p:nvPr/>
            </p:nvSpPr>
            <p:spPr>
              <a:xfrm>
                <a:off x="138037" y="3154192"/>
                <a:ext cx="25152" cy="50099"/>
              </a:xfrm>
              <a:custGeom>
                <a:avLst/>
                <a:gdLst/>
                <a:ahLst/>
                <a:cxnLst/>
                <a:rect l="l" t="t" r="r" b="b"/>
                <a:pathLst>
                  <a:path w="123" h="245" extrusionOk="0">
                    <a:moveTo>
                      <a:pt x="1" y="1"/>
                    </a:moveTo>
                    <a:lnTo>
                      <a:pt x="1" y="244"/>
                    </a:lnTo>
                    <a:lnTo>
                      <a:pt x="122" y="244"/>
                    </a:lnTo>
                    <a:lnTo>
                      <a:pt x="1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2037;p42">
                <a:extLst>
                  <a:ext uri="{FF2B5EF4-FFF2-40B4-BE49-F238E27FC236}">
                    <a16:creationId xmlns:a16="http://schemas.microsoft.com/office/drawing/2014/main" id="{96442FB1-2B70-6C69-A5DD-0DE2B2BCF33B}"/>
                  </a:ext>
                </a:extLst>
              </p:cNvPr>
              <p:cNvSpPr/>
              <p:nvPr/>
            </p:nvSpPr>
            <p:spPr>
              <a:xfrm>
                <a:off x="-92623"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2038;p42">
                <a:extLst>
                  <a:ext uri="{FF2B5EF4-FFF2-40B4-BE49-F238E27FC236}">
                    <a16:creationId xmlns:a16="http://schemas.microsoft.com/office/drawing/2014/main" id="{C03096BD-4C53-6F32-BADB-788E41491FED}"/>
                  </a:ext>
                </a:extLst>
              </p:cNvPr>
              <p:cNvSpPr/>
              <p:nvPr/>
            </p:nvSpPr>
            <p:spPr>
              <a:xfrm>
                <a:off x="36407" y="3154192"/>
                <a:ext cx="27197" cy="99789"/>
              </a:xfrm>
              <a:custGeom>
                <a:avLst/>
                <a:gdLst/>
                <a:ahLst/>
                <a:cxnLst/>
                <a:rect l="l" t="t" r="r" b="b"/>
                <a:pathLst>
                  <a:path w="133" h="488" extrusionOk="0">
                    <a:moveTo>
                      <a:pt x="0" y="1"/>
                    </a:moveTo>
                    <a:lnTo>
                      <a:pt x="0" y="487"/>
                    </a:lnTo>
                    <a:lnTo>
                      <a:pt x="133" y="487"/>
                    </a:lnTo>
                    <a:lnTo>
                      <a:pt x="1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2039;p42">
                <a:extLst>
                  <a:ext uri="{FF2B5EF4-FFF2-40B4-BE49-F238E27FC236}">
                    <a16:creationId xmlns:a16="http://schemas.microsoft.com/office/drawing/2014/main" id="{C67687C5-38D2-5F82-A08C-97F551F193E9}"/>
                  </a:ext>
                </a:extLst>
              </p:cNvPr>
              <p:cNvSpPr/>
              <p:nvPr/>
            </p:nvSpPr>
            <p:spPr>
              <a:xfrm>
                <a:off x="63400"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2040;p42">
                <a:extLst>
                  <a:ext uri="{FF2B5EF4-FFF2-40B4-BE49-F238E27FC236}">
                    <a16:creationId xmlns:a16="http://schemas.microsoft.com/office/drawing/2014/main" id="{F65FB38D-74AC-CE8E-5D81-8ACA738C1844}"/>
                  </a:ext>
                </a:extLst>
              </p:cNvPr>
              <p:cNvSpPr/>
              <p:nvPr/>
            </p:nvSpPr>
            <p:spPr>
              <a:xfrm>
                <a:off x="-1605207"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2041;p42">
                <a:extLst>
                  <a:ext uri="{FF2B5EF4-FFF2-40B4-BE49-F238E27FC236}">
                    <a16:creationId xmlns:a16="http://schemas.microsoft.com/office/drawing/2014/main" id="{FD1237A6-D858-0938-9289-4A4868A3F902}"/>
                  </a:ext>
                </a:extLst>
              </p:cNvPr>
              <p:cNvSpPr/>
              <p:nvPr/>
            </p:nvSpPr>
            <p:spPr>
              <a:xfrm>
                <a:off x="-1424237" y="3491186"/>
                <a:ext cx="167473" cy="714675"/>
              </a:xfrm>
              <a:custGeom>
                <a:avLst/>
                <a:gdLst/>
                <a:ahLst/>
                <a:cxnLst/>
                <a:rect l="l" t="t" r="r" b="b"/>
                <a:pathLst>
                  <a:path w="819" h="3495" extrusionOk="0">
                    <a:moveTo>
                      <a:pt x="0" y="0"/>
                    </a:moveTo>
                    <a:lnTo>
                      <a:pt x="0" y="3495"/>
                    </a:lnTo>
                    <a:lnTo>
                      <a:pt x="818" y="3495"/>
                    </a:lnTo>
                    <a:lnTo>
                      <a:pt x="8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2042;p42">
                <a:extLst>
                  <a:ext uri="{FF2B5EF4-FFF2-40B4-BE49-F238E27FC236}">
                    <a16:creationId xmlns:a16="http://schemas.microsoft.com/office/drawing/2014/main" id="{9D2FF387-0B8A-7252-5AF9-B6619D561245}"/>
                  </a:ext>
                </a:extLst>
              </p:cNvPr>
              <p:cNvSpPr/>
              <p:nvPr/>
            </p:nvSpPr>
            <p:spPr>
              <a:xfrm>
                <a:off x="-1437938" y="3491186"/>
                <a:ext cx="13905" cy="714675"/>
              </a:xfrm>
              <a:custGeom>
                <a:avLst/>
                <a:gdLst/>
                <a:ahLst/>
                <a:cxnLst/>
                <a:rect l="l" t="t" r="r" b="b"/>
                <a:pathLst>
                  <a:path w="68"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2043;p42">
                <a:extLst>
                  <a:ext uri="{FF2B5EF4-FFF2-40B4-BE49-F238E27FC236}">
                    <a16:creationId xmlns:a16="http://schemas.microsoft.com/office/drawing/2014/main" id="{EF74FEC0-D6C8-50C8-E935-C01CBD9D2C5D}"/>
                  </a:ext>
                </a:extLst>
              </p:cNvPr>
              <p:cNvSpPr/>
              <p:nvPr/>
            </p:nvSpPr>
            <p:spPr>
              <a:xfrm>
                <a:off x="-1580260" y="3529629"/>
                <a:ext cx="24947" cy="278304"/>
              </a:xfrm>
              <a:custGeom>
                <a:avLst/>
                <a:gdLst/>
                <a:ahLst/>
                <a:cxnLst/>
                <a:rect l="l" t="t" r="r" b="b"/>
                <a:pathLst>
                  <a:path w="122" h="1361" extrusionOk="0">
                    <a:moveTo>
                      <a:pt x="89" y="0"/>
                    </a:moveTo>
                    <a:cubicBezTo>
                      <a:pt x="44" y="0"/>
                      <a:pt x="0" y="34"/>
                      <a:pt x="0" y="78"/>
                    </a:cubicBezTo>
                    <a:lnTo>
                      <a:pt x="0" y="1283"/>
                    </a:lnTo>
                    <a:cubicBezTo>
                      <a:pt x="0" y="1327"/>
                      <a:pt x="44" y="1360"/>
                      <a:pt x="89" y="1360"/>
                    </a:cubicBezTo>
                    <a:lnTo>
                      <a:pt x="122" y="1360"/>
                    </a:lnTo>
                    <a:cubicBezTo>
                      <a:pt x="77" y="1360"/>
                      <a:pt x="33" y="1327"/>
                      <a:pt x="44" y="1283"/>
                    </a:cubicBezTo>
                    <a:lnTo>
                      <a:pt x="44" y="78"/>
                    </a:lnTo>
                    <a:cubicBezTo>
                      <a:pt x="33" y="34"/>
                      <a:pt x="77"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2044;p42">
                <a:extLst>
                  <a:ext uri="{FF2B5EF4-FFF2-40B4-BE49-F238E27FC236}">
                    <a16:creationId xmlns:a16="http://schemas.microsoft.com/office/drawing/2014/main" id="{38C203CC-45ED-AE4C-4D0B-FC769135332D}"/>
                  </a:ext>
                </a:extLst>
              </p:cNvPr>
              <p:cNvSpPr/>
              <p:nvPr/>
            </p:nvSpPr>
            <p:spPr>
              <a:xfrm>
                <a:off x="-1399494"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2045;p42">
                <a:extLst>
                  <a:ext uri="{FF2B5EF4-FFF2-40B4-BE49-F238E27FC236}">
                    <a16:creationId xmlns:a16="http://schemas.microsoft.com/office/drawing/2014/main" id="{F5620143-0E8D-2D6B-9B50-EE7E5B1BAF87}"/>
                  </a:ext>
                </a:extLst>
              </p:cNvPr>
              <p:cNvSpPr/>
              <p:nvPr/>
            </p:nvSpPr>
            <p:spPr>
              <a:xfrm>
                <a:off x="-1487628" y="3529629"/>
                <a:ext cx="25152" cy="278304"/>
              </a:xfrm>
              <a:custGeom>
                <a:avLst/>
                <a:gdLst/>
                <a:ahLst/>
                <a:cxnLst/>
                <a:rect l="l" t="t" r="r" b="b"/>
                <a:pathLst>
                  <a:path w="123" h="1361" extrusionOk="0">
                    <a:moveTo>
                      <a:pt x="0" y="0"/>
                    </a:moveTo>
                    <a:cubicBezTo>
                      <a:pt x="45" y="0"/>
                      <a:pt x="78" y="34"/>
                      <a:pt x="78" y="78"/>
                    </a:cubicBezTo>
                    <a:lnTo>
                      <a:pt x="78" y="1283"/>
                    </a:lnTo>
                    <a:cubicBezTo>
                      <a:pt x="78" y="1327"/>
                      <a:pt x="45" y="1360"/>
                      <a:pt x="0" y="1360"/>
                    </a:cubicBezTo>
                    <a:lnTo>
                      <a:pt x="34" y="1360"/>
                    </a:lnTo>
                    <a:cubicBezTo>
                      <a:pt x="78" y="1360"/>
                      <a:pt x="122" y="1327"/>
                      <a:pt x="122" y="1283"/>
                    </a:cubicBezTo>
                    <a:lnTo>
                      <a:pt x="122" y="78"/>
                    </a:lnTo>
                    <a:cubicBezTo>
                      <a:pt x="122"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2046;p42">
                <a:extLst>
                  <a:ext uri="{FF2B5EF4-FFF2-40B4-BE49-F238E27FC236}">
                    <a16:creationId xmlns:a16="http://schemas.microsoft.com/office/drawing/2014/main" id="{4A589A8A-E514-C1FA-48EE-EB74CE73A698}"/>
                  </a:ext>
                </a:extLst>
              </p:cNvPr>
              <p:cNvSpPr/>
              <p:nvPr/>
            </p:nvSpPr>
            <p:spPr>
              <a:xfrm>
                <a:off x="-1571263" y="3529629"/>
                <a:ext cx="99584" cy="278304"/>
              </a:xfrm>
              <a:custGeom>
                <a:avLst/>
                <a:gdLst/>
                <a:ahLst/>
                <a:cxnLst/>
                <a:rect l="l" t="t" r="r" b="b"/>
                <a:pathLst>
                  <a:path w="487" h="1361" extrusionOk="0">
                    <a:moveTo>
                      <a:pt x="78" y="0"/>
                    </a:moveTo>
                    <a:cubicBezTo>
                      <a:pt x="33" y="0"/>
                      <a:pt x="0" y="34"/>
                      <a:pt x="0" y="78"/>
                    </a:cubicBezTo>
                    <a:lnTo>
                      <a:pt x="0" y="1283"/>
                    </a:lnTo>
                    <a:cubicBezTo>
                      <a:pt x="0" y="1327"/>
                      <a:pt x="33" y="1360"/>
                      <a:pt x="78" y="1360"/>
                    </a:cubicBezTo>
                    <a:lnTo>
                      <a:pt x="409" y="1360"/>
                    </a:lnTo>
                    <a:cubicBezTo>
                      <a:pt x="454" y="1360"/>
                      <a:pt x="487" y="1327"/>
                      <a:pt x="487" y="1283"/>
                    </a:cubicBezTo>
                    <a:lnTo>
                      <a:pt x="487" y="78"/>
                    </a:lnTo>
                    <a:cubicBezTo>
                      <a:pt x="487" y="34"/>
                      <a:pt x="454" y="0"/>
                      <a:pt x="4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2047;p42">
                <a:extLst>
                  <a:ext uri="{FF2B5EF4-FFF2-40B4-BE49-F238E27FC236}">
                    <a16:creationId xmlns:a16="http://schemas.microsoft.com/office/drawing/2014/main" id="{D520FA5B-8D1B-A7B3-A299-BAC417842633}"/>
                  </a:ext>
                </a:extLst>
              </p:cNvPr>
              <p:cNvSpPr/>
              <p:nvPr/>
            </p:nvSpPr>
            <p:spPr>
              <a:xfrm>
                <a:off x="-1306658" y="3529629"/>
                <a:ext cx="24947" cy="278304"/>
              </a:xfrm>
              <a:custGeom>
                <a:avLst/>
                <a:gdLst/>
                <a:ahLst/>
                <a:cxnLst/>
                <a:rect l="l" t="t" r="r" b="b"/>
                <a:pathLst>
                  <a:path w="122" h="1361" extrusionOk="0">
                    <a:moveTo>
                      <a:pt x="0" y="0"/>
                    </a:moveTo>
                    <a:cubicBezTo>
                      <a:pt x="44" y="0"/>
                      <a:pt x="77" y="34"/>
                      <a:pt x="77" y="78"/>
                    </a:cubicBezTo>
                    <a:lnTo>
                      <a:pt x="77" y="1283"/>
                    </a:lnTo>
                    <a:cubicBezTo>
                      <a:pt x="77" y="1327"/>
                      <a:pt x="44" y="1360"/>
                      <a:pt x="0" y="1360"/>
                    </a:cubicBezTo>
                    <a:lnTo>
                      <a:pt x="33" y="1360"/>
                    </a:lnTo>
                    <a:cubicBezTo>
                      <a:pt x="77" y="1360"/>
                      <a:pt x="122" y="1327"/>
                      <a:pt x="122" y="1283"/>
                    </a:cubicBezTo>
                    <a:lnTo>
                      <a:pt x="122" y="78"/>
                    </a:lnTo>
                    <a:cubicBezTo>
                      <a:pt x="122" y="34"/>
                      <a:pt x="77"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2048;p42">
                <a:extLst>
                  <a:ext uri="{FF2B5EF4-FFF2-40B4-BE49-F238E27FC236}">
                    <a16:creationId xmlns:a16="http://schemas.microsoft.com/office/drawing/2014/main" id="{7800DFB6-F703-8782-8D67-54BC48A13F4B}"/>
                  </a:ext>
                </a:extLst>
              </p:cNvPr>
              <p:cNvSpPr/>
              <p:nvPr/>
            </p:nvSpPr>
            <p:spPr>
              <a:xfrm>
                <a:off x="-1390497" y="3529629"/>
                <a:ext cx="102038" cy="278304"/>
              </a:xfrm>
              <a:custGeom>
                <a:avLst/>
                <a:gdLst/>
                <a:ahLst/>
                <a:cxnLst/>
                <a:rect l="l" t="t" r="r" b="b"/>
                <a:pathLst>
                  <a:path w="499" h="1361" extrusionOk="0">
                    <a:moveTo>
                      <a:pt x="78" y="0"/>
                    </a:moveTo>
                    <a:cubicBezTo>
                      <a:pt x="34" y="0"/>
                      <a:pt x="1" y="34"/>
                      <a:pt x="1" y="78"/>
                    </a:cubicBezTo>
                    <a:lnTo>
                      <a:pt x="1" y="1283"/>
                    </a:lnTo>
                    <a:cubicBezTo>
                      <a:pt x="1" y="1327"/>
                      <a:pt x="34" y="1360"/>
                      <a:pt x="78" y="1360"/>
                    </a:cubicBezTo>
                    <a:lnTo>
                      <a:pt x="410" y="1360"/>
                    </a:lnTo>
                    <a:cubicBezTo>
                      <a:pt x="454" y="1360"/>
                      <a:pt x="499" y="1327"/>
                      <a:pt x="499" y="1283"/>
                    </a:cubicBezTo>
                    <a:lnTo>
                      <a:pt x="499" y="78"/>
                    </a:lnTo>
                    <a:cubicBezTo>
                      <a:pt x="499" y="34"/>
                      <a:pt x="454" y="0"/>
                      <a:pt x="4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2049;p42">
                <a:extLst>
                  <a:ext uri="{FF2B5EF4-FFF2-40B4-BE49-F238E27FC236}">
                    <a16:creationId xmlns:a16="http://schemas.microsoft.com/office/drawing/2014/main" id="{D9199EF7-2B55-5D1E-3598-48BA0E8554FF}"/>
                  </a:ext>
                </a:extLst>
              </p:cNvPr>
              <p:cNvSpPr/>
              <p:nvPr/>
            </p:nvSpPr>
            <p:spPr>
              <a:xfrm>
                <a:off x="-1605207"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2050;p42">
                <a:extLst>
                  <a:ext uri="{FF2B5EF4-FFF2-40B4-BE49-F238E27FC236}">
                    <a16:creationId xmlns:a16="http://schemas.microsoft.com/office/drawing/2014/main" id="{8D31505F-E031-5E9C-238C-6837640E997E}"/>
                  </a:ext>
                </a:extLst>
              </p:cNvPr>
              <p:cNvSpPr/>
              <p:nvPr/>
            </p:nvSpPr>
            <p:spPr>
              <a:xfrm>
                <a:off x="-1424237" y="3914064"/>
                <a:ext cx="167473" cy="56642"/>
              </a:xfrm>
              <a:custGeom>
                <a:avLst/>
                <a:gdLst/>
                <a:ahLst/>
                <a:cxnLst/>
                <a:rect l="l" t="t" r="r" b="b"/>
                <a:pathLst>
                  <a:path w="819" h="277" extrusionOk="0">
                    <a:moveTo>
                      <a:pt x="0" y="0"/>
                    </a:moveTo>
                    <a:lnTo>
                      <a:pt x="0" y="277"/>
                    </a:lnTo>
                    <a:lnTo>
                      <a:pt x="818" y="277"/>
                    </a:lnTo>
                    <a:lnTo>
                      <a:pt x="8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2051;p42">
                <a:extLst>
                  <a:ext uri="{FF2B5EF4-FFF2-40B4-BE49-F238E27FC236}">
                    <a16:creationId xmlns:a16="http://schemas.microsoft.com/office/drawing/2014/main" id="{23D6E4BD-2363-B9C7-9CF0-43FAF61CC281}"/>
                  </a:ext>
                </a:extLst>
              </p:cNvPr>
              <p:cNvSpPr/>
              <p:nvPr/>
            </p:nvSpPr>
            <p:spPr>
              <a:xfrm>
                <a:off x="-1620953" y="3491186"/>
                <a:ext cx="15950" cy="364188"/>
              </a:xfrm>
              <a:custGeom>
                <a:avLst/>
                <a:gdLst/>
                <a:ahLst/>
                <a:cxnLst/>
                <a:rect l="l" t="t" r="r" b="b"/>
                <a:pathLst>
                  <a:path w="78" h="1781" extrusionOk="0">
                    <a:moveTo>
                      <a:pt x="0" y="0"/>
                    </a:moveTo>
                    <a:lnTo>
                      <a:pt x="0" y="1781"/>
                    </a:lnTo>
                    <a:lnTo>
                      <a:pt x="77" y="1781"/>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2052;p42">
                <a:extLst>
                  <a:ext uri="{FF2B5EF4-FFF2-40B4-BE49-F238E27FC236}">
                    <a16:creationId xmlns:a16="http://schemas.microsoft.com/office/drawing/2014/main" id="{9ABDC5FE-49D6-507F-308C-76AF59534CC2}"/>
                  </a:ext>
                </a:extLst>
              </p:cNvPr>
              <p:cNvSpPr/>
              <p:nvPr/>
            </p:nvSpPr>
            <p:spPr>
              <a:xfrm>
                <a:off x="-1620953" y="3914064"/>
                <a:ext cx="15950" cy="291800"/>
              </a:xfrm>
              <a:custGeom>
                <a:avLst/>
                <a:gdLst/>
                <a:ahLst/>
                <a:cxnLst/>
                <a:rect l="l" t="t" r="r" b="b"/>
                <a:pathLst>
                  <a:path w="78" h="1427" extrusionOk="0">
                    <a:moveTo>
                      <a:pt x="0" y="0"/>
                    </a:moveTo>
                    <a:lnTo>
                      <a:pt x="0" y="1427"/>
                    </a:lnTo>
                    <a:lnTo>
                      <a:pt x="77" y="1427"/>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2053;p42">
                <a:extLst>
                  <a:ext uri="{FF2B5EF4-FFF2-40B4-BE49-F238E27FC236}">
                    <a16:creationId xmlns:a16="http://schemas.microsoft.com/office/drawing/2014/main" id="{DE82787F-9E3E-3087-AA9C-31441C3E37B8}"/>
                  </a:ext>
                </a:extLst>
              </p:cNvPr>
              <p:cNvSpPr/>
              <p:nvPr/>
            </p:nvSpPr>
            <p:spPr>
              <a:xfrm>
                <a:off x="-1620953" y="3855172"/>
                <a:ext cx="15950" cy="59096"/>
              </a:xfrm>
              <a:custGeom>
                <a:avLst/>
                <a:gdLst/>
                <a:ahLst/>
                <a:cxnLst/>
                <a:rect l="l" t="t" r="r" b="b"/>
                <a:pathLst>
                  <a:path w="78" h="289" extrusionOk="0">
                    <a:moveTo>
                      <a:pt x="0" y="1"/>
                    </a:moveTo>
                    <a:lnTo>
                      <a:pt x="0" y="288"/>
                    </a:lnTo>
                    <a:lnTo>
                      <a:pt x="77" y="288"/>
                    </a:lnTo>
                    <a:lnTo>
                      <a:pt x="77"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2054;p42">
                <a:extLst>
                  <a:ext uri="{FF2B5EF4-FFF2-40B4-BE49-F238E27FC236}">
                    <a16:creationId xmlns:a16="http://schemas.microsoft.com/office/drawing/2014/main" id="{017469D0-0F58-0E7B-DEC4-2EAB0AF9C21D}"/>
                  </a:ext>
                </a:extLst>
              </p:cNvPr>
              <p:cNvSpPr/>
              <p:nvPr/>
            </p:nvSpPr>
            <p:spPr>
              <a:xfrm>
                <a:off x="-1620953" y="4146974"/>
                <a:ext cx="15950" cy="58892"/>
              </a:xfrm>
              <a:custGeom>
                <a:avLst/>
                <a:gdLst/>
                <a:ahLst/>
                <a:cxnLst/>
                <a:rect l="l" t="t" r="r" b="b"/>
                <a:pathLst>
                  <a:path w="78" h="288" extrusionOk="0">
                    <a:moveTo>
                      <a:pt x="0" y="0"/>
                    </a:moveTo>
                    <a:lnTo>
                      <a:pt x="0" y="288"/>
                    </a:lnTo>
                    <a:lnTo>
                      <a:pt x="77" y="288"/>
                    </a:lnTo>
                    <a:lnTo>
                      <a:pt x="77"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2055;p42">
                <a:extLst>
                  <a:ext uri="{FF2B5EF4-FFF2-40B4-BE49-F238E27FC236}">
                    <a16:creationId xmlns:a16="http://schemas.microsoft.com/office/drawing/2014/main" id="{FB7D75C6-B9E9-2F5E-0855-3F00A62418E5}"/>
                  </a:ext>
                </a:extLst>
              </p:cNvPr>
              <p:cNvSpPr/>
              <p:nvPr/>
            </p:nvSpPr>
            <p:spPr>
              <a:xfrm>
                <a:off x="-1444686" y="3491186"/>
                <a:ext cx="6952" cy="714675"/>
              </a:xfrm>
              <a:custGeom>
                <a:avLst/>
                <a:gdLst/>
                <a:ahLst/>
                <a:cxnLst/>
                <a:rect l="l" t="t" r="r" b="b"/>
                <a:pathLst>
                  <a:path w="34" h="3495" extrusionOk="0">
                    <a:moveTo>
                      <a:pt x="1" y="0"/>
                    </a:moveTo>
                    <a:lnTo>
                      <a:pt x="1"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2056;p42">
                <a:extLst>
                  <a:ext uri="{FF2B5EF4-FFF2-40B4-BE49-F238E27FC236}">
                    <a16:creationId xmlns:a16="http://schemas.microsoft.com/office/drawing/2014/main" id="{F3CE4C9D-0BCA-71A3-8D54-DAA2786DE299}"/>
                  </a:ext>
                </a:extLst>
              </p:cNvPr>
              <p:cNvSpPr/>
              <p:nvPr/>
            </p:nvSpPr>
            <p:spPr>
              <a:xfrm>
                <a:off x="-127066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2057;p42">
                <a:extLst>
                  <a:ext uri="{FF2B5EF4-FFF2-40B4-BE49-F238E27FC236}">
                    <a16:creationId xmlns:a16="http://schemas.microsoft.com/office/drawing/2014/main" id="{1AA8E256-612A-B495-F1F1-3ED2F099B867}"/>
                  </a:ext>
                </a:extLst>
              </p:cNvPr>
              <p:cNvSpPr/>
              <p:nvPr/>
            </p:nvSpPr>
            <p:spPr>
              <a:xfrm>
                <a:off x="1176009"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2058;p42">
                <a:extLst>
                  <a:ext uri="{FF2B5EF4-FFF2-40B4-BE49-F238E27FC236}">
                    <a16:creationId xmlns:a16="http://schemas.microsoft.com/office/drawing/2014/main" id="{15BAA332-9ED5-C7EF-F9A9-5105881AC1C7}"/>
                  </a:ext>
                </a:extLst>
              </p:cNvPr>
              <p:cNvSpPr/>
              <p:nvPr/>
            </p:nvSpPr>
            <p:spPr>
              <a:xfrm>
                <a:off x="1356774" y="3491186"/>
                <a:ext cx="167678" cy="714675"/>
              </a:xfrm>
              <a:custGeom>
                <a:avLst/>
                <a:gdLst/>
                <a:ahLst/>
                <a:cxnLst/>
                <a:rect l="l" t="t" r="r" b="b"/>
                <a:pathLst>
                  <a:path w="820" h="3495" extrusionOk="0">
                    <a:moveTo>
                      <a:pt x="1" y="0"/>
                    </a:moveTo>
                    <a:lnTo>
                      <a:pt x="1"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2059;p42">
                <a:extLst>
                  <a:ext uri="{FF2B5EF4-FFF2-40B4-BE49-F238E27FC236}">
                    <a16:creationId xmlns:a16="http://schemas.microsoft.com/office/drawing/2014/main" id="{789521C3-078A-404F-44A1-0F01A65CC014}"/>
                  </a:ext>
                </a:extLst>
              </p:cNvPr>
              <p:cNvSpPr/>
              <p:nvPr/>
            </p:nvSpPr>
            <p:spPr>
              <a:xfrm>
                <a:off x="1343278" y="3491186"/>
                <a:ext cx="13700" cy="714675"/>
              </a:xfrm>
              <a:custGeom>
                <a:avLst/>
                <a:gdLst/>
                <a:ahLst/>
                <a:cxnLst/>
                <a:rect l="l" t="t" r="r" b="b"/>
                <a:pathLst>
                  <a:path w="67"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2060;p42">
                <a:extLst>
                  <a:ext uri="{FF2B5EF4-FFF2-40B4-BE49-F238E27FC236}">
                    <a16:creationId xmlns:a16="http://schemas.microsoft.com/office/drawing/2014/main" id="{E1F63FE7-F6FD-6F5D-CD60-3E140480D5F2}"/>
                  </a:ext>
                </a:extLst>
              </p:cNvPr>
              <p:cNvSpPr/>
              <p:nvPr/>
            </p:nvSpPr>
            <p:spPr>
              <a:xfrm>
                <a:off x="1200751"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3" y="1360"/>
                    </a:lnTo>
                    <a:cubicBezTo>
                      <a:pt x="78" y="1360"/>
                      <a:pt x="45" y="1327"/>
                      <a:pt x="45" y="1283"/>
                    </a:cubicBezTo>
                    <a:lnTo>
                      <a:pt x="45" y="78"/>
                    </a:lnTo>
                    <a:cubicBezTo>
                      <a:pt x="34" y="34"/>
                      <a:pt x="78"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2061;p42">
                <a:extLst>
                  <a:ext uri="{FF2B5EF4-FFF2-40B4-BE49-F238E27FC236}">
                    <a16:creationId xmlns:a16="http://schemas.microsoft.com/office/drawing/2014/main" id="{BDC7A293-9B80-FC88-1CF7-C40DD0BED4D2}"/>
                  </a:ext>
                </a:extLst>
              </p:cNvPr>
              <p:cNvSpPr/>
              <p:nvPr/>
            </p:nvSpPr>
            <p:spPr>
              <a:xfrm>
                <a:off x="1381722"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2062;p42">
                <a:extLst>
                  <a:ext uri="{FF2B5EF4-FFF2-40B4-BE49-F238E27FC236}">
                    <a16:creationId xmlns:a16="http://schemas.microsoft.com/office/drawing/2014/main" id="{80FE5960-5A7E-A129-29F0-104C933C9B81}"/>
                  </a:ext>
                </a:extLst>
              </p:cNvPr>
              <p:cNvSpPr/>
              <p:nvPr/>
            </p:nvSpPr>
            <p:spPr>
              <a:xfrm>
                <a:off x="1293588" y="3529629"/>
                <a:ext cx="24947" cy="278304"/>
              </a:xfrm>
              <a:custGeom>
                <a:avLst/>
                <a:gdLst/>
                <a:ahLst/>
                <a:cxnLst/>
                <a:rect l="l" t="t" r="r" b="b"/>
                <a:pathLst>
                  <a:path w="122" h="1361" extrusionOk="0">
                    <a:moveTo>
                      <a:pt x="0" y="0"/>
                    </a:moveTo>
                    <a:cubicBezTo>
                      <a:pt x="44" y="0"/>
                      <a:pt x="78" y="34"/>
                      <a:pt x="78" y="78"/>
                    </a:cubicBezTo>
                    <a:lnTo>
                      <a:pt x="78" y="1283"/>
                    </a:lnTo>
                    <a:cubicBezTo>
                      <a:pt x="78" y="1327"/>
                      <a:pt x="44" y="1360"/>
                      <a:pt x="0" y="1360"/>
                    </a:cubicBezTo>
                    <a:lnTo>
                      <a:pt x="33" y="1360"/>
                    </a:lnTo>
                    <a:cubicBezTo>
                      <a:pt x="78" y="1360"/>
                      <a:pt x="122" y="1327"/>
                      <a:pt x="122" y="1283"/>
                    </a:cubicBezTo>
                    <a:lnTo>
                      <a:pt x="122" y="78"/>
                    </a:lnTo>
                    <a:cubicBezTo>
                      <a:pt x="122"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2063;p42">
                <a:extLst>
                  <a:ext uri="{FF2B5EF4-FFF2-40B4-BE49-F238E27FC236}">
                    <a16:creationId xmlns:a16="http://schemas.microsoft.com/office/drawing/2014/main" id="{3A16E768-0DFC-B519-BD7E-42D45C0BA730}"/>
                  </a:ext>
                </a:extLst>
              </p:cNvPr>
              <p:cNvSpPr/>
              <p:nvPr/>
            </p:nvSpPr>
            <p:spPr>
              <a:xfrm>
                <a:off x="1207704" y="3529629"/>
                <a:ext cx="101834" cy="278304"/>
              </a:xfrm>
              <a:custGeom>
                <a:avLst/>
                <a:gdLst/>
                <a:ahLst/>
                <a:cxnLst/>
                <a:rect l="l" t="t" r="r" b="b"/>
                <a:pathLst>
                  <a:path w="498" h="1361" extrusionOk="0">
                    <a:moveTo>
                      <a:pt x="89" y="0"/>
                    </a:moveTo>
                    <a:cubicBezTo>
                      <a:pt x="44" y="0"/>
                      <a:pt x="0" y="34"/>
                      <a:pt x="0" y="78"/>
                    </a:cubicBezTo>
                    <a:lnTo>
                      <a:pt x="0" y="1283"/>
                    </a:lnTo>
                    <a:cubicBezTo>
                      <a:pt x="0" y="1327"/>
                      <a:pt x="44" y="1360"/>
                      <a:pt x="89" y="1360"/>
                    </a:cubicBezTo>
                    <a:lnTo>
                      <a:pt x="420" y="1360"/>
                    </a:lnTo>
                    <a:cubicBezTo>
                      <a:pt x="464" y="1360"/>
                      <a:pt x="498" y="1327"/>
                      <a:pt x="498" y="1283"/>
                    </a:cubicBezTo>
                    <a:lnTo>
                      <a:pt x="498" y="78"/>
                    </a:lnTo>
                    <a:cubicBezTo>
                      <a:pt x="498" y="34"/>
                      <a:pt x="464" y="0"/>
                      <a:pt x="4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2064;p42">
                <a:extLst>
                  <a:ext uri="{FF2B5EF4-FFF2-40B4-BE49-F238E27FC236}">
                    <a16:creationId xmlns:a16="http://schemas.microsoft.com/office/drawing/2014/main" id="{19389BE8-2825-E767-FA69-2E40DFD9891C}"/>
                  </a:ext>
                </a:extLst>
              </p:cNvPr>
              <p:cNvSpPr/>
              <p:nvPr/>
            </p:nvSpPr>
            <p:spPr>
              <a:xfrm>
                <a:off x="1474354" y="3529629"/>
                <a:ext cx="25152" cy="278304"/>
              </a:xfrm>
              <a:custGeom>
                <a:avLst/>
                <a:gdLst/>
                <a:ahLst/>
                <a:cxnLst/>
                <a:rect l="l" t="t" r="r" b="b"/>
                <a:pathLst>
                  <a:path w="123" h="1361" extrusionOk="0">
                    <a:moveTo>
                      <a:pt x="1" y="0"/>
                    </a:moveTo>
                    <a:cubicBezTo>
                      <a:pt x="45" y="0"/>
                      <a:pt x="78" y="34"/>
                      <a:pt x="78" y="78"/>
                    </a:cubicBezTo>
                    <a:lnTo>
                      <a:pt x="78" y="1283"/>
                    </a:lnTo>
                    <a:cubicBezTo>
                      <a:pt x="78" y="1327"/>
                      <a:pt x="45" y="1360"/>
                      <a:pt x="1" y="1360"/>
                    </a:cubicBezTo>
                    <a:lnTo>
                      <a:pt x="34" y="1360"/>
                    </a:lnTo>
                    <a:cubicBezTo>
                      <a:pt x="78" y="1360"/>
                      <a:pt x="123" y="1327"/>
                      <a:pt x="123" y="1283"/>
                    </a:cubicBezTo>
                    <a:lnTo>
                      <a:pt x="123" y="78"/>
                    </a:lnTo>
                    <a:cubicBezTo>
                      <a:pt x="123"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2065;p42">
                <a:extLst>
                  <a:ext uri="{FF2B5EF4-FFF2-40B4-BE49-F238E27FC236}">
                    <a16:creationId xmlns:a16="http://schemas.microsoft.com/office/drawing/2014/main" id="{CB76EF50-362F-310D-66BC-22959B89022E}"/>
                  </a:ext>
                </a:extLst>
              </p:cNvPr>
              <p:cNvSpPr/>
              <p:nvPr/>
            </p:nvSpPr>
            <p:spPr>
              <a:xfrm>
                <a:off x="1388470" y="3529629"/>
                <a:ext cx="102038" cy="278304"/>
              </a:xfrm>
              <a:custGeom>
                <a:avLst/>
                <a:gdLst/>
                <a:ahLst/>
                <a:cxnLst/>
                <a:rect l="l" t="t" r="r" b="b"/>
                <a:pathLst>
                  <a:path w="499" h="1361" extrusionOk="0">
                    <a:moveTo>
                      <a:pt x="89" y="0"/>
                    </a:moveTo>
                    <a:cubicBezTo>
                      <a:pt x="45" y="0"/>
                      <a:pt x="1" y="34"/>
                      <a:pt x="1" y="78"/>
                    </a:cubicBezTo>
                    <a:lnTo>
                      <a:pt x="1" y="1283"/>
                    </a:lnTo>
                    <a:cubicBezTo>
                      <a:pt x="1" y="1327"/>
                      <a:pt x="45" y="1360"/>
                      <a:pt x="89" y="1360"/>
                    </a:cubicBezTo>
                    <a:lnTo>
                      <a:pt x="421" y="1360"/>
                    </a:lnTo>
                    <a:cubicBezTo>
                      <a:pt x="465" y="1360"/>
                      <a:pt x="498" y="1327"/>
                      <a:pt x="498" y="1283"/>
                    </a:cubicBezTo>
                    <a:lnTo>
                      <a:pt x="498" y="78"/>
                    </a:lnTo>
                    <a:cubicBezTo>
                      <a:pt x="498" y="34"/>
                      <a:pt x="465" y="0"/>
                      <a:pt x="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2066;p42">
                <a:extLst>
                  <a:ext uri="{FF2B5EF4-FFF2-40B4-BE49-F238E27FC236}">
                    <a16:creationId xmlns:a16="http://schemas.microsoft.com/office/drawing/2014/main" id="{4DA8DBFE-BEB9-C24C-9B59-A3E4EE23AC6D}"/>
                  </a:ext>
                </a:extLst>
              </p:cNvPr>
              <p:cNvSpPr/>
              <p:nvPr/>
            </p:nvSpPr>
            <p:spPr>
              <a:xfrm>
                <a:off x="1176009"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2067;p42">
                <a:extLst>
                  <a:ext uri="{FF2B5EF4-FFF2-40B4-BE49-F238E27FC236}">
                    <a16:creationId xmlns:a16="http://schemas.microsoft.com/office/drawing/2014/main" id="{FA7F2474-4D2F-C050-A54C-94C0B6AECE91}"/>
                  </a:ext>
                </a:extLst>
              </p:cNvPr>
              <p:cNvSpPr/>
              <p:nvPr/>
            </p:nvSpPr>
            <p:spPr>
              <a:xfrm>
                <a:off x="1356774" y="3914064"/>
                <a:ext cx="167678" cy="56642"/>
              </a:xfrm>
              <a:custGeom>
                <a:avLst/>
                <a:gdLst/>
                <a:ahLst/>
                <a:cxnLst/>
                <a:rect l="l" t="t" r="r" b="b"/>
                <a:pathLst>
                  <a:path w="820" h="277" extrusionOk="0">
                    <a:moveTo>
                      <a:pt x="1" y="0"/>
                    </a:moveTo>
                    <a:lnTo>
                      <a:pt x="1"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2068;p42">
                <a:extLst>
                  <a:ext uri="{FF2B5EF4-FFF2-40B4-BE49-F238E27FC236}">
                    <a16:creationId xmlns:a16="http://schemas.microsoft.com/office/drawing/2014/main" id="{C205678D-909E-6BD8-F7C1-1CCD01A3C443}"/>
                  </a:ext>
                </a:extLst>
              </p:cNvPr>
              <p:cNvSpPr/>
              <p:nvPr/>
            </p:nvSpPr>
            <p:spPr>
              <a:xfrm>
                <a:off x="1157809" y="3491186"/>
                <a:ext cx="18404" cy="364188"/>
              </a:xfrm>
              <a:custGeom>
                <a:avLst/>
                <a:gdLst/>
                <a:ahLst/>
                <a:cxnLst/>
                <a:rect l="l" t="t" r="r" b="b"/>
                <a:pathLst>
                  <a:path w="90" h="1781" extrusionOk="0">
                    <a:moveTo>
                      <a:pt x="1" y="0"/>
                    </a:moveTo>
                    <a:lnTo>
                      <a:pt x="1" y="1781"/>
                    </a:lnTo>
                    <a:lnTo>
                      <a:pt x="89" y="1781"/>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2069;p42">
                <a:extLst>
                  <a:ext uri="{FF2B5EF4-FFF2-40B4-BE49-F238E27FC236}">
                    <a16:creationId xmlns:a16="http://schemas.microsoft.com/office/drawing/2014/main" id="{D0CBFD2A-5FF6-AA67-AC84-D8C0B3D0480B}"/>
                  </a:ext>
                </a:extLst>
              </p:cNvPr>
              <p:cNvSpPr/>
              <p:nvPr/>
            </p:nvSpPr>
            <p:spPr>
              <a:xfrm>
                <a:off x="1157809" y="3914064"/>
                <a:ext cx="18404" cy="291800"/>
              </a:xfrm>
              <a:custGeom>
                <a:avLst/>
                <a:gdLst/>
                <a:ahLst/>
                <a:cxnLst/>
                <a:rect l="l" t="t" r="r" b="b"/>
                <a:pathLst>
                  <a:path w="90" h="1427" extrusionOk="0">
                    <a:moveTo>
                      <a:pt x="1" y="0"/>
                    </a:moveTo>
                    <a:lnTo>
                      <a:pt x="1" y="1427"/>
                    </a:lnTo>
                    <a:lnTo>
                      <a:pt x="89" y="1427"/>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2070;p42">
                <a:extLst>
                  <a:ext uri="{FF2B5EF4-FFF2-40B4-BE49-F238E27FC236}">
                    <a16:creationId xmlns:a16="http://schemas.microsoft.com/office/drawing/2014/main" id="{B4C54323-2560-3510-205A-F15A233ADC2A}"/>
                  </a:ext>
                </a:extLst>
              </p:cNvPr>
              <p:cNvSpPr/>
              <p:nvPr/>
            </p:nvSpPr>
            <p:spPr>
              <a:xfrm>
                <a:off x="1157809" y="3855172"/>
                <a:ext cx="18404" cy="59096"/>
              </a:xfrm>
              <a:custGeom>
                <a:avLst/>
                <a:gdLst/>
                <a:ahLst/>
                <a:cxnLst/>
                <a:rect l="l" t="t" r="r" b="b"/>
                <a:pathLst>
                  <a:path w="90" h="289" extrusionOk="0">
                    <a:moveTo>
                      <a:pt x="1" y="1"/>
                    </a:moveTo>
                    <a:lnTo>
                      <a:pt x="1" y="288"/>
                    </a:lnTo>
                    <a:lnTo>
                      <a:pt x="89" y="288"/>
                    </a:lnTo>
                    <a:lnTo>
                      <a:pt x="89"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2071;p42">
                <a:extLst>
                  <a:ext uri="{FF2B5EF4-FFF2-40B4-BE49-F238E27FC236}">
                    <a16:creationId xmlns:a16="http://schemas.microsoft.com/office/drawing/2014/main" id="{961C27CB-507A-36E2-4E8A-5A15439AF9F4}"/>
                  </a:ext>
                </a:extLst>
              </p:cNvPr>
              <p:cNvSpPr/>
              <p:nvPr/>
            </p:nvSpPr>
            <p:spPr>
              <a:xfrm>
                <a:off x="1157809" y="4146974"/>
                <a:ext cx="18404" cy="58892"/>
              </a:xfrm>
              <a:custGeom>
                <a:avLst/>
                <a:gdLst/>
                <a:ahLst/>
                <a:cxnLst/>
                <a:rect l="l" t="t" r="r" b="b"/>
                <a:pathLst>
                  <a:path w="90" h="288" extrusionOk="0">
                    <a:moveTo>
                      <a:pt x="1" y="0"/>
                    </a:moveTo>
                    <a:lnTo>
                      <a:pt x="1" y="288"/>
                    </a:lnTo>
                    <a:lnTo>
                      <a:pt x="89" y="288"/>
                    </a:lnTo>
                    <a:lnTo>
                      <a:pt x="89"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2072;p42">
                <a:extLst>
                  <a:ext uri="{FF2B5EF4-FFF2-40B4-BE49-F238E27FC236}">
                    <a16:creationId xmlns:a16="http://schemas.microsoft.com/office/drawing/2014/main" id="{F2D6CE96-F6DC-B257-843B-7744D52C22E1}"/>
                  </a:ext>
                </a:extLst>
              </p:cNvPr>
              <p:cNvSpPr/>
              <p:nvPr/>
            </p:nvSpPr>
            <p:spPr>
              <a:xfrm>
                <a:off x="1336530" y="3491186"/>
                <a:ext cx="6952" cy="714675"/>
              </a:xfrm>
              <a:custGeom>
                <a:avLst/>
                <a:gdLst/>
                <a:ahLst/>
                <a:cxnLst/>
                <a:rect l="l" t="t" r="r" b="b"/>
                <a:pathLst>
                  <a:path w="34" h="3495" extrusionOk="0">
                    <a:moveTo>
                      <a:pt x="0" y="0"/>
                    </a:moveTo>
                    <a:lnTo>
                      <a:pt x="0"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2073;p42">
                <a:extLst>
                  <a:ext uri="{FF2B5EF4-FFF2-40B4-BE49-F238E27FC236}">
                    <a16:creationId xmlns:a16="http://schemas.microsoft.com/office/drawing/2014/main" id="{A390FCD2-1010-9FBF-91D1-5C28D946DA66}"/>
                  </a:ext>
                </a:extLst>
              </p:cNvPr>
              <p:cNvSpPr/>
              <p:nvPr/>
            </p:nvSpPr>
            <p:spPr>
              <a:xfrm>
                <a:off x="151054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2074;p42">
                <a:extLst>
                  <a:ext uri="{FF2B5EF4-FFF2-40B4-BE49-F238E27FC236}">
                    <a16:creationId xmlns:a16="http://schemas.microsoft.com/office/drawing/2014/main" id="{94D4FE14-72D5-20DE-1061-912FE576C079}"/>
                  </a:ext>
                </a:extLst>
              </p:cNvPr>
              <p:cNvSpPr/>
              <p:nvPr/>
            </p:nvSpPr>
            <p:spPr>
              <a:xfrm>
                <a:off x="1804599" y="3204087"/>
                <a:ext cx="24947" cy="1175789"/>
              </a:xfrm>
              <a:custGeom>
                <a:avLst/>
                <a:gdLst/>
                <a:ahLst/>
                <a:cxnLst/>
                <a:rect l="l" t="t" r="r" b="b"/>
                <a:pathLst>
                  <a:path w="122" h="5750" extrusionOk="0">
                    <a:moveTo>
                      <a:pt x="0" y="0"/>
                    </a:moveTo>
                    <a:lnTo>
                      <a:pt x="0" y="5750"/>
                    </a:lnTo>
                    <a:lnTo>
                      <a:pt x="122" y="5750"/>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2075;p42">
                <a:extLst>
                  <a:ext uri="{FF2B5EF4-FFF2-40B4-BE49-F238E27FC236}">
                    <a16:creationId xmlns:a16="http://schemas.microsoft.com/office/drawing/2014/main" id="{036E9340-1627-02D4-FC9A-29F19CD853D8}"/>
                  </a:ext>
                </a:extLst>
              </p:cNvPr>
              <p:cNvSpPr/>
              <p:nvPr/>
            </p:nvSpPr>
            <p:spPr>
              <a:xfrm>
                <a:off x="-1062501" y="3491186"/>
                <a:ext cx="24947" cy="334742"/>
              </a:xfrm>
              <a:custGeom>
                <a:avLst/>
                <a:gdLst/>
                <a:ahLst/>
                <a:cxnLst/>
                <a:rect l="l" t="t" r="r" b="b"/>
                <a:pathLst>
                  <a:path w="122" h="1637" extrusionOk="0">
                    <a:moveTo>
                      <a:pt x="78" y="0"/>
                    </a:moveTo>
                    <a:cubicBezTo>
                      <a:pt x="33" y="0"/>
                      <a:pt x="0" y="34"/>
                      <a:pt x="0" y="78"/>
                    </a:cubicBezTo>
                    <a:lnTo>
                      <a:pt x="0" y="1548"/>
                    </a:lnTo>
                    <a:cubicBezTo>
                      <a:pt x="0" y="1593"/>
                      <a:pt x="33" y="1626"/>
                      <a:pt x="78" y="1637"/>
                    </a:cubicBezTo>
                    <a:lnTo>
                      <a:pt x="122" y="1637"/>
                    </a:lnTo>
                    <a:cubicBezTo>
                      <a:pt x="78" y="1626"/>
                      <a:pt x="33" y="1593"/>
                      <a:pt x="33" y="1548"/>
                    </a:cubicBezTo>
                    <a:lnTo>
                      <a:pt x="33" y="78"/>
                    </a:lnTo>
                    <a:cubicBezTo>
                      <a:pt x="33"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2076;p42">
                <a:extLst>
                  <a:ext uri="{FF2B5EF4-FFF2-40B4-BE49-F238E27FC236}">
                    <a16:creationId xmlns:a16="http://schemas.microsoft.com/office/drawing/2014/main" id="{81FC6B3A-B713-D076-4114-768BB3137EA9}"/>
                  </a:ext>
                </a:extLst>
              </p:cNvPr>
              <p:cNvSpPr/>
              <p:nvPr/>
            </p:nvSpPr>
            <p:spPr>
              <a:xfrm>
                <a:off x="-712012" y="3490777"/>
                <a:ext cx="22698" cy="335151"/>
              </a:xfrm>
              <a:custGeom>
                <a:avLst/>
                <a:gdLst/>
                <a:ahLst/>
                <a:cxnLst/>
                <a:rect l="l" t="t" r="r" b="b"/>
                <a:pathLst>
                  <a:path w="111" h="1639" extrusionOk="0">
                    <a:moveTo>
                      <a:pt x="36" y="1"/>
                    </a:moveTo>
                    <a:cubicBezTo>
                      <a:pt x="32" y="1"/>
                      <a:pt x="27" y="1"/>
                      <a:pt x="22" y="2"/>
                    </a:cubicBezTo>
                    <a:lnTo>
                      <a:pt x="0" y="2"/>
                    </a:lnTo>
                    <a:cubicBezTo>
                      <a:pt x="44" y="2"/>
                      <a:pt x="78" y="36"/>
                      <a:pt x="78" y="80"/>
                    </a:cubicBezTo>
                    <a:lnTo>
                      <a:pt x="78" y="1550"/>
                    </a:lnTo>
                    <a:cubicBezTo>
                      <a:pt x="78" y="1595"/>
                      <a:pt x="44" y="1639"/>
                      <a:pt x="0" y="1639"/>
                    </a:cubicBezTo>
                    <a:lnTo>
                      <a:pt x="33" y="1639"/>
                    </a:lnTo>
                    <a:cubicBezTo>
                      <a:pt x="78" y="1639"/>
                      <a:pt x="111" y="1595"/>
                      <a:pt x="111" y="1550"/>
                    </a:cubicBezTo>
                    <a:lnTo>
                      <a:pt x="111" y="80"/>
                    </a:lnTo>
                    <a:cubicBezTo>
                      <a:pt x="111" y="40"/>
                      <a:pt x="7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2077;p42">
                <a:extLst>
                  <a:ext uri="{FF2B5EF4-FFF2-40B4-BE49-F238E27FC236}">
                    <a16:creationId xmlns:a16="http://schemas.microsoft.com/office/drawing/2014/main" id="{89FAC49C-B778-8425-22AF-E53A665E9227}"/>
                  </a:ext>
                </a:extLst>
              </p:cNvPr>
              <p:cNvSpPr/>
              <p:nvPr/>
            </p:nvSpPr>
            <p:spPr>
              <a:xfrm>
                <a:off x="-1055753" y="3491186"/>
                <a:ext cx="357440" cy="332493"/>
              </a:xfrm>
              <a:custGeom>
                <a:avLst/>
                <a:gdLst/>
                <a:ahLst/>
                <a:cxnLst/>
                <a:rect l="l" t="t" r="r" b="b"/>
                <a:pathLst>
                  <a:path w="1748" h="1626" extrusionOk="0">
                    <a:moveTo>
                      <a:pt x="89" y="0"/>
                    </a:moveTo>
                    <a:cubicBezTo>
                      <a:pt x="45" y="0"/>
                      <a:pt x="0" y="34"/>
                      <a:pt x="0" y="78"/>
                    </a:cubicBezTo>
                    <a:lnTo>
                      <a:pt x="0" y="1548"/>
                    </a:lnTo>
                    <a:cubicBezTo>
                      <a:pt x="0" y="1593"/>
                      <a:pt x="45" y="1626"/>
                      <a:pt x="89"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2078;p42">
                <a:extLst>
                  <a:ext uri="{FF2B5EF4-FFF2-40B4-BE49-F238E27FC236}">
                    <a16:creationId xmlns:a16="http://schemas.microsoft.com/office/drawing/2014/main" id="{90DCD648-28E9-F271-B9A4-747E04FE9509}"/>
                  </a:ext>
                </a:extLst>
              </p:cNvPr>
              <p:cNvSpPr/>
              <p:nvPr/>
            </p:nvSpPr>
            <p:spPr>
              <a:xfrm>
                <a:off x="-651075" y="3491186"/>
                <a:ext cx="25152" cy="334742"/>
              </a:xfrm>
              <a:custGeom>
                <a:avLst/>
                <a:gdLst/>
                <a:ahLst/>
                <a:cxnLst/>
                <a:rect l="l" t="t" r="r" b="b"/>
                <a:pathLst>
                  <a:path w="123" h="1637" extrusionOk="0">
                    <a:moveTo>
                      <a:pt x="89" y="0"/>
                    </a:moveTo>
                    <a:cubicBezTo>
                      <a:pt x="45" y="0"/>
                      <a:pt x="1" y="34"/>
                      <a:pt x="1" y="78"/>
                    </a:cubicBezTo>
                    <a:lnTo>
                      <a:pt x="1" y="1548"/>
                    </a:lnTo>
                    <a:cubicBezTo>
                      <a:pt x="1" y="1593"/>
                      <a:pt x="45" y="1626"/>
                      <a:pt x="89" y="1637"/>
                    </a:cubicBezTo>
                    <a:lnTo>
                      <a:pt x="122" y="1637"/>
                    </a:lnTo>
                    <a:cubicBezTo>
                      <a:pt x="78" y="1626"/>
                      <a:pt x="45" y="1593"/>
                      <a:pt x="45" y="1548"/>
                    </a:cubicBezTo>
                    <a:lnTo>
                      <a:pt x="45" y="78"/>
                    </a:lnTo>
                    <a:cubicBezTo>
                      <a:pt x="45"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2079;p42">
                <a:extLst>
                  <a:ext uri="{FF2B5EF4-FFF2-40B4-BE49-F238E27FC236}">
                    <a16:creationId xmlns:a16="http://schemas.microsoft.com/office/drawing/2014/main" id="{9D612FE6-A8DF-27FE-1AC2-3B87F551B874}"/>
                  </a:ext>
                </a:extLst>
              </p:cNvPr>
              <p:cNvSpPr/>
              <p:nvPr/>
            </p:nvSpPr>
            <p:spPr>
              <a:xfrm>
                <a:off x="-302835"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2080;p42">
                <a:extLst>
                  <a:ext uri="{FF2B5EF4-FFF2-40B4-BE49-F238E27FC236}">
                    <a16:creationId xmlns:a16="http://schemas.microsoft.com/office/drawing/2014/main" id="{1565F18F-4F25-5AD7-E30D-141B07B54E0D}"/>
                  </a:ext>
                </a:extLst>
              </p:cNvPr>
              <p:cNvSpPr/>
              <p:nvPr/>
            </p:nvSpPr>
            <p:spPr>
              <a:xfrm>
                <a:off x="-642078" y="3491186"/>
                <a:ext cx="357644" cy="332493"/>
              </a:xfrm>
              <a:custGeom>
                <a:avLst/>
                <a:gdLst/>
                <a:ahLst/>
                <a:cxnLst/>
                <a:rect l="l" t="t" r="r" b="b"/>
                <a:pathLst>
                  <a:path w="1749" h="1626" extrusionOk="0">
                    <a:moveTo>
                      <a:pt x="78" y="0"/>
                    </a:moveTo>
                    <a:cubicBezTo>
                      <a:pt x="34" y="0"/>
                      <a:pt x="1" y="34"/>
                      <a:pt x="1" y="78"/>
                    </a:cubicBezTo>
                    <a:lnTo>
                      <a:pt x="1" y="1548"/>
                    </a:lnTo>
                    <a:cubicBezTo>
                      <a:pt x="1" y="1593"/>
                      <a:pt x="34" y="1626"/>
                      <a:pt x="78" y="1626"/>
                    </a:cubicBezTo>
                    <a:lnTo>
                      <a:pt x="1660" y="1626"/>
                    </a:lnTo>
                    <a:cubicBezTo>
                      <a:pt x="1704" y="1626"/>
                      <a:pt x="1748" y="1593"/>
                      <a:pt x="1748" y="1548"/>
                    </a:cubicBezTo>
                    <a:lnTo>
                      <a:pt x="1748" y="78"/>
                    </a:lnTo>
                    <a:cubicBezTo>
                      <a:pt x="1748" y="34"/>
                      <a:pt x="1704" y="0"/>
                      <a:pt x="16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2081;p42">
                <a:extLst>
                  <a:ext uri="{FF2B5EF4-FFF2-40B4-BE49-F238E27FC236}">
                    <a16:creationId xmlns:a16="http://schemas.microsoft.com/office/drawing/2014/main" id="{39A85DDE-30B7-8503-3F4A-C2B781C4BB78}"/>
                  </a:ext>
                </a:extLst>
              </p:cNvPr>
              <p:cNvSpPr/>
              <p:nvPr/>
            </p:nvSpPr>
            <p:spPr>
              <a:xfrm>
                <a:off x="-237195" y="3491186"/>
                <a:ext cx="22698" cy="334742"/>
              </a:xfrm>
              <a:custGeom>
                <a:avLst/>
                <a:gdLst/>
                <a:ahLst/>
                <a:cxnLst/>
                <a:rect l="l" t="t" r="r" b="b"/>
                <a:pathLst>
                  <a:path w="111" h="1637" extrusionOk="0">
                    <a:moveTo>
                      <a:pt x="78" y="0"/>
                    </a:moveTo>
                    <a:cubicBezTo>
                      <a:pt x="33" y="0"/>
                      <a:pt x="0" y="34"/>
                      <a:pt x="0" y="78"/>
                    </a:cubicBezTo>
                    <a:lnTo>
                      <a:pt x="0" y="1548"/>
                    </a:lnTo>
                    <a:cubicBezTo>
                      <a:pt x="0" y="1593"/>
                      <a:pt x="33" y="1626"/>
                      <a:pt x="78" y="1637"/>
                    </a:cubicBezTo>
                    <a:lnTo>
                      <a:pt x="111" y="1637"/>
                    </a:lnTo>
                    <a:cubicBezTo>
                      <a:pt x="67" y="1626"/>
                      <a:pt x="33" y="1593"/>
                      <a:pt x="33" y="1548"/>
                    </a:cubicBezTo>
                    <a:lnTo>
                      <a:pt x="33" y="78"/>
                    </a:lnTo>
                    <a:cubicBezTo>
                      <a:pt x="33" y="34"/>
                      <a:pt x="67" y="0"/>
                      <a:pt x="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2082;p42">
                <a:extLst>
                  <a:ext uri="{FF2B5EF4-FFF2-40B4-BE49-F238E27FC236}">
                    <a16:creationId xmlns:a16="http://schemas.microsoft.com/office/drawing/2014/main" id="{A5A92FB4-2525-2949-B80B-2588C8BF3A9C}"/>
                  </a:ext>
                </a:extLst>
              </p:cNvPr>
              <p:cNvSpPr/>
              <p:nvPr/>
            </p:nvSpPr>
            <p:spPr>
              <a:xfrm>
                <a:off x="111045" y="3491186"/>
                <a:ext cx="22698" cy="334742"/>
              </a:xfrm>
              <a:custGeom>
                <a:avLst/>
                <a:gdLst/>
                <a:ahLst/>
                <a:cxnLst/>
                <a:rect l="l" t="t" r="r" b="b"/>
                <a:pathLst>
                  <a:path w="111" h="1637" extrusionOk="0">
                    <a:moveTo>
                      <a:pt x="0" y="0"/>
                    </a:moveTo>
                    <a:cubicBezTo>
                      <a:pt x="44" y="0"/>
                      <a:pt x="78" y="34"/>
                      <a:pt x="78" y="78"/>
                    </a:cubicBezTo>
                    <a:lnTo>
                      <a:pt x="78" y="1548"/>
                    </a:lnTo>
                    <a:cubicBezTo>
                      <a:pt x="78" y="1593"/>
                      <a:pt x="44" y="1637"/>
                      <a:pt x="0" y="1637"/>
                    </a:cubicBezTo>
                    <a:lnTo>
                      <a:pt x="33" y="1637"/>
                    </a:lnTo>
                    <a:cubicBezTo>
                      <a:pt x="78" y="1637"/>
                      <a:pt x="111" y="1593"/>
                      <a:pt x="111" y="1548"/>
                    </a:cubicBezTo>
                    <a:lnTo>
                      <a:pt x="111" y="78"/>
                    </a:lnTo>
                    <a:cubicBezTo>
                      <a:pt x="111"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2083;p42">
                <a:extLst>
                  <a:ext uri="{FF2B5EF4-FFF2-40B4-BE49-F238E27FC236}">
                    <a16:creationId xmlns:a16="http://schemas.microsoft.com/office/drawing/2014/main" id="{9A64A9A1-7CF7-F8C3-4104-B5B1D52E2D34}"/>
                  </a:ext>
                </a:extLst>
              </p:cNvPr>
              <p:cNvSpPr/>
              <p:nvPr/>
            </p:nvSpPr>
            <p:spPr>
              <a:xfrm>
                <a:off x="-230447"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2084;p42">
                <a:extLst>
                  <a:ext uri="{FF2B5EF4-FFF2-40B4-BE49-F238E27FC236}">
                    <a16:creationId xmlns:a16="http://schemas.microsoft.com/office/drawing/2014/main" id="{C013A402-7231-AAA8-0110-433A12579526}"/>
                  </a:ext>
                </a:extLst>
              </p:cNvPr>
              <p:cNvSpPr/>
              <p:nvPr/>
            </p:nvSpPr>
            <p:spPr>
              <a:xfrm>
                <a:off x="174231" y="3491186"/>
                <a:ext cx="25152" cy="334742"/>
              </a:xfrm>
              <a:custGeom>
                <a:avLst/>
                <a:gdLst/>
                <a:ahLst/>
                <a:cxnLst/>
                <a:rect l="l" t="t" r="r" b="b"/>
                <a:pathLst>
                  <a:path w="123" h="1637" extrusionOk="0">
                    <a:moveTo>
                      <a:pt x="89" y="0"/>
                    </a:moveTo>
                    <a:cubicBezTo>
                      <a:pt x="34" y="0"/>
                      <a:pt x="1" y="34"/>
                      <a:pt x="1" y="78"/>
                    </a:cubicBezTo>
                    <a:lnTo>
                      <a:pt x="1" y="1548"/>
                    </a:lnTo>
                    <a:cubicBezTo>
                      <a:pt x="1" y="1593"/>
                      <a:pt x="34" y="1626"/>
                      <a:pt x="89" y="1637"/>
                    </a:cubicBezTo>
                    <a:lnTo>
                      <a:pt x="122" y="1637"/>
                    </a:lnTo>
                    <a:cubicBezTo>
                      <a:pt x="78" y="1626"/>
                      <a:pt x="34" y="1593"/>
                      <a:pt x="34" y="1548"/>
                    </a:cubicBezTo>
                    <a:lnTo>
                      <a:pt x="34"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2085;p42">
                <a:extLst>
                  <a:ext uri="{FF2B5EF4-FFF2-40B4-BE49-F238E27FC236}">
                    <a16:creationId xmlns:a16="http://schemas.microsoft.com/office/drawing/2014/main" id="{62F31F3C-2C2B-4950-EA4D-D1CD3A9D39B5}"/>
                  </a:ext>
                </a:extLst>
              </p:cNvPr>
              <p:cNvSpPr/>
              <p:nvPr/>
            </p:nvSpPr>
            <p:spPr>
              <a:xfrm>
                <a:off x="522471"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2086;p42">
                <a:extLst>
                  <a:ext uri="{FF2B5EF4-FFF2-40B4-BE49-F238E27FC236}">
                    <a16:creationId xmlns:a16="http://schemas.microsoft.com/office/drawing/2014/main" id="{71E5BD81-5206-AD29-C0E6-0CD69991AFF6}"/>
                  </a:ext>
                </a:extLst>
              </p:cNvPr>
              <p:cNvSpPr/>
              <p:nvPr/>
            </p:nvSpPr>
            <p:spPr>
              <a:xfrm>
                <a:off x="180979" y="3491186"/>
                <a:ext cx="357644" cy="332493"/>
              </a:xfrm>
              <a:custGeom>
                <a:avLst/>
                <a:gdLst/>
                <a:ahLst/>
                <a:cxnLst/>
                <a:rect l="l" t="t" r="r" b="b"/>
                <a:pathLst>
                  <a:path w="1749" h="1626" extrusionOk="0">
                    <a:moveTo>
                      <a:pt x="89" y="0"/>
                    </a:moveTo>
                    <a:cubicBezTo>
                      <a:pt x="45" y="0"/>
                      <a:pt x="1" y="34"/>
                      <a:pt x="1" y="78"/>
                    </a:cubicBezTo>
                    <a:lnTo>
                      <a:pt x="1" y="1548"/>
                    </a:lnTo>
                    <a:cubicBezTo>
                      <a:pt x="1" y="1593"/>
                      <a:pt x="45" y="1626"/>
                      <a:pt x="89" y="1626"/>
                    </a:cubicBezTo>
                    <a:lnTo>
                      <a:pt x="1671" y="1626"/>
                    </a:lnTo>
                    <a:cubicBezTo>
                      <a:pt x="1715" y="1626"/>
                      <a:pt x="1748" y="1593"/>
                      <a:pt x="1748" y="1548"/>
                    </a:cubicBezTo>
                    <a:lnTo>
                      <a:pt x="1748" y="78"/>
                    </a:lnTo>
                    <a:cubicBezTo>
                      <a:pt x="1748" y="34"/>
                      <a:pt x="1715" y="0"/>
                      <a:pt x="16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2087;p42">
                <a:extLst>
                  <a:ext uri="{FF2B5EF4-FFF2-40B4-BE49-F238E27FC236}">
                    <a16:creationId xmlns:a16="http://schemas.microsoft.com/office/drawing/2014/main" id="{07A250EB-EA6F-75CF-2129-84AABA4A84A7}"/>
                  </a:ext>
                </a:extLst>
              </p:cNvPr>
              <p:cNvSpPr/>
              <p:nvPr/>
            </p:nvSpPr>
            <p:spPr>
              <a:xfrm>
                <a:off x="585862" y="3491186"/>
                <a:ext cx="24947" cy="334742"/>
              </a:xfrm>
              <a:custGeom>
                <a:avLst/>
                <a:gdLst/>
                <a:ahLst/>
                <a:cxnLst/>
                <a:rect l="l" t="t" r="r" b="b"/>
                <a:pathLst>
                  <a:path w="122" h="1637" extrusionOk="0">
                    <a:moveTo>
                      <a:pt x="89" y="0"/>
                    </a:moveTo>
                    <a:cubicBezTo>
                      <a:pt x="44" y="0"/>
                      <a:pt x="0" y="34"/>
                      <a:pt x="11" y="78"/>
                    </a:cubicBezTo>
                    <a:lnTo>
                      <a:pt x="11" y="1548"/>
                    </a:lnTo>
                    <a:cubicBezTo>
                      <a:pt x="0" y="1593"/>
                      <a:pt x="44" y="1626"/>
                      <a:pt x="89" y="1637"/>
                    </a:cubicBezTo>
                    <a:lnTo>
                      <a:pt x="122" y="1637"/>
                    </a:lnTo>
                    <a:cubicBezTo>
                      <a:pt x="78" y="1626"/>
                      <a:pt x="44" y="1593"/>
                      <a:pt x="44" y="1548"/>
                    </a:cubicBezTo>
                    <a:lnTo>
                      <a:pt x="44" y="78"/>
                    </a:lnTo>
                    <a:cubicBezTo>
                      <a:pt x="4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2088;p42">
                <a:extLst>
                  <a:ext uri="{FF2B5EF4-FFF2-40B4-BE49-F238E27FC236}">
                    <a16:creationId xmlns:a16="http://schemas.microsoft.com/office/drawing/2014/main" id="{E74A94A1-5F55-0829-2866-1F2831896896}"/>
                  </a:ext>
                </a:extLst>
              </p:cNvPr>
              <p:cNvSpPr/>
              <p:nvPr/>
            </p:nvSpPr>
            <p:spPr>
              <a:xfrm>
                <a:off x="934101" y="3491186"/>
                <a:ext cx="24947" cy="334742"/>
              </a:xfrm>
              <a:custGeom>
                <a:avLst/>
                <a:gdLst/>
                <a:ahLst/>
                <a:cxnLst/>
                <a:rect l="l" t="t" r="r" b="b"/>
                <a:pathLst>
                  <a:path w="122" h="1637" extrusionOk="0">
                    <a:moveTo>
                      <a:pt x="0" y="0"/>
                    </a:moveTo>
                    <a:cubicBezTo>
                      <a:pt x="44" y="0"/>
                      <a:pt x="89" y="34"/>
                      <a:pt x="89" y="78"/>
                    </a:cubicBezTo>
                    <a:lnTo>
                      <a:pt x="89" y="1548"/>
                    </a:lnTo>
                    <a:cubicBezTo>
                      <a:pt x="89" y="1593"/>
                      <a:pt x="44" y="1637"/>
                      <a:pt x="0" y="1637"/>
                    </a:cubicBezTo>
                    <a:lnTo>
                      <a:pt x="44" y="1637"/>
                    </a:lnTo>
                    <a:cubicBezTo>
                      <a:pt x="89" y="1637"/>
                      <a:pt x="122" y="1593"/>
                      <a:pt x="122" y="1548"/>
                    </a:cubicBezTo>
                    <a:lnTo>
                      <a:pt x="122" y="78"/>
                    </a:lnTo>
                    <a:cubicBezTo>
                      <a:pt x="122" y="34"/>
                      <a:pt x="89"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2089;p42">
                <a:extLst>
                  <a:ext uri="{FF2B5EF4-FFF2-40B4-BE49-F238E27FC236}">
                    <a16:creationId xmlns:a16="http://schemas.microsoft.com/office/drawing/2014/main" id="{30A7DD16-DA8B-529E-A6B5-234171B809B2}"/>
                  </a:ext>
                </a:extLst>
              </p:cNvPr>
              <p:cNvSpPr/>
              <p:nvPr/>
            </p:nvSpPr>
            <p:spPr>
              <a:xfrm>
                <a:off x="594859"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59" y="1626"/>
                    </a:lnTo>
                    <a:cubicBezTo>
                      <a:pt x="1703" y="1626"/>
                      <a:pt x="1748" y="1593"/>
                      <a:pt x="1748" y="1548"/>
                    </a:cubicBezTo>
                    <a:lnTo>
                      <a:pt x="1748" y="78"/>
                    </a:lnTo>
                    <a:cubicBezTo>
                      <a:pt x="1748" y="34"/>
                      <a:pt x="1703" y="0"/>
                      <a:pt x="1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2090;p42">
                <a:extLst>
                  <a:ext uri="{FF2B5EF4-FFF2-40B4-BE49-F238E27FC236}">
                    <a16:creationId xmlns:a16="http://schemas.microsoft.com/office/drawing/2014/main" id="{1E6D8AD6-4BFD-438E-62AA-1FB6DB45E941}"/>
                  </a:ext>
                </a:extLst>
              </p:cNvPr>
              <p:cNvSpPr/>
              <p:nvPr/>
            </p:nvSpPr>
            <p:spPr>
              <a:xfrm>
                <a:off x="1863287" y="3561325"/>
                <a:ext cx="16154" cy="246609"/>
              </a:xfrm>
              <a:custGeom>
                <a:avLst/>
                <a:gdLst/>
                <a:ahLst/>
                <a:cxnLst/>
                <a:rect l="l" t="t" r="r" b="b"/>
                <a:pathLst>
                  <a:path w="79" h="1206" extrusionOk="0">
                    <a:moveTo>
                      <a:pt x="1" y="0"/>
                    </a:moveTo>
                    <a:lnTo>
                      <a:pt x="1" y="1205"/>
                    </a:lnTo>
                    <a:lnTo>
                      <a:pt x="78" y="1205"/>
                    </a:lnTo>
                    <a:lnTo>
                      <a:pt x="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2091;p42">
                <a:extLst>
                  <a:ext uri="{FF2B5EF4-FFF2-40B4-BE49-F238E27FC236}">
                    <a16:creationId xmlns:a16="http://schemas.microsoft.com/office/drawing/2014/main" id="{8EA110BF-99CD-DF9C-CF0B-C09BCFC4BAA1}"/>
                  </a:ext>
                </a:extLst>
              </p:cNvPr>
              <p:cNvSpPr/>
              <p:nvPr/>
            </p:nvSpPr>
            <p:spPr>
              <a:xfrm>
                <a:off x="2028307" y="3561325"/>
                <a:ext cx="135983" cy="246609"/>
              </a:xfrm>
              <a:custGeom>
                <a:avLst/>
                <a:gdLst/>
                <a:ahLst/>
                <a:cxnLst/>
                <a:rect l="l" t="t" r="r" b="b"/>
                <a:pathLst>
                  <a:path w="665" h="1206" extrusionOk="0">
                    <a:moveTo>
                      <a:pt x="1" y="0"/>
                    </a:moveTo>
                    <a:cubicBezTo>
                      <a:pt x="56" y="0"/>
                      <a:pt x="101" y="33"/>
                      <a:pt x="123" y="78"/>
                    </a:cubicBezTo>
                    <a:lnTo>
                      <a:pt x="554" y="1017"/>
                    </a:lnTo>
                    <a:cubicBezTo>
                      <a:pt x="587" y="1106"/>
                      <a:pt x="521" y="1194"/>
                      <a:pt x="432" y="1205"/>
                    </a:cubicBezTo>
                    <a:lnTo>
                      <a:pt x="499" y="1205"/>
                    </a:lnTo>
                    <a:cubicBezTo>
                      <a:pt x="598" y="1205"/>
                      <a:pt x="664" y="1106"/>
                      <a:pt x="631" y="1017"/>
                    </a:cubicBezTo>
                    <a:lnTo>
                      <a:pt x="200" y="78"/>
                    </a:lnTo>
                    <a:cubicBezTo>
                      <a:pt x="178" y="33"/>
                      <a:pt x="134"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2092;p42">
                <a:extLst>
                  <a:ext uri="{FF2B5EF4-FFF2-40B4-BE49-F238E27FC236}">
                    <a16:creationId xmlns:a16="http://schemas.microsoft.com/office/drawing/2014/main" id="{5792B47D-B868-57AA-3C2A-DB8B22E4A080}"/>
                  </a:ext>
                </a:extLst>
              </p:cNvPr>
              <p:cNvSpPr/>
              <p:nvPr/>
            </p:nvSpPr>
            <p:spPr>
              <a:xfrm>
                <a:off x="1876987" y="3563165"/>
                <a:ext cx="273805" cy="247018"/>
              </a:xfrm>
              <a:custGeom>
                <a:avLst/>
                <a:gdLst/>
                <a:ahLst/>
                <a:cxnLst/>
                <a:rect l="l" t="t" r="r" b="b"/>
                <a:pathLst>
                  <a:path w="1339" h="1208" extrusionOk="0">
                    <a:moveTo>
                      <a:pt x="762" y="0"/>
                    </a:moveTo>
                    <a:cubicBezTo>
                      <a:pt x="755" y="0"/>
                      <a:pt x="748" y="1"/>
                      <a:pt x="741" y="2"/>
                    </a:cubicBezTo>
                    <a:lnTo>
                      <a:pt x="0" y="2"/>
                    </a:lnTo>
                    <a:lnTo>
                      <a:pt x="0" y="1207"/>
                    </a:lnTo>
                    <a:lnTo>
                      <a:pt x="1172" y="1207"/>
                    </a:lnTo>
                    <a:cubicBezTo>
                      <a:pt x="1272" y="1196"/>
                      <a:pt x="1338" y="1097"/>
                      <a:pt x="1294" y="1008"/>
                    </a:cubicBezTo>
                    <a:lnTo>
                      <a:pt x="863" y="69"/>
                    </a:lnTo>
                    <a:cubicBezTo>
                      <a:pt x="843" y="30"/>
                      <a:pt x="808" y="0"/>
                      <a:pt x="7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2093;p42">
                <a:extLst>
                  <a:ext uri="{FF2B5EF4-FFF2-40B4-BE49-F238E27FC236}">
                    <a16:creationId xmlns:a16="http://schemas.microsoft.com/office/drawing/2014/main" id="{C357EE97-9163-8E44-868F-33244F6AC61A}"/>
                  </a:ext>
                </a:extLst>
              </p:cNvPr>
              <p:cNvSpPr/>
              <p:nvPr/>
            </p:nvSpPr>
            <p:spPr>
              <a:xfrm>
                <a:off x="2315610" y="4146974"/>
                <a:ext cx="384636" cy="58892"/>
              </a:xfrm>
              <a:custGeom>
                <a:avLst/>
                <a:gdLst/>
                <a:ahLst/>
                <a:cxnLst/>
                <a:rect l="l" t="t" r="r" b="b"/>
                <a:pathLst>
                  <a:path w="1881" h="288" extrusionOk="0">
                    <a:moveTo>
                      <a:pt x="0" y="0"/>
                    </a:moveTo>
                    <a:lnTo>
                      <a:pt x="0" y="288"/>
                    </a:lnTo>
                    <a:lnTo>
                      <a:pt x="1880" y="288"/>
                    </a:lnTo>
                    <a:lnTo>
                      <a:pt x="18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2094;p42">
                <a:extLst>
                  <a:ext uri="{FF2B5EF4-FFF2-40B4-BE49-F238E27FC236}">
                    <a16:creationId xmlns:a16="http://schemas.microsoft.com/office/drawing/2014/main" id="{8A127152-EFCB-20DC-E5A2-77A64E854250}"/>
                  </a:ext>
                </a:extLst>
              </p:cNvPr>
              <p:cNvSpPr/>
              <p:nvPr/>
            </p:nvSpPr>
            <p:spPr>
              <a:xfrm>
                <a:off x="2315610" y="4017943"/>
                <a:ext cx="384636" cy="129235"/>
              </a:xfrm>
              <a:custGeom>
                <a:avLst/>
                <a:gdLst/>
                <a:ahLst/>
                <a:cxnLst/>
                <a:rect l="l" t="t" r="r" b="b"/>
                <a:pathLst>
                  <a:path w="1881" h="632" extrusionOk="0">
                    <a:moveTo>
                      <a:pt x="0" y="1"/>
                    </a:moveTo>
                    <a:lnTo>
                      <a:pt x="0" y="631"/>
                    </a:lnTo>
                    <a:lnTo>
                      <a:pt x="1880" y="631"/>
                    </a:lnTo>
                    <a:lnTo>
                      <a:pt x="1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2095;p42">
                <a:extLst>
                  <a:ext uri="{FF2B5EF4-FFF2-40B4-BE49-F238E27FC236}">
                    <a16:creationId xmlns:a16="http://schemas.microsoft.com/office/drawing/2014/main" id="{B2BD0534-5E5C-CD50-501F-29C1DB91C73B}"/>
                  </a:ext>
                </a:extLst>
              </p:cNvPr>
              <p:cNvSpPr/>
              <p:nvPr/>
            </p:nvSpPr>
            <p:spPr>
              <a:xfrm>
                <a:off x="-501800" y="4205661"/>
                <a:ext cx="1472292" cy="174221"/>
              </a:xfrm>
              <a:custGeom>
                <a:avLst/>
                <a:gdLst/>
                <a:ahLst/>
                <a:cxnLst/>
                <a:rect l="l" t="t" r="r" b="b"/>
                <a:pathLst>
                  <a:path w="7200" h="852" extrusionOk="0">
                    <a:moveTo>
                      <a:pt x="1" y="1"/>
                    </a:moveTo>
                    <a:lnTo>
                      <a:pt x="1" y="852"/>
                    </a:lnTo>
                    <a:lnTo>
                      <a:pt x="7199" y="852"/>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2096;p42">
                <a:extLst>
                  <a:ext uri="{FF2B5EF4-FFF2-40B4-BE49-F238E27FC236}">
                    <a16:creationId xmlns:a16="http://schemas.microsoft.com/office/drawing/2014/main" id="{A6B55399-28F0-CF38-F2B2-279AA20BB1C4}"/>
                  </a:ext>
                </a:extLst>
              </p:cNvPr>
              <p:cNvSpPr/>
              <p:nvPr/>
            </p:nvSpPr>
            <p:spPr>
              <a:xfrm>
                <a:off x="-1749984" y="4205661"/>
                <a:ext cx="144980" cy="174221"/>
              </a:xfrm>
              <a:custGeom>
                <a:avLst/>
                <a:gdLst/>
                <a:ahLst/>
                <a:cxnLst/>
                <a:rect l="l" t="t" r="r" b="b"/>
                <a:pathLst>
                  <a:path w="709" h="852" extrusionOk="0">
                    <a:moveTo>
                      <a:pt x="1" y="1"/>
                    </a:moveTo>
                    <a:lnTo>
                      <a:pt x="1" y="852"/>
                    </a:lnTo>
                    <a:lnTo>
                      <a:pt x="708" y="852"/>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2097;p42">
                <a:extLst>
                  <a:ext uri="{FF2B5EF4-FFF2-40B4-BE49-F238E27FC236}">
                    <a16:creationId xmlns:a16="http://schemas.microsoft.com/office/drawing/2014/main" id="{95029927-F79B-AECC-2F38-CFC3CFA7B455}"/>
                  </a:ext>
                </a:extLst>
              </p:cNvPr>
              <p:cNvSpPr/>
              <p:nvPr/>
            </p:nvSpPr>
            <p:spPr>
              <a:xfrm>
                <a:off x="949847" y="4205661"/>
                <a:ext cx="18199" cy="398132"/>
              </a:xfrm>
              <a:custGeom>
                <a:avLst/>
                <a:gdLst/>
                <a:ahLst/>
                <a:cxnLst/>
                <a:rect l="l" t="t" r="r" b="b"/>
                <a:pathLst>
                  <a:path w="89" h="1947" extrusionOk="0">
                    <a:moveTo>
                      <a:pt x="1" y="1"/>
                    </a:moveTo>
                    <a:lnTo>
                      <a:pt x="1" y="1947"/>
                    </a:lnTo>
                    <a:lnTo>
                      <a:pt x="89" y="1947"/>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2098;p42">
                <a:extLst>
                  <a:ext uri="{FF2B5EF4-FFF2-40B4-BE49-F238E27FC236}">
                    <a16:creationId xmlns:a16="http://schemas.microsoft.com/office/drawing/2014/main" id="{746E91D7-B53C-6FE6-559A-7779B0631635}"/>
                  </a:ext>
                </a:extLst>
              </p:cNvPr>
              <p:cNvSpPr/>
              <p:nvPr/>
            </p:nvSpPr>
            <p:spPr>
              <a:xfrm>
                <a:off x="-1620953" y="4205661"/>
                <a:ext cx="15950" cy="398132"/>
              </a:xfrm>
              <a:custGeom>
                <a:avLst/>
                <a:gdLst/>
                <a:ahLst/>
                <a:cxnLst/>
                <a:rect l="l" t="t" r="r" b="b"/>
                <a:pathLst>
                  <a:path w="78" h="1947" extrusionOk="0">
                    <a:moveTo>
                      <a:pt x="0" y="1"/>
                    </a:moveTo>
                    <a:lnTo>
                      <a:pt x="0" y="1947"/>
                    </a:lnTo>
                    <a:lnTo>
                      <a:pt x="77" y="1947"/>
                    </a:lnTo>
                    <a:lnTo>
                      <a:pt x="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2099;p42">
                <a:extLst>
                  <a:ext uri="{FF2B5EF4-FFF2-40B4-BE49-F238E27FC236}">
                    <a16:creationId xmlns:a16="http://schemas.microsoft.com/office/drawing/2014/main" id="{C2078F81-AC7B-4945-45EE-235ACDDD8E2C}"/>
                  </a:ext>
                </a:extLst>
              </p:cNvPr>
              <p:cNvSpPr/>
              <p:nvPr/>
            </p:nvSpPr>
            <p:spPr>
              <a:xfrm>
                <a:off x="-743707" y="4477015"/>
                <a:ext cx="162975" cy="81590"/>
              </a:xfrm>
              <a:custGeom>
                <a:avLst/>
                <a:gdLst/>
                <a:ahLst/>
                <a:cxnLst/>
                <a:rect l="l" t="t" r="r" b="b"/>
                <a:pathLst>
                  <a:path w="797" h="399" extrusionOk="0">
                    <a:moveTo>
                      <a:pt x="0" y="0"/>
                    </a:moveTo>
                    <a:lnTo>
                      <a:pt x="0" y="399"/>
                    </a:lnTo>
                    <a:lnTo>
                      <a:pt x="797" y="399"/>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2100;p42">
                <a:extLst>
                  <a:ext uri="{FF2B5EF4-FFF2-40B4-BE49-F238E27FC236}">
                    <a16:creationId xmlns:a16="http://schemas.microsoft.com/office/drawing/2014/main" id="{B218AB9F-0A90-E7C1-12E8-063FFE839C79}"/>
                  </a:ext>
                </a:extLst>
              </p:cNvPr>
              <p:cNvSpPr/>
              <p:nvPr/>
            </p:nvSpPr>
            <p:spPr>
              <a:xfrm>
                <a:off x="-743707" y="4477015"/>
                <a:ext cx="162975" cy="34149"/>
              </a:xfrm>
              <a:custGeom>
                <a:avLst/>
                <a:gdLst/>
                <a:ahLst/>
                <a:cxnLst/>
                <a:rect l="l" t="t" r="r" b="b"/>
                <a:pathLst>
                  <a:path w="797" h="167" extrusionOk="0">
                    <a:moveTo>
                      <a:pt x="0" y="0"/>
                    </a:moveTo>
                    <a:lnTo>
                      <a:pt x="0" y="166"/>
                    </a:lnTo>
                    <a:lnTo>
                      <a:pt x="797" y="166"/>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2101;p42">
                <a:extLst>
                  <a:ext uri="{FF2B5EF4-FFF2-40B4-BE49-F238E27FC236}">
                    <a16:creationId xmlns:a16="http://schemas.microsoft.com/office/drawing/2014/main" id="{CAC54372-FAA1-E5F1-5F4E-50F83732EFBB}"/>
                  </a:ext>
                </a:extLst>
              </p:cNvPr>
              <p:cNvSpPr/>
              <p:nvPr/>
            </p:nvSpPr>
            <p:spPr>
              <a:xfrm>
                <a:off x="1829342" y="4515458"/>
                <a:ext cx="158476" cy="43146"/>
              </a:xfrm>
              <a:custGeom>
                <a:avLst/>
                <a:gdLst/>
                <a:ahLst/>
                <a:cxnLst/>
                <a:rect l="l" t="t" r="r" b="b"/>
                <a:pathLst>
                  <a:path w="775" h="211" extrusionOk="0">
                    <a:moveTo>
                      <a:pt x="1" y="0"/>
                    </a:moveTo>
                    <a:lnTo>
                      <a:pt x="1" y="211"/>
                    </a:lnTo>
                    <a:lnTo>
                      <a:pt x="775" y="211"/>
                    </a:lnTo>
                    <a:lnTo>
                      <a:pt x="7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2102;p42">
                <a:extLst>
                  <a:ext uri="{FF2B5EF4-FFF2-40B4-BE49-F238E27FC236}">
                    <a16:creationId xmlns:a16="http://schemas.microsoft.com/office/drawing/2014/main" id="{96F8D6C0-C53E-B47C-8487-0C4AED19C374}"/>
                  </a:ext>
                </a:extLst>
              </p:cNvPr>
              <p:cNvSpPr/>
              <p:nvPr/>
            </p:nvSpPr>
            <p:spPr>
              <a:xfrm>
                <a:off x="490776" y="3163394"/>
                <a:ext cx="334946" cy="40897"/>
              </a:xfrm>
              <a:custGeom>
                <a:avLst/>
                <a:gdLst/>
                <a:ahLst/>
                <a:cxnLst/>
                <a:rect l="l" t="t" r="r" b="b"/>
                <a:pathLst>
                  <a:path w="1638" h="200" extrusionOk="0">
                    <a:moveTo>
                      <a:pt x="1" y="0"/>
                    </a:moveTo>
                    <a:lnTo>
                      <a:pt x="1" y="199"/>
                    </a:lnTo>
                    <a:lnTo>
                      <a:pt x="1637" y="199"/>
                    </a:lnTo>
                    <a:lnTo>
                      <a:pt x="1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2103;p42">
                <a:extLst>
                  <a:ext uri="{FF2B5EF4-FFF2-40B4-BE49-F238E27FC236}">
                    <a16:creationId xmlns:a16="http://schemas.microsoft.com/office/drawing/2014/main" id="{ED892C1F-4E89-B390-A6D7-95F92008079E}"/>
                  </a:ext>
                </a:extLst>
              </p:cNvPr>
              <p:cNvSpPr/>
              <p:nvPr/>
            </p:nvSpPr>
            <p:spPr>
              <a:xfrm>
                <a:off x="825519" y="3163394"/>
                <a:ext cx="101834" cy="40897"/>
              </a:xfrm>
              <a:custGeom>
                <a:avLst/>
                <a:gdLst/>
                <a:ahLst/>
                <a:cxnLst/>
                <a:rect l="l" t="t" r="r" b="b"/>
                <a:pathLst>
                  <a:path w="498" h="200" extrusionOk="0">
                    <a:moveTo>
                      <a:pt x="0" y="0"/>
                    </a:moveTo>
                    <a:lnTo>
                      <a:pt x="0" y="199"/>
                    </a:lnTo>
                    <a:lnTo>
                      <a:pt x="498" y="199"/>
                    </a:lnTo>
                    <a:lnTo>
                      <a:pt x="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 name="Google Shape;2104;p42">
              <a:extLst>
                <a:ext uri="{FF2B5EF4-FFF2-40B4-BE49-F238E27FC236}">
                  <a16:creationId xmlns:a16="http://schemas.microsoft.com/office/drawing/2014/main" id="{D6471342-7C88-0062-23E4-E7DE72719605}"/>
                </a:ext>
              </a:extLst>
            </p:cNvPr>
            <p:cNvCxnSpPr/>
            <p:nvPr/>
          </p:nvCxnSpPr>
          <p:spPr>
            <a:xfrm>
              <a:off x="-261650" y="2954400"/>
              <a:ext cx="9582300" cy="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859717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p33"/>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Step by Step </a:t>
            </a:r>
            <a:endParaRPr dirty="0"/>
          </a:p>
        </p:txBody>
      </p:sp>
      <p:sp>
        <p:nvSpPr>
          <p:cNvPr id="1047" name="Google Shape;1047;p33"/>
          <p:cNvSpPr txBox="1">
            <a:spLocks noGrp="1"/>
          </p:cNvSpPr>
          <p:nvPr>
            <p:ph type="subTitle" idx="1"/>
          </p:nvPr>
        </p:nvSpPr>
        <p:spPr>
          <a:xfrm>
            <a:off x="1167950" y="2153363"/>
            <a:ext cx="2020523" cy="776400"/>
          </a:xfrm>
          <a:prstGeom prst="rect">
            <a:avLst/>
          </a:prstGeom>
        </p:spPr>
        <p:txBody>
          <a:bodyPr spcFirstLastPara="1" wrap="square" lIns="91425" tIns="91425" rIns="91425" bIns="91425" anchor="t" anchorCtr="0">
            <a:noAutofit/>
          </a:bodyPr>
          <a:lstStyle/>
          <a:p>
            <a:pPr algn="r"/>
            <a:r>
              <a:rPr lang="en-US" dirty="0"/>
              <a:t>GTFS-based summary using </a:t>
            </a:r>
            <a:r>
              <a:rPr lang="en-US" dirty="0" err="1"/>
              <a:t>tidytransit</a:t>
            </a:r>
            <a:endParaRPr lang="en-US" dirty="0"/>
          </a:p>
        </p:txBody>
      </p:sp>
      <p:sp>
        <p:nvSpPr>
          <p:cNvPr id="1049" name="Google Shape;1049;p33"/>
          <p:cNvSpPr txBox="1">
            <a:spLocks noGrp="1"/>
          </p:cNvSpPr>
          <p:nvPr>
            <p:ph type="subTitle" idx="3"/>
          </p:nvPr>
        </p:nvSpPr>
        <p:spPr>
          <a:xfrm>
            <a:off x="5487291" y="2147088"/>
            <a:ext cx="2488759" cy="776400"/>
          </a:xfrm>
          <a:prstGeom prst="rect">
            <a:avLst/>
          </a:prstGeom>
        </p:spPr>
        <p:txBody>
          <a:bodyPr spcFirstLastPara="1" wrap="square" lIns="91425" tIns="91425" rIns="91425" bIns="91425" anchor="t" anchorCtr="0">
            <a:noAutofit/>
          </a:bodyPr>
          <a:lstStyle/>
          <a:p>
            <a:pPr algn="r"/>
            <a:r>
              <a:rPr lang="en-US" dirty="0"/>
              <a:t>Travel time modeling using R5R (GTFS-based)</a:t>
            </a:r>
          </a:p>
          <a:p>
            <a:pPr algn="r"/>
            <a:r>
              <a:rPr lang="en-US" dirty="0"/>
              <a:t>Door-to-door travel times </a:t>
            </a:r>
          </a:p>
          <a:p>
            <a:pPr algn="r"/>
            <a:endParaRPr lang="en-US" dirty="0"/>
          </a:p>
        </p:txBody>
      </p:sp>
      <p:sp>
        <p:nvSpPr>
          <p:cNvPr id="1050" name="Google Shape;1050;p33"/>
          <p:cNvSpPr txBox="1">
            <a:spLocks noGrp="1"/>
          </p:cNvSpPr>
          <p:nvPr>
            <p:ph type="subTitle" idx="4"/>
          </p:nvPr>
        </p:nvSpPr>
        <p:spPr>
          <a:xfrm>
            <a:off x="1167950" y="1807038"/>
            <a:ext cx="2155695" cy="447600"/>
          </a:xfrm>
          <a:prstGeom prst="rect">
            <a:avLst/>
          </a:prstGeom>
        </p:spPr>
        <p:txBody>
          <a:bodyPr spcFirstLastPara="1" wrap="square" lIns="91425" tIns="91425" rIns="91425" bIns="91425" anchor="b" anchorCtr="0">
            <a:noAutofit/>
          </a:bodyPr>
          <a:lstStyle/>
          <a:p>
            <a:endParaRPr lang="en-US" dirty="0"/>
          </a:p>
          <a:p>
            <a:r>
              <a:rPr lang="en-US" dirty="0" err="1"/>
              <a:t>tidytransit</a:t>
            </a:r>
            <a:endParaRPr lang="en-US" dirty="0"/>
          </a:p>
        </p:txBody>
      </p:sp>
      <p:sp>
        <p:nvSpPr>
          <p:cNvPr id="1051" name="Google Shape;1051;p33"/>
          <p:cNvSpPr txBox="1">
            <a:spLocks noGrp="1"/>
          </p:cNvSpPr>
          <p:nvPr>
            <p:ph type="subTitle" idx="5"/>
          </p:nvPr>
        </p:nvSpPr>
        <p:spPr>
          <a:xfrm>
            <a:off x="5639650" y="1807038"/>
            <a:ext cx="2336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r5r</a:t>
            </a:r>
            <a:endParaRPr dirty="0"/>
          </a:p>
        </p:txBody>
      </p:sp>
      <p:sp>
        <p:nvSpPr>
          <p:cNvPr id="1052" name="Google Shape;1052;p33"/>
          <p:cNvSpPr txBox="1">
            <a:spLocks noGrp="1"/>
          </p:cNvSpPr>
          <p:nvPr>
            <p:ph type="subTitle" idx="6"/>
          </p:nvPr>
        </p:nvSpPr>
        <p:spPr>
          <a:xfrm>
            <a:off x="3403800" y="3096188"/>
            <a:ext cx="2336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Post-processing</a:t>
            </a:r>
            <a:endParaRPr dirty="0"/>
          </a:p>
        </p:txBody>
      </p:sp>
      <p:grpSp>
        <p:nvGrpSpPr>
          <p:cNvPr id="1053" name="Google Shape;1053;p33"/>
          <p:cNvGrpSpPr/>
          <p:nvPr/>
        </p:nvGrpSpPr>
        <p:grpSpPr>
          <a:xfrm>
            <a:off x="2168069" y="1318469"/>
            <a:ext cx="336178" cy="336178"/>
            <a:chOff x="1000125" y="2777325"/>
            <a:chExt cx="265250" cy="265250"/>
          </a:xfrm>
        </p:grpSpPr>
        <p:sp>
          <p:nvSpPr>
            <p:cNvPr id="1054" name="Google Shape;1054;p33"/>
            <p:cNvSpPr/>
            <p:nvPr/>
          </p:nvSpPr>
          <p:spPr>
            <a:xfrm>
              <a:off x="1124550" y="2808600"/>
              <a:ext cx="132125" cy="62250"/>
            </a:xfrm>
            <a:custGeom>
              <a:avLst/>
              <a:gdLst/>
              <a:ahLst/>
              <a:cxnLst/>
              <a:rect l="l" t="t" r="r" b="b"/>
              <a:pathLst>
                <a:path w="5285" h="2490" extrusionOk="0">
                  <a:moveTo>
                    <a:pt x="1" y="1"/>
                  </a:moveTo>
                  <a:lnTo>
                    <a:pt x="43" y="279"/>
                  </a:lnTo>
                  <a:cubicBezTo>
                    <a:pt x="195" y="1544"/>
                    <a:pt x="1280" y="2490"/>
                    <a:pt x="2559" y="2490"/>
                  </a:cubicBezTo>
                  <a:lnTo>
                    <a:pt x="5284" y="2490"/>
                  </a:lnTo>
                  <a:cubicBezTo>
                    <a:pt x="4603" y="974"/>
                    <a:pt x="3088" y="1"/>
                    <a:pt x="14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3"/>
            <p:cNvSpPr/>
            <p:nvPr/>
          </p:nvSpPr>
          <p:spPr>
            <a:xfrm>
              <a:off x="1039050" y="2863175"/>
              <a:ext cx="23650" cy="15675"/>
            </a:xfrm>
            <a:custGeom>
              <a:avLst/>
              <a:gdLst/>
              <a:ahLst/>
              <a:cxnLst/>
              <a:rect l="l" t="t" r="r" b="b"/>
              <a:pathLst>
                <a:path w="946" h="627" extrusionOk="0">
                  <a:moveTo>
                    <a:pt x="0" y="1"/>
                  </a:moveTo>
                  <a:lnTo>
                    <a:pt x="0" y="627"/>
                  </a:lnTo>
                  <a:lnTo>
                    <a:pt x="946" y="627"/>
                  </a:lnTo>
                  <a:lnTo>
                    <a:pt x="9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3"/>
            <p:cNvSpPr/>
            <p:nvPr/>
          </p:nvSpPr>
          <p:spPr>
            <a:xfrm>
              <a:off x="1000125" y="2863175"/>
              <a:ext cx="23300" cy="15675"/>
            </a:xfrm>
            <a:custGeom>
              <a:avLst/>
              <a:gdLst/>
              <a:ahLst/>
              <a:cxnLst/>
              <a:rect l="l" t="t" r="r" b="b"/>
              <a:pathLst>
                <a:path w="932" h="627" extrusionOk="0">
                  <a:moveTo>
                    <a:pt x="0" y="1"/>
                  </a:moveTo>
                  <a:lnTo>
                    <a:pt x="0" y="627"/>
                  </a:lnTo>
                  <a:lnTo>
                    <a:pt x="932" y="627"/>
                  </a:lnTo>
                  <a:lnTo>
                    <a:pt x="9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3"/>
            <p:cNvSpPr/>
            <p:nvPr/>
          </p:nvSpPr>
          <p:spPr>
            <a:xfrm>
              <a:off x="1000125" y="2933400"/>
              <a:ext cx="265250" cy="23325"/>
            </a:xfrm>
            <a:custGeom>
              <a:avLst/>
              <a:gdLst/>
              <a:ahLst/>
              <a:cxnLst/>
              <a:rect l="l" t="t" r="r" b="b"/>
              <a:pathLst>
                <a:path w="10610" h="933" extrusionOk="0">
                  <a:moveTo>
                    <a:pt x="0" y="1"/>
                  </a:moveTo>
                  <a:lnTo>
                    <a:pt x="0" y="932"/>
                  </a:lnTo>
                  <a:lnTo>
                    <a:pt x="10609" y="932"/>
                  </a:lnTo>
                  <a:lnTo>
                    <a:pt x="106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3"/>
            <p:cNvSpPr/>
            <p:nvPr/>
          </p:nvSpPr>
          <p:spPr>
            <a:xfrm>
              <a:off x="1000125" y="2972325"/>
              <a:ext cx="85875" cy="23675"/>
            </a:xfrm>
            <a:custGeom>
              <a:avLst/>
              <a:gdLst/>
              <a:ahLst/>
              <a:cxnLst/>
              <a:rect l="l" t="t" r="r" b="b"/>
              <a:pathLst>
                <a:path w="3435" h="947" extrusionOk="0">
                  <a:moveTo>
                    <a:pt x="0" y="1"/>
                  </a:moveTo>
                  <a:lnTo>
                    <a:pt x="0" y="946"/>
                  </a:lnTo>
                  <a:lnTo>
                    <a:pt x="3434" y="946"/>
                  </a:lnTo>
                  <a:lnTo>
                    <a:pt x="34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3"/>
            <p:cNvSpPr/>
            <p:nvPr/>
          </p:nvSpPr>
          <p:spPr>
            <a:xfrm>
              <a:off x="1023400" y="3011275"/>
              <a:ext cx="39300" cy="31300"/>
            </a:xfrm>
            <a:custGeom>
              <a:avLst/>
              <a:gdLst/>
              <a:ahLst/>
              <a:cxnLst/>
              <a:rect l="l" t="t" r="r" b="b"/>
              <a:pathLst>
                <a:path w="1572" h="1252" extrusionOk="0">
                  <a:moveTo>
                    <a:pt x="1" y="0"/>
                  </a:moveTo>
                  <a:lnTo>
                    <a:pt x="1" y="1252"/>
                  </a:lnTo>
                  <a:lnTo>
                    <a:pt x="1572" y="1252"/>
                  </a:lnTo>
                  <a:lnTo>
                    <a:pt x="15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3"/>
            <p:cNvSpPr/>
            <p:nvPr/>
          </p:nvSpPr>
          <p:spPr>
            <a:xfrm>
              <a:off x="1179475" y="2972325"/>
              <a:ext cx="85900" cy="23675"/>
            </a:xfrm>
            <a:custGeom>
              <a:avLst/>
              <a:gdLst/>
              <a:ahLst/>
              <a:cxnLst/>
              <a:rect l="l" t="t" r="r" b="b"/>
              <a:pathLst>
                <a:path w="3436" h="947" extrusionOk="0">
                  <a:moveTo>
                    <a:pt x="1" y="1"/>
                  </a:moveTo>
                  <a:lnTo>
                    <a:pt x="1" y="946"/>
                  </a:lnTo>
                  <a:lnTo>
                    <a:pt x="3435" y="946"/>
                  </a:lnTo>
                  <a:lnTo>
                    <a:pt x="34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3"/>
            <p:cNvSpPr/>
            <p:nvPr/>
          </p:nvSpPr>
          <p:spPr>
            <a:xfrm>
              <a:off x="1203125" y="3011275"/>
              <a:ext cx="38950" cy="31300"/>
            </a:xfrm>
            <a:custGeom>
              <a:avLst/>
              <a:gdLst/>
              <a:ahLst/>
              <a:cxnLst/>
              <a:rect l="l" t="t" r="r" b="b"/>
              <a:pathLst>
                <a:path w="1558" h="1252" extrusionOk="0">
                  <a:moveTo>
                    <a:pt x="0" y="0"/>
                  </a:moveTo>
                  <a:lnTo>
                    <a:pt x="0" y="1252"/>
                  </a:lnTo>
                  <a:lnTo>
                    <a:pt x="1557" y="1252"/>
                  </a:lnTo>
                  <a:lnTo>
                    <a:pt x="15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3"/>
            <p:cNvSpPr/>
            <p:nvPr/>
          </p:nvSpPr>
          <p:spPr>
            <a:xfrm>
              <a:off x="1000125" y="2777325"/>
              <a:ext cx="265250" cy="140450"/>
            </a:xfrm>
            <a:custGeom>
              <a:avLst/>
              <a:gdLst/>
              <a:ahLst/>
              <a:cxnLst/>
              <a:rect l="l" t="t" r="r" b="b"/>
              <a:pathLst>
                <a:path w="10610" h="5618" extrusionOk="0">
                  <a:moveTo>
                    <a:pt x="3128" y="626"/>
                  </a:moveTo>
                  <a:lnTo>
                    <a:pt x="3128" y="1252"/>
                  </a:lnTo>
                  <a:lnTo>
                    <a:pt x="1251" y="1252"/>
                  </a:lnTo>
                  <a:lnTo>
                    <a:pt x="1251" y="626"/>
                  </a:lnTo>
                  <a:close/>
                  <a:moveTo>
                    <a:pt x="0" y="0"/>
                  </a:moveTo>
                  <a:lnTo>
                    <a:pt x="0" y="626"/>
                  </a:lnTo>
                  <a:lnTo>
                    <a:pt x="626" y="626"/>
                  </a:lnTo>
                  <a:lnTo>
                    <a:pt x="626" y="1252"/>
                  </a:lnTo>
                  <a:lnTo>
                    <a:pt x="0" y="1252"/>
                  </a:lnTo>
                  <a:lnTo>
                    <a:pt x="0" y="2809"/>
                  </a:lnTo>
                  <a:lnTo>
                    <a:pt x="3128" y="2809"/>
                  </a:lnTo>
                  <a:lnTo>
                    <a:pt x="3128" y="4686"/>
                  </a:lnTo>
                  <a:lnTo>
                    <a:pt x="0" y="4686"/>
                  </a:lnTo>
                  <a:lnTo>
                    <a:pt x="0" y="5618"/>
                  </a:lnTo>
                  <a:lnTo>
                    <a:pt x="10609" y="5618"/>
                  </a:lnTo>
                  <a:lnTo>
                    <a:pt x="10609" y="5465"/>
                  </a:lnTo>
                  <a:cubicBezTo>
                    <a:pt x="10609" y="5089"/>
                    <a:pt x="10567" y="4728"/>
                    <a:pt x="10470" y="4366"/>
                  </a:cubicBezTo>
                  <a:lnTo>
                    <a:pt x="7536" y="4366"/>
                  </a:lnTo>
                  <a:cubicBezTo>
                    <a:pt x="7527" y="4367"/>
                    <a:pt x="7518" y="4367"/>
                    <a:pt x="7509" y="4367"/>
                  </a:cubicBezTo>
                  <a:cubicBezTo>
                    <a:pt x="5922" y="4367"/>
                    <a:pt x="4587" y="3175"/>
                    <a:pt x="4394" y="1599"/>
                  </a:cubicBezTo>
                  <a:lnTo>
                    <a:pt x="4338" y="1252"/>
                  </a:lnTo>
                  <a:lnTo>
                    <a:pt x="3740" y="1252"/>
                  </a:lnTo>
                  <a:lnTo>
                    <a:pt x="3740" y="640"/>
                  </a:lnTo>
                  <a:lnTo>
                    <a:pt x="10609" y="640"/>
                  </a:lnTo>
                  <a:lnTo>
                    <a:pt x="106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3" name="Google Shape;1063;p33"/>
          <p:cNvGrpSpPr/>
          <p:nvPr/>
        </p:nvGrpSpPr>
        <p:grpSpPr>
          <a:xfrm>
            <a:off x="6639990" y="1318344"/>
            <a:ext cx="335734" cy="336305"/>
            <a:chOff x="4089675" y="2777325"/>
            <a:chExt cx="264900" cy="265350"/>
          </a:xfrm>
        </p:grpSpPr>
        <p:sp>
          <p:nvSpPr>
            <p:cNvPr id="1064" name="Google Shape;1064;p33"/>
            <p:cNvSpPr/>
            <p:nvPr/>
          </p:nvSpPr>
          <p:spPr>
            <a:xfrm>
              <a:off x="4103225" y="3001175"/>
              <a:ext cx="48700" cy="41500"/>
            </a:xfrm>
            <a:custGeom>
              <a:avLst/>
              <a:gdLst/>
              <a:ahLst/>
              <a:cxnLst/>
              <a:rect l="l" t="t" r="r" b="b"/>
              <a:pathLst>
                <a:path w="1948" h="1660" extrusionOk="0">
                  <a:moveTo>
                    <a:pt x="1138" y="1"/>
                  </a:moveTo>
                  <a:cubicBezTo>
                    <a:pt x="1130" y="1"/>
                    <a:pt x="1121" y="1"/>
                    <a:pt x="1113" y="1"/>
                  </a:cubicBezTo>
                  <a:cubicBezTo>
                    <a:pt x="376" y="1"/>
                    <a:pt x="1" y="891"/>
                    <a:pt x="529" y="1419"/>
                  </a:cubicBezTo>
                  <a:cubicBezTo>
                    <a:pt x="700" y="1585"/>
                    <a:pt x="908" y="1660"/>
                    <a:pt x="1111" y="1660"/>
                  </a:cubicBezTo>
                  <a:cubicBezTo>
                    <a:pt x="1539" y="1660"/>
                    <a:pt x="1948" y="1330"/>
                    <a:pt x="1948" y="821"/>
                  </a:cubicBezTo>
                  <a:cubicBezTo>
                    <a:pt x="1948" y="371"/>
                    <a:pt x="1585" y="1"/>
                    <a:pt x="11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3"/>
            <p:cNvSpPr/>
            <p:nvPr/>
          </p:nvSpPr>
          <p:spPr>
            <a:xfrm>
              <a:off x="4144950" y="3001175"/>
              <a:ext cx="48700" cy="41500"/>
            </a:xfrm>
            <a:custGeom>
              <a:avLst/>
              <a:gdLst/>
              <a:ahLst/>
              <a:cxnLst/>
              <a:rect l="l" t="t" r="r" b="b"/>
              <a:pathLst>
                <a:path w="1948" h="1660" extrusionOk="0">
                  <a:moveTo>
                    <a:pt x="1137" y="1"/>
                  </a:moveTo>
                  <a:cubicBezTo>
                    <a:pt x="1129" y="1"/>
                    <a:pt x="1121" y="1"/>
                    <a:pt x="1113" y="1"/>
                  </a:cubicBezTo>
                  <a:cubicBezTo>
                    <a:pt x="362" y="1"/>
                    <a:pt x="0" y="891"/>
                    <a:pt x="529" y="1419"/>
                  </a:cubicBezTo>
                  <a:cubicBezTo>
                    <a:pt x="695" y="1585"/>
                    <a:pt x="901" y="1660"/>
                    <a:pt x="1105" y="1660"/>
                  </a:cubicBezTo>
                  <a:cubicBezTo>
                    <a:pt x="1532" y="1660"/>
                    <a:pt x="1947" y="1330"/>
                    <a:pt x="1947" y="821"/>
                  </a:cubicBezTo>
                  <a:cubicBezTo>
                    <a:pt x="1947" y="371"/>
                    <a:pt x="1585" y="1"/>
                    <a:pt x="11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3"/>
            <p:cNvSpPr/>
            <p:nvPr/>
          </p:nvSpPr>
          <p:spPr>
            <a:xfrm>
              <a:off x="4243675" y="3001175"/>
              <a:ext cx="48675" cy="41500"/>
            </a:xfrm>
            <a:custGeom>
              <a:avLst/>
              <a:gdLst/>
              <a:ahLst/>
              <a:cxnLst/>
              <a:rect l="l" t="t" r="r" b="b"/>
              <a:pathLst>
                <a:path w="1947" h="1660" extrusionOk="0">
                  <a:moveTo>
                    <a:pt x="1137" y="1"/>
                  </a:moveTo>
                  <a:cubicBezTo>
                    <a:pt x="1129" y="1"/>
                    <a:pt x="1121" y="1"/>
                    <a:pt x="1113" y="1"/>
                  </a:cubicBezTo>
                  <a:cubicBezTo>
                    <a:pt x="376" y="1"/>
                    <a:pt x="0" y="891"/>
                    <a:pt x="529" y="1419"/>
                  </a:cubicBezTo>
                  <a:cubicBezTo>
                    <a:pt x="699" y="1585"/>
                    <a:pt x="907" y="1660"/>
                    <a:pt x="1111" y="1660"/>
                  </a:cubicBezTo>
                  <a:cubicBezTo>
                    <a:pt x="1538" y="1660"/>
                    <a:pt x="1947" y="1330"/>
                    <a:pt x="1947" y="821"/>
                  </a:cubicBezTo>
                  <a:cubicBezTo>
                    <a:pt x="1947" y="371"/>
                    <a:pt x="1585" y="1"/>
                    <a:pt x="11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3"/>
            <p:cNvSpPr/>
            <p:nvPr/>
          </p:nvSpPr>
          <p:spPr>
            <a:xfrm>
              <a:off x="4285475" y="3001175"/>
              <a:ext cx="48600" cy="41500"/>
            </a:xfrm>
            <a:custGeom>
              <a:avLst/>
              <a:gdLst/>
              <a:ahLst/>
              <a:cxnLst/>
              <a:rect l="l" t="t" r="r" b="b"/>
              <a:pathLst>
                <a:path w="1944" h="1660" extrusionOk="0">
                  <a:moveTo>
                    <a:pt x="1092" y="1"/>
                  </a:moveTo>
                  <a:cubicBezTo>
                    <a:pt x="367" y="1"/>
                    <a:pt x="1" y="895"/>
                    <a:pt x="525" y="1419"/>
                  </a:cubicBezTo>
                  <a:cubicBezTo>
                    <a:pt x="691" y="1585"/>
                    <a:pt x="898" y="1660"/>
                    <a:pt x="1101" y="1660"/>
                  </a:cubicBezTo>
                  <a:cubicBezTo>
                    <a:pt x="1529" y="1660"/>
                    <a:pt x="1943" y="1330"/>
                    <a:pt x="1943" y="821"/>
                  </a:cubicBezTo>
                  <a:cubicBezTo>
                    <a:pt x="1943" y="362"/>
                    <a:pt x="1568" y="1"/>
                    <a:pt x="1109" y="1"/>
                  </a:cubicBezTo>
                  <a:cubicBezTo>
                    <a:pt x="1104" y="1"/>
                    <a:pt x="1098" y="1"/>
                    <a:pt x="10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3"/>
            <p:cNvSpPr/>
            <p:nvPr/>
          </p:nvSpPr>
          <p:spPr>
            <a:xfrm>
              <a:off x="4230100" y="2933400"/>
              <a:ext cx="30975" cy="15675"/>
            </a:xfrm>
            <a:custGeom>
              <a:avLst/>
              <a:gdLst/>
              <a:ahLst/>
              <a:cxnLst/>
              <a:rect l="l" t="t" r="r" b="b"/>
              <a:pathLst>
                <a:path w="1239" h="627" extrusionOk="0">
                  <a:moveTo>
                    <a:pt x="1" y="1"/>
                  </a:moveTo>
                  <a:lnTo>
                    <a:pt x="1" y="626"/>
                  </a:lnTo>
                  <a:lnTo>
                    <a:pt x="1238" y="626"/>
                  </a:lnTo>
                  <a:lnTo>
                    <a:pt x="12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3"/>
            <p:cNvSpPr/>
            <p:nvPr/>
          </p:nvSpPr>
          <p:spPr>
            <a:xfrm>
              <a:off x="4136250" y="2933400"/>
              <a:ext cx="31325" cy="15675"/>
            </a:xfrm>
            <a:custGeom>
              <a:avLst/>
              <a:gdLst/>
              <a:ahLst/>
              <a:cxnLst/>
              <a:rect l="l" t="t" r="r" b="b"/>
              <a:pathLst>
                <a:path w="1253" h="627" extrusionOk="0">
                  <a:moveTo>
                    <a:pt x="1" y="1"/>
                  </a:moveTo>
                  <a:lnTo>
                    <a:pt x="1" y="626"/>
                  </a:lnTo>
                  <a:lnTo>
                    <a:pt x="1252" y="626"/>
                  </a:lnTo>
                  <a:lnTo>
                    <a:pt x="12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3"/>
            <p:cNvSpPr/>
            <p:nvPr/>
          </p:nvSpPr>
          <p:spPr>
            <a:xfrm>
              <a:off x="4183175" y="2933400"/>
              <a:ext cx="31325" cy="15675"/>
            </a:xfrm>
            <a:custGeom>
              <a:avLst/>
              <a:gdLst/>
              <a:ahLst/>
              <a:cxnLst/>
              <a:rect l="l" t="t" r="r" b="b"/>
              <a:pathLst>
                <a:path w="1253" h="627" extrusionOk="0">
                  <a:moveTo>
                    <a:pt x="1" y="1"/>
                  </a:moveTo>
                  <a:lnTo>
                    <a:pt x="1" y="626"/>
                  </a:lnTo>
                  <a:lnTo>
                    <a:pt x="1252" y="626"/>
                  </a:lnTo>
                  <a:lnTo>
                    <a:pt x="12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3"/>
            <p:cNvSpPr/>
            <p:nvPr/>
          </p:nvSpPr>
          <p:spPr>
            <a:xfrm>
              <a:off x="4276700" y="2933400"/>
              <a:ext cx="31300" cy="15675"/>
            </a:xfrm>
            <a:custGeom>
              <a:avLst/>
              <a:gdLst/>
              <a:ahLst/>
              <a:cxnLst/>
              <a:rect l="l" t="t" r="r" b="b"/>
              <a:pathLst>
                <a:path w="1252" h="627" extrusionOk="0">
                  <a:moveTo>
                    <a:pt x="0" y="1"/>
                  </a:moveTo>
                  <a:lnTo>
                    <a:pt x="0" y="626"/>
                  </a:lnTo>
                  <a:lnTo>
                    <a:pt x="1252" y="626"/>
                  </a:lnTo>
                  <a:lnTo>
                    <a:pt x="12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3"/>
            <p:cNvSpPr/>
            <p:nvPr/>
          </p:nvSpPr>
          <p:spPr>
            <a:xfrm>
              <a:off x="4089675" y="2777325"/>
              <a:ext cx="264900" cy="109175"/>
            </a:xfrm>
            <a:custGeom>
              <a:avLst/>
              <a:gdLst/>
              <a:ahLst/>
              <a:cxnLst/>
              <a:rect l="l" t="t" r="r" b="b"/>
              <a:pathLst>
                <a:path w="10596" h="4367" extrusionOk="0">
                  <a:moveTo>
                    <a:pt x="2809" y="0"/>
                  </a:moveTo>
                  <a:lnTo>
                    <a:pt x="2809" y="626"/>
                  </a:lnTo>
                  <a:lnTo>
                    <a:pt x="4672" y="626"/>
                  </a:lnTo>
                  <a:lnTo>
                    <a:pt x="4672" y="2183"/>
                  </a:lnTo>
                  <a:lnTo>
                    <a:pt x="3741" y="2183"/>
                  </a:lnTo>
                  <a:lnTo>
                    <a:pt x="3741" y="3435"/>
                  </a:lnTo>
                  <a:lnTo>
                    <a:pt x="1" y="3435"/>
                  </a:lnTo>
                  <a:lnTo>
                    <a:pt x="1" y="4366"/>
                  </a:lnTo>
                  <a:lnTo>
                    <a:pt x="10596" y="4366"/>
                  </a:lnTo>
                  <a:lnTo>
                    <a:pt x="10596" y="3435"/>
                  </a:lnTo>
                  <a:lnTo>
                    <a:pt x="6855" y="3435"/>
                  </a:lnTo>
                  <a:lnTo>
                    <a:pt x="6855" y="2183"/>
                  </a:lnTo>
                  <a:lnTo>
                    <a:pt x="5924" y="2183"/>
                  </a:lnTo>
                  <a:lnTo>
                    <a:pt x="5924" y="626"/>
                  </a:lnTo>
                  <a:lnTo>
                    <a:pt x="7801" y="626"/>
                  </a:lnTo>
                  <a:lnTo>
                    <a:pt x="78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3"/>
            <p:cNvSpPr/>
            <p:nvPr/>
          </p:nvSpPr>
          <p:spPr>
            <a:xfrm>
              <a:off x="4089675" y="2902125"/>
              <a:ext cx="264900" cy="109525"/>
            </a:xfrm>
            <a:custGeom>
              <a:avLst/>
              <a:gdLst/>
              <a:ahLst/>
              <a:cxnLst/>
              <a:rect l="l" t="t" r="r" b="b"/>
              <a:pathLst>
                <a:path w="10596" h="4381" extrusionOk="0">
                  <a:moveTo>
                    <a:pt x="9358" y="626"/>
                  </a:moveTo>
                  <a:lnTo>
                    <a:pt x="9358" y="2503"/>
                  </a:lnTo>
                  <a:lnTo>
                    <a:pt x="1238" y="2503"/>
                  </a:lnTo>
                  <a:lnTo>
                    <a:pt x="1238" y="626"/>
                  </a:lnTo>
                  <a:close/>
                  <a:moveTo>
                    <a:pt x="1" y="0"/>
                  </a:moveTo>
                  <a:lnTo>
                    <a:pt x="1" y="4366"/>
                  </a:lnTo>
                  <a:lnTo>
                    <a:pt x="265" y="4366"/>
                  </a:lnTo>
                  <a:cubicBezTo>
                    <a:pt x="455" y="3718"/>
                    <a:pt x="1051" y="3325"/>
                    <a:pt x="1666" y="3325"/>
                  </a:cubicBezTo>
                  <a:cubicBezTo>
                    <a:pt x="1949" y="3325"/>
                    <a:pt x="2236" y="3408"/>
                    <a:pt x="2490" y="3587"/>
                  </a:cubicBezTo>
                  <a:cubicBezTo>
                    <a:pt x="2724" y="3431"/>
                    <a:pt x="2983" y="3336"/>
                    <a:pt x="3266" y="3336"/>
                  </a:cubicBezTo>
                  <a:cubicBezTo>
                    <a:pt x="3285" y="3336"/>
                    <a:pt x="3304" y="3336"/>
                    <a:pt x="3324" y="3337"/>
                  </a:cubicBezTo>
                  <a:cubicBezTo>
                    <a:pt x="3963" y="3337"/>
                    <a:pt x="4533" y="3754"/>
                    <a:pt x="4714" y="4380"/>
                  </a:cubicBezTo>
                  <a:lnTo>
                    <a:pt x="5882" y="4380"/>
                  </a:lnTo>
                  <a:cubicBezTo>
                    <a:pt x="6072" y="3725"/>
                    <a:pt x="6657" y="3336"/>
                    <a:pt x="7270" y="3336"/>
                  </a:cubicBezTo>
                  <a:cubicBezTo>
                    <a:pt x="7555" y="3336"/>
                    <a:pt x="7846" y="3420"/>
                    <a:pt x="8107" y="3601"/>
                  </a:cubicBezTo>
                  <a:cubicBezTo>
                    <a:pt x="8363" y="3420"/>
                    <a:pt x="8653" y="3336"/>
                    <a:pt x="8938" y="3336"/>
                  </a:cubicBezTo>
                  <a:cubicBezTo>
                    <a:pt x="9551" y="3336"/>
                    <a:pt x="10142" y="3725"/>
                    <a:pt x="10332" y="4380"/>
                  </a:cubicBezTo>
                  <a:lnTo>
                    <a:pt x="10596" y="4380"/>
                  </a:lnTo>
                  <a:lnTo>
                    <a:pt x="105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4" name="Google Shape;1074;p33"/>
          <p:cNvGrpSpPr/>
          <p:nvPr/>
        </p:nvGrpSpPr>
        <p:grpSpPr>
          <a:xfrm>
            <a:off x="4403919" y="2726132"/>
            <a:ext cx="336178" cy="217644"/>
            <a:chOff x="1000125" y="4192950"/>
            <a:chExt cx="265250" cy="171725"/>
          </a:xfrm>
        </p:grpSpPr>
        <p:sp>
          <p:nvSpPr>
            <p:cNvPr id="1075" name="Google Shape;1075;p33"/>
            <p:cNvSpPr/>
            <p:nvPr/>
          </p:nvSpPr>
          <p:spPr>
            <a:xfrm>
              <a:off x="1059550" y="4302425"/>
              <a:ext cx="21925" cy="15675"/>
            </a:xfrm>
            <a:custGeom>
              <a:avLst/>
              <a:gdLst/>
              <a:ahLst/>
              <a:cxnLst/>
              <a:rect l="l" t="t" r="r" b="b"/>
              <a:pathLst>
                <a:path w="877" h="627" extrusionOk="0">
                  <a:moveTo>
                    <a:pt x="307" y="1"/>
                  </a:moveTo>
                  <a:lnTo>
                    <a:pt x="1" y="627"/>
                  </a:lnTo>
                  <a:lnTo>
                    <a:pt x="877" y="627"/>
                  </a:lnTo>
                  <a:lnTo>
                    <a:pt x="55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3"/>
            <p:cNvSpPr/>
            <p:nvPr/>
          </p:nvSpPr>
          <p:spPr>
            <a:xfrm>
              <a:off x="1047050" y="4239875"/>
              <a:ext cx="46600" cy="15650"/>
            </a:xfrm>
            <a:custGeom>
              <a:avLst/>
              <a:gdLst/>
              <a:ahLst/>
              <a:cxnLst/>
              <a:rect l="l" t="t" r="r" b="b"/>
              <a:pathLst>
                <a:path w="1864" h="626" extrusionOk="0">
                  <a:moveTo>
                    <a:pt x="0" y="0"/>
                  </a:moveTo>
                  <a:lnTo>
                    <a:pt x="0" y="320"/>
                  </a:lnTo>
                  <a:cubicBezTo>
                    <a:pt x="0" y="487"/>
                    <a:pt x="139" y="626"/>
                    <a:pt x="306" y="626"/>
                  </a:cubicBezTo>
                  <a:lnTo>
                    <a:pt x="1557" y="626"/>
                  </a:lnTo>
                  <a:cubicBezTo>
                    <a:pt x="1724" y="626"/>
                    <a:pt x="1863" y="487"/>
                    <a:pt x="1863" y="320"/>
                  </a:cubicBezTo>
                  <a:lnTo>
                    <a:pt x="186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3"/>
            <p:cNvSpPr/>
            <p:nvPr/>
          </p:nvSpPr>
          <p:spPr>
            <a:xfrm>
              <a:off x="1046700" y="4269750"/>
              <a:ext cx="46950" cy="17075"/>
            </a:xfrm>
            <a:custGeom>
              <a:avLst/>
              <a:gdLst/>
              <a:ahLst/>
              <a:cxnLst/>
              <a:rect l="l" t="t" r="r" b="b"/>
              <a:pathLst>
                <a:path w="1878" h="683" extrusionOk="0">
                  <a:moveTo>
                    <a:pt x="0" y="1"/>
                  </a:moveTo>
                  <a:lnTo>
                    <a:pt x="0" y="682"/>
                  </a:lnTo>
                  <a:lnTo>
                    <a:pt x="1877" y="682"/>
                  </a:lnTo>
                  <a:lnTo>
                    <a:pt x="1877" y="1"/>
                  </a:lnTo>
                  <a:cubicBezTo>
                    <a:pt x="1752" y="50"/>
                    <a:pt x="1658" y="60"/>
                    <a:pt x="1448" y="60"/>
                  </a:cubicBezTo>
                  <a:cubicBezTo>
                    <a:pt x="1290" y="60"/>
                    <a:pt x="1067" y="54"/>
                    <a:pt x="716" y="54"/>
                  </a:cubicBezTo>
                  <a:cubicBezTo>
                    <a:pt x="599" y="54"/>
                    <a:pt x="468" y="55"/>
                    <a:pt x="320" y="57"/>
                  </a:cubicBezTo>
                  <a:cubicBezTo>
                    <a:pt x="209" y="57"/>
                    <a:pt x="111" y="43"/>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3"/>
            <p:cNvSpPr/>
            <p:nvPr/>
          </p:nvSpPr>
          <p:spPr>
            <a:xfrm>
              <a:off x="1000125" y="4192950"/>
              <a:ext cx="265250" cy="171725"/>
            </a:xfrm>
            <a:custGeom>
              <a:avLst/>
              <a:gdLst/>
              <a:ahLst/>
              <a:cxnLst/>
              <a:rect l="l" t="t" r="r" b="b"/>
              <a:pathLst>
                <a:path w="10610" h="6869" extrusionOk="0">
                  <a:moveTo>
                    <a:pt x="7494" y="1265"/>
                  </a:moveTo>
                  <a:lnTo>
                    <a:pt x="7494" y="1877"/>
                  </a:lnTo>
                  <a:lnTo>
                    <a:pt x="4992" y="1877"/>
                  </a:lnTo>
                  <a:lnTo>
                    <a:pt x="4992" y="1265"/>
                  </a:lnTo>
                  <a:close/>
                  <a:moveTo>
                    <a:pt x="7494" y="2503"/>
                  </a:moveTo>
                  <a:lnTo>
                    <a:pt x="7494" y="3129"/>
                  </a:lnTo>
                  <a:lnTo>
                    <a:pt x="4992" y="3129"/>
                  </a:lnTo>
                  <a:lnTo>
                    <a:pt x="4992" y="2503"/>
                  </a:lnTo>
                  <a:close/>
                  <a:moveTo>
                    <a:pt x="8746" y="2197"/>
                  </a:moveTo>
                  <a:lnTo>
                    <a:pt x="8746" y="3129"/>
                  </a:lnTo>
                  <a:lnTo>
                    <a:pt x="8120" y="3129"/>
                  </a:lnTo>
                  <a:lnTo>
                    <a:pt x="8120" y="2197"/>
                  </a:lnTo>
                  <a:close/>
                  <a:moveTo>
                    <a:pt x="6549" y="3754"/>
                  </a:moveTo>
                  <a:lnTo>
                    <a:pt x="6549" y="4380"/>
                  </a:lnTo>
                  <a:lnTo>
                    <a:pt x="4992" y="4380"/>
                  </a:lnTo>
                  <a:lnTo>
                    <a:pt x="4992" y="3754"/>
                  </a:lnTo>
                  <a:close/>
                  <a:moveTo>
                    <a:pt x="8746" y="3754"/>
                  </a:moveTo>
                  <a:lnTo>
                    <a:pt x="8746" y="4686"/>
                  </a:lnTo>
                  <a:lnTo>
                    <a:pt x="8120" y="4686"/>
                  </a:lnTo>
                  <a:lnTo>
                    <a:pt x="8120" y="3754"/>
                  </a:lnTo>
                  <a:close/>
                  <a:moveTo>
                    <a:pt x="4380" y="1265"/>
                  </a:moveTo>
                  <a:lnTo>
                    <a:pt x="4366" y="4380"/>
                  </a:lnTo>
                  <a:lnTo>
                    <a:pt x="3629" y="4380"/>
                  </a:lnTo>
                  <a:lnTo>
                    <a:pt x="3935" y="5006"/>
                  </a:lnTo>
                  <a:lnTo>
                    <a:pt x="4366" y="5006"/>
                  </a:lnTo>
                  <a:lnTo>
                    <a:pt x="4366" y="5631"/>
                  </a:lnTo>
                  <a:lnTo>
                    <a:pt x="1237" y="5631"/>
                  </a:lnTo>
                  <a:lnTo>
                    <a:pt x="1237" y="5006"/>
                  </a:lnTo>
                  <a:lnTo>
                    <a:pt x="1682" y="5006"/>
                  </a:lnTo>
                  <a:lnTo>
                    <a:pt x="1988" y="4380"/>
                  </a:lnTo>
                  <a:lnTo>
                    <a:pt x="1251" y="4380"/>
                  </a:lnTo>
                  <a:lnTo>
                    <a:pt x="1251" y="1265"/>
                  </a:lnTo>
                  <a:close/>
                  <a:moveTo>
                    <a:pt x="0" y="0"/>
                  </a:moveTo>
                  <a:lnTo>
                    <a:pt x="0" y="6869"/>
                  </a:lnTo>
                  <a:lnTo>
                    <a:pt x="8120" y="6869"/>
                  </a:lnTo>
                  <a:lnTo>
                    <a:pt x="8120" y="5298"/>
                  </a:lnTo>
                  <a:lnTo>
                    <a:pt x="8746" y="5298"/>
                  </a:lnTo>
                  <a:lnTo>
                    <a:pt x="8746" y="6869"/>
                  </a:lnTo>
                  <a:lnTo>
                    <a:pt x="10609" y="6869"/>
                  </a:lnTo>
                  <a:lnTo>
                    <a:pt x="10609" y="4102"/>
                  </a:lnTo>
                  <a:lnTo>
                    <a:pt x="10401" y="4032"/>
                  </a:lnTo>
                  <a:cubicBezTo>
                    <a:pt x="9844" y="3838"/>
                    <a:pt x="9844" y="3045"/>
                    <a:pt x="10401" y="2850"/>
                  </a:cubicBezTo>
                  <a:lnTo>
                    <a:pt x="10609" y="2781"/>
                  </a:lnTo>
                  <a:lnTo>
                    <a:pt x="10609" y="0"/>
                  </a:lnTo>
                  <a:lnTo>
                    <a:pt x="8746" y="0"/>
                  </a:lnTo>
                  <a:lnTo>
                    <a:pt x="8746" y="1571"/>
                  </a:lnTo>
                  <a:lnTo>
                    <a:pt x="8120" y="1571"/>
                  </a:lnTo>
                  <a:lnTo>
                    <a:pt x="812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9" name="Google Shape;1079;p33"/>
          <p:cNvGrpSpPr/>
          <p:nvPr/>
        </p:nvGrpSpPr>
        <p:grpSpPr>
          <a:xfrm>
            <a:off x="6506625" y="3262000"/>
            <a:ext cx="3047179" cy="1261001"/>
            <a:chOff x="6506625" y="3268575"/>
            <a:chExt cx="3047179" cy="1261001"/>
          </a:xfrm>
        </p:grpSpPr>
        <p:sp>
          <p:nvSpPr>
            <p:cNvPr id="1080" name="Google Shape;1080;p33"/>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3"/>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3"/>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3"/>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3"/>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3"/>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3"/>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3"/>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3"/>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3"/>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3"/>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3"/>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3"/>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3"/>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3"/>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3"/>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3"/>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3"/>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3"/>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3"/>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3"/>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3"/>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3"/>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3"/>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3"/>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3"/>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3"/>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3"/>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3"/>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3"/>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3"/>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3"/>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3"/>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3"/>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3"/>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3"/>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3"/>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3"/>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3"/>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3"/>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3"/>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3"/>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3"/>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3"/>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3"/>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3"/>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3"/>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3"/>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3"/>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3"/>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3"/>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3"/>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3"/>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3"/>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3"/>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3"/>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3"/>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3"/>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3"/>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3"/>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3"/>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3"/>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3"/>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3"/>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7F0A94A7-6DA5-A64A-3145-9D3765FAE7EC}"/>
              </a:ext>
            </a:extLst>
          </p:cNvPr>
          <p:cNvSpPr txBox="1"/>
          <p:nvPr/>
        </p:nvSpPr>
        <p:spPr>
          <a:xfrm>
            <a:off x="2989691" y="3456324"/>
            <a:ext cx="3387255" cy="954107"/>
          </a:xfrm>
          <a:prstGeom prst="rect">
            <a:avLst/>
          </a:prstGeom>
          <a:noFill/>
        </p:spPr>
        <p:txBody>
          <a:bodyPr wrap="square" rtlCol="0">
            <a:spAutoFit/>
          </a:bodyPr>
          <a:lstStyle/>
          <a:p>
            <a:pPr marL="285750" lvl="1" indent="-285750">
              <a:buFont typeface="Arial" panose="020B0604020202020204" pitchFamily="34" charset="0"/>
              <a:buChar char="•"/>
            </a:pPr>
            <a:r>
              <a:rPr lang="en-US" b="1" dirty="0"/>
              <a:t>1-hour analysis windows (Peak and non-peak)</a:t>
            </a:r>
            <a:r>
              <a:rPr lang="en-US" dirty="0"/>
              <a:t> with </a:t>
            </a:r>
            <a:r>
              <a:rPr lang="en-US" b="1" dirty="0"/>
              <a:t>15-minute departure intervals</a:t>
            </a:r>
            <a:r>
              <a:rPr lang="en-US" dirty="0"/>
              <a:t> </a:t>
            </a:r>
          </a:p>
          <a:p>
            <a:pPr marL="285750" lvl="1" indent="-285750">
              <a:buFont typeface="Arial" panose="020B0604020202020204" pitchFamily="34" charset="0"/>
              <a:buChar char="•"/>
            </a:pPr>
            <a:r>
              <a:rPr lang="en-US" dirty="0"/>
              <a:t>Average the travel time differences</a:t>
            </a:r>
          </a:p>
        </p:txBody>
      </p:sp>
      <p:pic>
        <p:nvPicPr>
          <p:cNvPr id="6" name="Picture 5" descr="A blue hexagon with white text and a circuit board&#10;&#10;AI-generated content may be incorrect.">
            <a:extLst>
              <a:ext uri="{FF2B5EF4-FFF2-40B4-BE49-F238E27FC236}">
                <a16:creationId xmlns:a16="http://schemas.microsoft.com/office/drawing/2014/main" id="{A508CA51-B871-3540-FAD5-FC9E1C0F7288}"/>
              </a:ext>
            </a:extLst>
          </p:cNvPr>
          <p:cNvPicPr>
            <a:picLocks noChangeAspect="1"/>
          </p:cNvPicPr>
          <p:nvPr/>
        </p:nvPicPr>
        <p:blipFill>
          <a:blip r:embed="rId3"/>
          <a:stretch>
            <a:fillRect/>
          </a:stretch>
        </p:blipFill>
        <p:spPr>
          <a:xfrm>
            <a:off x="7562654" y="113994"/>
            <a:ext cx="1463777" cy="1693044"/>
          </a:xfrm>
          <a:prstGeom prst="rect">
            <a:avLst/>
          </a:prstGeom>
        </p:spPr>
      </p:pic>
      <p:pic>
        <p:nvPicPr>
          <p:cNvPr id="8" name="Picture 7" descr="A screenshot of a social media post&#10;&#10;AI-generated content may be incorrect.">
            <a:extLst>
              <a:ext uri="{FF2B5EF4-FFF2-40B4-BE49-F238E27FC236}">
                <a16:creationId xmlns:a16="http://schemas.microsoft.com/office/drawing/2014/main" id="{685FDF17-15E8-B68B-EF6E-79656C87B47E}"/>
              </a:ext>
            </a:extLst>
          </p:cNvPr>
          <p:cNvPicPr>
            <a:picLocks noChangeAspect="1"/>
          </p:cNvPicPr>
          <p:nvPr/>
        </p:nvPicPr>
        <p:blipFill>
          <a:blip r:embed="rId4"/>
          <a:stretch>
            <a:fillRect/>
          </a:stretch>
        </p:blipFill>
        <p:spPr>
          <a:xfrm>
            <a:off x="27383" y="121371"/>
            <a:ext cx="2218414" cy="11092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9">
          <a:extLst>
            <a:ext uri="{FF2B5EF4-FFF2-40B4-BE49-F238E27FC236}">
              <a16:creationId xmlns:a16="http://schemas.microsoft.com/office/drawing/2014/main" id="{09010CF2-E03E-CD20-F281-DFD036E51ECC}"/>
            </a:ext>
          </a:extLst>
        </p:cNvPr>
        <p:cNvGrpSpPr/>
        <p:nvPr/>
      </p:nvGrpSpPr>
      <p:grpSpPr>
        <a:xfrm>
          <a:off x="0" y="0"/>
          <a:ext cx="0" cy="0"/>
          <a:chOff x="0" y="0"/>
          <a:chExt cx="0" cy="0"/>
        </a:xfrm>
      </p:grpSpPr>
      <p:sp>
        <p:nvSpPr>
          <p:cNvPr id="811" name="Google Shape;811;p29">
            <a:extLst>
              <a:ext uri="{FF2B5EF4-FFF2-40B4-BE49-F238E27FC236}">
                <a16:creationId xmlns:a16="http://schemas.microsoft.com/office/drawing/2014/main" id="{4B5EC160-0FCC-E783-206E-1090BBB71BC5}"/>
              </a:ext>
            </a:extLst>
          </p:cNvPr>
          <p:cNvSpPr txBox="1">
            <a:spLocks noGrp="1"/>
          </p:cNvSpPr>
          <p:nvPr>
            <p:ph type="title"/>
          </p:nvPr>
        </p:nvSpPr>
        <p:spPr>
          <a:xfrm>
            <a:off x="3591150" y="838600"/>
            <a:ext cx="3657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Results </a:t>
            </a:r>
            <a:endParaRPr dirty="0"/>
          </a:p>
        </p:txBody>
      </p:sp>
      <p:sp>
        <p:nvSpPr>
          <p:cNvPr id="812" name="Google Shape;812;p29">
            <a:extLst>
              <a:ext uri="{FF2B5EF4-FFF2-40B4-BE49-F238E27FC236}">
                <a16:creationId xmlns:a16="http://schemas.microsoft.com/office/drawing/2014/main" id="{F6062A21-9532-EF93-AEF4-83F6D2FFF77F}"/>
              </a:ext>
            </a:extLst>
          </p:cNvPr>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1003" name="Google Shape;1003;p29">
            <a:extLst>
              <a:ext uri="{FF2B5EF4-FFF2-40B4-BE49-F238E27FC236}">
                <a16:creationId xmlns:a16="http://schemas.microsoft.com/office/drawing/2014/main" id="{26DFD933-0FC8-ADF8-9122-58DDB7FA7E8B}"/>
              </a:ext>
            </a:extLst>
          </p:cNvPr>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a:extLst>
              <a:ext uri="{FF2B5EF4-FFF2-40B4-BE49-F238E27FC236}">
                <a16:creationId xmlns:a16="http://schemas.microsoft.com/office/drawing/2014/main" id="{616FB5C8-1DB0-D18F-949A-41718056027D}"/>
              </a:ext>
            </a:extLst>
          </p:cNvPr>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a:extLst>
              <a:ext uri="{FF2B5EF4-FFF2-40B4-BE49-F238E27FC236}">
                <a16:creationId xmlns:a16="http://schemas.microsoft.com/office/drawing/2014/main" id="{BFC8C4CE-2AB5-1E6A-10D0-901B8EC1A60D}"/>
              </a:ext>
            </a:extLst>
          </p:cNvPr>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1" name="Google Shape;1215;p36">
            <a:extLst>
              <a:ext uri="{FF2B5EF4-FFF2-40B4-BE49-F238E27FC236}">
                <a16:creationId xmlns:a16="http://schemas.microsoft.com/office/drawing/2014/main" id="{CCFA63E0-8D6D-5F5C-310D-91A1BAE5FDE7}"/>
              </a:ext>
            </a:extLst>
          </p:cNvPr>
          <p:cNvGrpSpPr/>
          <p:nvPr/>
        </p:nvGrpSpPr>
        <p:grpSpPr>
          <a:xfrm>
            <a:off x="0" y="2772450"/>
            <a:ext cx="9715446" cy="1783927"/>
            <a:chOff x="-50" y="2772373"/>
            <a:chExt cx="9715446" cy="1783927"/>
          </a:xfrm>
        </p:grpSpPr>
        <p:sp>
          <p:nvSpPr>
            <p:cNvPr id="962" name="Google Shape;1216;p36">
              <a:extLst>
                <a:ext uri="{FF2B5EF4-FFF2-40B4-BE49-F238E27FC236}">
                  <a16:creationId xmlns:a16="http://schemas.microsoft.com/office/drawing/2014/main" id="{B9376F11-B2DD-EE2A-F918-F7A30E303C74}"/>
                </a:ext>
              </a:extLst>
            </p:cNvPr>
            <p:cNvSpPr/>
            <p:nvPr/>
          </p:nvSpPr>
          <p:spPr>
            <a:xfrm>
              <a:off x="-50" y="3494675"/>
              <a:ext cx="9150600" cy="190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3" name="Google Shape;1217;p36">
              <a:extLst>
                <a:ext uri="{FF2B5EF4-FFF2-40B4-BE49-F238E27FC236}">
                  <a16:creationId xmlns:a16="http://schemas.microsoft.com/office/drawing/2014/main" id="{A24190A9-ADA3-955D-7555-4D8E1BA346B9}"/>
                </a:ext>
              </a:extLst>
            </p:cNvPr>
            <p:cNvGrpSpPr/>
            <p:nvPr/>
          </p:nvGrpSpPr>
          <p:grpSpPr>
            <a:xfrm>
              <a:off x="691624" y="2772373"/>
              <a:ext cx="9023772" cy="1783927"/>
              <a:chOff x="691624" y="2772373"/>
              <a:chExt cx="9023772" cy="1783927"/>
            </a:xfrm>
          </p:grpSpPr>
          <p:grpSp>
            <p:nvGrpSpPr>
              <p:cNvPr id="964" name="Google Shape;1218;p36">
                <a:extLst>
                  <a:ext uri="{FF2B5EF4-FFF2-40B4-BE49-F238E27FC236}">
                    <a16:creationId xmlns:a16="http://schemas.microsoft.com/office/drawing/2014/main" id="{85177CC3-34EF-6A13-BE47-DE7099D388C1}"/>
                  </a:ext>
                </a:extLst>
              </p:cNvPr>
              <p:cNvGrpSpPr/>
              <p:nvPr/>
            </p:nvGrpSpPr>
            <p:grpSpPr>
              <a:xfrm>
                <a:off x="3917348" y="3121950"/>
                <a:ext cx="5798047" cy="1422314"/>
                <a:chOff x="261325" y="2162222"/>
                <a:chExt cx="3789821" cy="929678"/>
              </a:xfrm>
            </p:grpSpPr>
            <p:sp>
              <p:nvSpPr>
                <p:cNvPr id="977" name="Google Shape;1219;p36">
                  <a:extLst>
                    <a:ext uri="{FF2B5EF4-FFF2-40B4-BE49-F238E27FC236}">
                      <a16:creationId xmlns:a16="http://schemas.microsoft.com/office/drawing/2014/main" id="{CED46ABD-C09A-C708-0E53-B8B2EAE5E91A}"/>
                    </a:ext>
                  </a:extLst>
                </p:cNvPr>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1220;p36">
                  <a:extLst>
                    <a:ext uri="{FF2B5EF4-FFF2-40B4-BE49-F238E27FC236}">
                      <a16:creationId xmlns:a16="http://schemas.microsoft.com/office/drawing/2014/main" id="{6BF13B6B-5FA7-399E-30F7-2F03313DD1AA}"/>
                    </a:ext>
                  </a:extLst>
                </p:cNvPr>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1221;p36">
                  <a:extLst>
                    <a:ext uri="{FF2B5EF4-FFF2-40B4-BE49-F238E27FC236}">
                      <a16:creationId xmlns:a16="http://schemas.microsoft.com/office/drawing/2014/main" id="{84F3DB26-808F-F4A0-7BA3-9D572C228184}"/>
                    </a:ext>
                  </a:extLst>
                </p:cNvPr>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1222;p36">
                  <a:extLst>
                    <a:ext uri="{FF2B5EF4-FFF2-40B4-BE49-F238E27FC236}">
                      <a16:creationId xmlns:a16="http://schemas.microsoft.com/office/drawing/2014/main" id="{1BF7C30A-04C9-12E7-141F-48B0496F221A}"/>
                    </a:ext>
                  </a:extLst>
                </p:cNvPr>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1223;p36">
                  <a:extLst>
                    <a:ext uri="{FF2B5EF4-FFF2-40B4-BE49-F238E27FC236}">
                      <a16:creationId xmlns:a16="http://schemas.microsoft.com/office/drawing/2014/main" id="{9017702A-A39A-23BF-7786-BDD9211A7C50}"/>
                    </a:ext>
                  </a:extLst>
                </p:cNvPr>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1224;p36">
                  <a:extLst>
                    <a:ext uri="{FF2B5EF4-FFF2-40B4-BE49-F238E27FC236}">
                      <a16:creationId xmlns:a16="http://schemas.microsoft.com/office/drawing/2014/main" id="{4420049C-75F1-FDD9-144E-D2FF1C8F6A8A}"/>
                    </a:ext>
                  </a:extLst>
                </p:cNvPr>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1225;p36">
                  <a:extLst>
                    <a:ext uri="{FF2B5EF4-FFF2-40B4-BE49-F238E27FC236}">
                      <a16:creationId xmlns:a16="http://schemas.microsoft.com/office/drawing/2014/main" id="{CA17C3B3-2EDD-C6C3-86CF-8CF95AD5715F}"/>
                    </a:ext>
                  </a:extLst>
                </p:cNvPr>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1226;p36">
                  <a:extLst>
                    <a:ext uri="{FF2B5EF4-FFF2-40B4-BE49-F238E27FC236}">
                      <a16:creationId xmlns:a16="http://schemas.microsoft.com/office/drawing/2014/main" id="{E0E88EF3-8BFE-4DE4-1221-77F863CF696C}"/>
                    </a:ext>
                  </a:extLst>
                </p:cNvPr>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1227;p36">
                  <a:extLst>
                    <a:ext uri="{FF2B5EF4-FFF2-40B4-BE49-F238E27FC236}">
                      <a16:creationId xmlns:a16="http://schemas.microsoft.com/office/drawing/2014/main" id="{9269038B-F13E-4DD3-ACF8-DA7F0013EFC7}"/>
                    </a:ext>
                  </a:extLst>
                </p:cNvPr>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1228;p36">
                  <a:extLst>
                    <a:ext uri="{FF2B5EF4-FFF2-40B4-BE49-F238E27FC236}">
                      <a16:creationId xmlns:a16="http://schemas.microsoft.com/office/drawing/2014/main" id="{6A0F666F-F52C-6944-70C2-7171340C93DC}"/>
                    </a:ext>
                  </a:extLst>
                </p:cNvPr>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1229;p36">
                  <a:extLst>
                    <a:ext uri="{FF2B5EF4-FFF2-40B4-BE49-F238E27FC236}">
                      <a16:creationId xmlns:a16="http://schemas.microsoft.com/office/drawing/2014/main" id="{FC4F15EE-9CB6-A558-46E1-67A467348765}"/>
                    </a:ext>
                  </a:extLst>
                </p:cNvPr>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1230;p36">
                  <a:extLst>
                    <a:ext uri="{FF2B5EF4-FFF2-40B4-BE49-F238E27FC236}">
                      <a16:creationId xmlns:a16="http://schemas.microsoft.com/office/drawing/2014/main" id="{96CB4919-4EBA-A11D-4529-604AAFD8EFA2}"/>
                    </a:ext>
                  </a:extLst>
                </p:cNvPr>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1231;p36">
                  <a:extLst>
                    <a:ext uri="{FF2B5EF4-FFF2-40B4-BE49-F238E27FC236}">
                      <a16:creationId xmlns:a16="http://schemas.microsoft.com/office/drawing/2014/main" id="{9896DEDA-DF9D-92BA-D585-F5A2B4D2BDFB}"/>
                    </a:ext>
                  </a:extLst>
                </p:cNvPr>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1232;p36">
                  <a:extLst>
                    <a:ext uri="{FF2B5EF4-FFF2-40B4-BE49-F238E27FC236}">
                      <a16:creationId xmlns:a16="http://schemas.microsoft.com/office/drawing/2014/main" id="{52DCDF36-8A94-74E4-FA3E-A3E63DB56EC4}"/>
                    </a:ext>
                  </a:extLst>
                </p:cNvPr>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1233;p36">
                  <a:extLst>
                    <a:ext uri="{FF2B5EF4-FFF2-40B4-BE49-F238E27FC236}">
                      <a16:creationId xmlns:a16="http://schemas.microsoft.com/office/drawing/2014/main" id="{51B676AA-C3C0-C066-7903-69D4F2780D08}"/>
                    </a:ext>
                  </a:extLst>
                </p:cNvPr>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1234;p36">
                  <a:extLst>
                    <a:ext uri="{FF2B5EF4-FFF2-40B4-BE49-F238E27FC236}">
                      <a16:creationId xmlns:a16="http://schemas.microsoft.com/office/drawing/2014/main" id="{C21CB3B2-5B22-67CB-1007-D727C640A270}"/>
                    </a:ext>
                  </a:extLst>
                </p:cNvPr>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1235;p36">
                  <a:extLst>
                    <a:ext uri="{FF2B5EF4-FFF2-40B4-BE49-F238E27FC236}">
                      <a16:creationId xmlns:a16="http://schemas.microsoft.com/office/drawing/2014/main" id="{042537E6-E3A0-FF6C-2DA6-00813E20A0A5}"/>
                    </a:ext>
                  </a:extLst>
                </p:cNvPr>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1236;p36">
                  <a:extLst>
                    <a:ext uri="{FF2B5EF4-FFF2-40B4-BE49-F238E27FC236}">
                      <a16:creationId xmlns:a16="http://schemas.microsoft.com/office/drawing/2014/main" id="{5BD451F1-3666-4CDA-350F-B5EE6E253749}"/>
                    </a:ext>
                  </a:extLst>
                </p:cNvPr>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1237;p36">
                  <a:extLst>
                    <a:ext uri="{FF2B5EF4-FFF2-40B4-BE49-F238E27FC236}">
                      <a16:creationId xmlns:a16="http://schemas.microsoft.com/office/drawing/2014/main" id="{807F9651-1FEC-C418-5DAD-E2D6EC6C9230}"/>
                    </a:ext>
                  </a:extLst>
                </p:cNvPr>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1238;p36">
                  <a:extLst>
                    <a:ext uri="{FF2B5EF4-FFF2-40B4-BE49-F238E27FC236}">
                      <a16:creationId xmlns:a16="http://schemas.microsoft.com/office/drawing/2014/main" id="{2E89C946-3699-CED9-81D9-4BD7D05E49E5}"/>
                    </a:ext>
                  </a:extLst>
                </p:cNvPr>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1239;p36">
                  <a:extLst>
                    <a:ext uri="{FF2B5EF4-FFF2-40B4-BE49-F238E27FC236}">
                      <a16:creationId xmlns:a16="http://schemas.microsoft.com/office/drawing/2014/main" id="{3CC480FB-269B-BF68-4448-DC7E63CEEB82}"/>
                    </a:ext>
                  </a:extLst>
                </p:cNvPr>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1240;p36">
                  <a:extLst>
                    <a:ext uri="{FF2B5EF4-FFF2-40B4-BE49-F238E27FC236}">
                      <a16:creationId xmlns:a16="http://schemas.microsoft.com/office/drawing/2014/main" id="{3A1A5433-DA1C-A448-1ADC-A465FD916191}"/>
                    </a:ext>
                  </a:extLst>
                </p:cNvPr>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1241;p36">
                  <a:extLst>
                    <a:ext uri="{FF2B5EF4-FFF2-40B4-BE49-F238E27FC236}">
                      <a16:creationId xmlns:a16="http://schemas.microsoft.com/office/drawing/2014/main" id="{5C0C98A8-F06E-42F8-08D6-38C5DD05FB43}"/>
                    </a:ext>
                  </a:extLst>
                </p:cNvPr>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242;p36">
                  <a:extLst>
                    <a:ext uri="{FF2B5EF4-FFF2-40B4-BE49-F238E27FC236}">
                      <a16:creationId xmlns:a16="http://schemas.microsoft.com/office/drawing/2014/main" id="{7D21A7A2-F9C7-452D-1E2D-D1832848DAE5}"/>
                    </a:ext>
                  </a:extLst>
                </p:cNvPr>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243;p36">
                  <a:extLst>
                    <a:ext uri="{FF2B5EF4-FFF2-40B4-BE49-F238E27FC236}">
                      <a16:creationId xmlns:a16="http://schemas.microsoft.com/office/drawing/2014/main" id="{A58F93C6-6BF1-2383-80B6-99259724DEBD}"/>
                    </a:ext>
                  </a:extLst>
                </p:cNvPr>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244;p36">
                  <a:extLst>
                    <a:ext uri="{FF2B5EF4-FFF2-40B4-BE49-F238E27FC236}">
                      <a16:creationId xmlns:a16="http://schemas.microsoft.com/office/drawing/2014/main" id="{07961ED6-547C-1C98-8CF2-253AA696E103}"/>
                    </a:ext>
                  </a:extLst>
                </p:cNvPr>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245;p36">
                  <a:extLst>
                    <a:ext uri="{FF2B5EF4-FFF2-40B4-BE49-F238E27FC236}">
                      <a16:creationId xmlns:a16="http://schemas.microsoft.com/office/drawing/2014/main" id="{C8804603-F073-4860-158C-742D6B2C3AFE}"/>
                    </a:ext>
                  </a:extLst>
                </p:cNvPr>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246;p36">
                  <a:extLst>
                    <a:ext uri="{FF2B5EF4-FFF2-40B4-BE49-F238E27FC236}">
                      <a16:creationId xmlns:a16="http://schemas.microsoft.com/office/drawing/2014/main" id="{FE064980-76A8-2FD9-FFBB-38A4E2591877}"/>
                    </a:ext>
                  </a:extLst>
                </p:cNvPr>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247;p36">
                  <a:extLst>
                    <a:ext uri="{FF2B5EF4-FFF2-40B4-BE49-F238E27FC236}">
                      <a16:creationId xmlns:a16="http://schemas.microsoft.com/office/drawing/2014/main" id="{5AC1D230-D34A-98B0-5749-D1D9E4FFF25E}"/>
                    </a:ext>
                  </a:extLst>
                </p:cNvPr>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248;p36">
                  <a:extLst>
                    <a:ext uri="{FF2B5EF4-FFF2-40B4-BE49-F238E27FC236}">
                      <a16:creationId xmlns:a16="http://schemas.microsoft.com/office/drawing/2014/main" id="{7353936C-378E-3F38-65D4-A98BFBC465A7}"/>
                    </a:ext>
                  </a:extLst>
                </p:cNvPr>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249;p36">
                  <a:extLst>
                    <a:ext uri="{FF2B5EF4-FFF2-40B4-BE49-F238E27FC236}">
                      <a16:creationId xmlns:a16="http://schemas.microsoft.com/office/drawing/2014/main" id="{18F856E2-1403-DC8F-8F63-DA12E61B820A}"/>
                    </a:ext>
                  </a:extLst>
                </p:cNvPr>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250;p36">
                  <a:extLst>
                    <a:ext uri="{FF2B5EF4-FFF2-40B4-BE49-F238E27FC236}">
                      <a16:creationId xmlns:a16="http://schemas.microsoft.com/office/drawing/2014/main" id="{2B826521-BE88-2D64-7744-27D47EDBDCE2}"/>
                    </a:ext>
                  </a:extLst>
                </p:cNvPr>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251;p36">
                  <a:extLst>
                    <a:ext uri="{FF2B5EF4-FFF2-40B4-BE49-F238E27FC236}">
                      <a16:creationId xmlns:a16="http://schemas.microsoft.com/office/drawing/2014/main" id="{51ADB40F-18F2-ACAE-991D-6C9D46DE7C5D}"/>
                    </a:ext>
                  </a:extLst>
                </p:cNvPr>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252;p36">
                  <a:extLst>
                    <a:ext uri="{FF2B5EF4-FFF2-40B4-BE49-F238E27FC236}">
                      <a16:creationId xmlns:a16="http://schemas.microsoft.com/office/drawing/2014/main" id="{8C4D925C-B8BB-30C4-75EA-BF3DDD40DFEE}"/>
                    </a:ext>
                  </a:extLst>
                </p:cNvPr>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253;p36">
                  <a:extLst>
                    <a:ext uri="{FF2B5EF4-FFF2-40B4-BE49-F238E27FC236}">
                      <a16:creationId xmlns:a16="http://schemas.microsoft.com/office/drawing/2014/main" id="{8EBB74DD-27F6-169F-66DF-BB382B30D601}"/>
                    </a:ext>
                  </a:extLst>
                </p:cNvPr>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254;p36">
                  <a:extLst>
                    <a:ext uri="{FF2B5EF4-FFF2-40B4-BE49-F238E27FC236}">
                      <a16:creationId xmlns:a16="http://schemas.microsoft.com/office/drawing/2014/main" id="{162FCE99-DFEE-28B2-71A1-732BF4BBF5F5}"/>
                    </a:ext>
                  </a:extLst>
                </p:cNvPr>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255;p36">
                  <a:extLst>
                    <a:ext uri="{FF2B5EF4-FFF2-40B4-BE49-F238E27FC236}">
                      <a16:creationId xmlns:a16="http://schemas.microsoft.com/office/drawing/2014/main" id="{480F1D3D-D637-9B2D-1C4E-51EBF24ECF27}"/>
                    </a:ext>
                  </a:extLst>
                </p:cNvPr>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256;p36">
                  <a:extLst>
                    <a:ext uri="{FF2B5EF4-FFF2-40B4-BE49-F238E27FC236}">
                      <a16:creationId xmlns:a16="http://schemas.microsoft.com/office/drawing/2014/main" id="{31DC1494-AA30-9BC7-168A-27934543B4AB}"/>
                    </a:ext>
                  </a:extLst>
                </p:cNvPr>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257;p36">
                  <a:extLst>
                    <a:ext uri="{FF2B5EF4-FFF2-40B4-BE49-F238E27FC236}">
                      <a16:creationId xmlns:a16="http://schemas.microsoft.com/office/drawing/2014/main" id="{B9BAC6A3-CFB0-AE09-C9DF-F8BE8EC8F2FB}"/>
                    </a:ext>
                  </a:extLst>
                </p:cNvPr>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258;p36">
                  <a:extLst>
                    <a:ext uri="{FF2B5EF4-FFF2-40B4-BE49-F238E27FC236}">
                      <a16:creationId xmlns:a16="http://schemas.microsoft.com/office/drawing/2014/main" id="{20997676-A695-6649-54F7-A6AECF530877}"/>
                    </a:ext>
                  </a:extLst>
                </p:cNvPr>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259;p36">
                  <a:extLst>
                    <a:ext uri="{FF2B5EF4-FFF2-40B4-BE49-F238E27FC236}">
                      <a16:creationId xmlns:a16="http://schemas.microsoft.com/office/drawing/2014/main" id="{CB9B751D-DD75-28AD-18C2-17DB2995085E}"/>
                    </a:ext>
                  </a:extLst>
                </p:cNvPr>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260;p36">
                  <a:extLst>
                    <a:ext uri="{FF2B5EF4-FFF2-40B4-BE49-F238E27FC236}">
                      <a16:creationId xmlns:a16="http://schemas.microsoft.com/office/drawing/2014/main" id="{3893C409-781B-AE8F-8A02-3A9B20298A12}"/>
                    </a:ext>
                  </a:extLst>
                </p:cNvPr>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261;p36">
                  <a:extLst>
                    <a:ext uri="{FF2B5EF4-FFF2-40B4-BE49-F238E27FC236}">
                      <a16:creationId xmlns:a16="http://schemas.microsoft.com/office/drawing/2014/main" id="{F65E9EF7-B015-1275-2BFA-785637E5DDAE}"/>
                    </a:ext>
                  </a:extLst>
                </p:cNvPr>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262;p36">
                  <a:extLst>
                    <a:ext uri="{FF2B5EF4-FFF2-40B4-BE49-F238E27FC236}">
                      <a16:creationId xmlns:a16="http://schemas.microsoft.com/office/drawing/2014/main" id="{0ACB63E9-5437-019B-2CAA-B0B4340B31AD}"/>
                    </a:ext>
                  </a:extLst>
                </p:cNvPr>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263;p36">
                  <a:extLst>
                    <a:ext uri="{FF2B5EF4-FFF2-40B4-BE49-F238E27FC236}">
                      <a16:creationId xmlns:a16="http://schemas.microsoft.com/office/drawing/2014/main" id="{6A5DCD28-32E6-8032-B0CC-D556BD66691B}"/>
                    </a:ext>
                  </a:extLst>
                </p:cNvPr>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264;p36">
                  <a:extLst>
                    <a:ext uri="{FF2B5EF4-FFF2-40B4-BE49-F238E27FC236}">
                      <a16:creationId xmlns:a16="http://schemas.microsoft.com/office/drawing/2014/main" id="{49B9E157-9C03-9936-8974-C884413107E8}"/>
                    </a:ext>
                  </a:extLst>
                </p:cNvPr>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265;p36">
                  <a:extLst>
                    <a:ext uri="{FF2B5EF4-FFF2-40B4-BE49-F238E27FC236}">
                      <a16:creationId xmlns:a16="http://schemas.microsoft.com/office/drawing/2014/main" id="{0B9AE6B3-778A-BACA-5FD1-052047119AA2}"/>
                    </a:ext>
                  </a:extLst>
                </p:cNvPr>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266;p36">
                  <a:extLst>
                    <a:ext uri="{FF2B5EF4-FFF2-40B4-BE49-F238E27FC236}">
                      <a16:creationId xmlns:a16="http://schemas.microsoft.com/office/drawing/2014/main" id="{F7CBF619-7063-74BF-7F7D-0AC094C00FF7}"/>
                    </a:ext>
                  </a:extLst>
                </p:cNvPr>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267;p36">
                  <a:extLst>
                    <a:ext uri="{FF2B5EF4-FFF2-40B4-BE49-F238E27FC236}">
                      <a16:creationId xmlns:a16="http://schemas.microsoft.com/office/drawing/2014/main" id="{C4B2AED4-0CF9-FADB-F1B9-80C332C31413}"/>
                    </a:ext>
                  </a:extLst>
                </p:cNvPr>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268;p36">
                  <a:extLst>
                    <a:ext uri="{FF2B5EF4-FFF2-40B4-BE49-F238E27FC236}">
                      <a16:creationId xmlns:a16="http://schemas.microsoft.com/office/drawing/2014/main" id="{F7E43A42-DA5F-4A19-3C18-2742916C20EB}"/>
                    </a:ext>
                  </a:extLst>
                </p:cNvPr>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269;p36">
                  <a:extLst>
                    <a:ext uri="{FF2B5EF4-FFF2-40B4-BE49-F238E27FC236}">
                      <a16:creationId xmlns:a16="http://schemas.microsoft.com/office/drawing/2014/main" id="{05DE979A-A6EB-CBFC-37F8-D35C111F4E22}"/>
                    </a:ext>
                  </a:extLst>
                </p:cNvPr>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270;p36">
                  <a:extLst>
                    <a:ext uri="{FF2B5EF4-FFF2-40B4-BE49-F238E27FC236}">
                      <a16:creationId xmlns:a16="http://schemas.microsoft.com/office/drawing/2014/main" id="{932AED5B-9162-85ED-E3DC-28AC0C198440}"/>
                    </a:ext>
                  </a:extLst>
                </p:cNvPr>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271;p36">
                  <a:extLst>
                    <a:ext uri="{FF2B5EF4-FFF2-40B4-BE49-F238E27FC236}">
                      <a16:creationId xmlns:a16="http://schemas.microsoft.com/office/drawing/2014/main" id="{64C0D34E-C719-6932-94C7-A278CC177FA4}"/>
                    </a:ext>
                  </a:extLst>
                </p:cNvPr>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272;p36">
                  <a:extLst>
                    <a:ext uri="{FF2B5EF4-FFF2-40B4-BE49-F238E27FC236}">
                      <a16:creationId xmlns:a16="http://schemas.microsoft.com/office/drawing/2014/main" id="{7C37FB30-C536-85D9-B327-4DF25AB1858A}"/>
                    </a:ext>
                  </a:extLst>
                </p:cNvPr>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273;p36">
                  <a:extLst>
                    <a:ext uri="{FF2B5EF4-FFF2-40B4-BE49-F238E27FC236}">
                      <a16:creationId xmlns:a16="http://schemas.microsoft.com/office/drawing/2014/main" id="{FB9CB54B-1B90-AB9D-7760-6160ECEC25F2}"/>
                    </a:ext>
                  </a:extLst>
                </p:cNvPr>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274;p36">
                  <a:extLst>
                    <a:ext uri="{FF2B5EF4-FFF2-40B4-BE49-F238E27FC236}">
                      <a16:creationId xmlns:a16="http://schemas.microsoft.com/office/drawing/2014/main" id="{BF7EFA62-A2BB-C8BF-C9DD-FBAB0345D165}"/>
                    </a:ext>
                  </a:extLst>
                </p:cNvPr>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275;p36">
                  <a:extLst>
                    <a:ext uri="{FF2B5EF4-FFF2-40B4-BE49-F238E27FC236}">
                      <a16:creationId xmlns:a16="http://schemas.microsoft.com/office/drawing/2014/main" id="{5628EFB9-7855-2E91-DB0C-BE8AAC20E224}"/>
                    </a:ext>
                  </a:extLst>
                </p:cNvPr>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276;p36">
                  <a:extLst>
                    <a:ext uri="{FF2B5EF4-FFF2-40B4-BE49-F238E27FC236}">
                      <a16:creationId xmlns:a16="http://schemas.microsoft.com/office/drawing/2014/main" id="{C1BE2564-A472-EE7A-6B38-F0BB1DD66767}"/>
                    </a:ext>
                  </a:extLst>
                </p:cNvPr>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277;p36">
                  <a:extLst>
                    <a:ext uri="{FF2B5EF4-FFF2-40B4-BE49-F238E27FC236}">
                      <a16:creationId xmlns:a16="http://schemas.microsoft.com/office/drawing/2014/main" id="{70A0DC77-D939-1F7F-5676-D7698681D4CD}"/>
                    </a:ext>
                  </a:extLst>
                </p:cNvPr>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278;p36">
                  <a:extLst>
                    <a:ext uri="{FF2B5EF4-FFF2-40B4-BE49-F238E27FC236}">
                      <a16:creationId xmlns:a16="http://schemas.microsoft.com/office/drawing/2014/main" id="{6A6DFB10-71E2-712A-A32D-B8B03C1E8AAD}"/>
                    </a:ext>
                  </a:extLst>
                </p:cNvPr>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279;p36">
                  <a:extLst>
                    <a:ext uri="{FF2B5EF4-FFF2-40B4-BE49-F238E27FC236}">
                      <a16:creationId xmlns:a16="http://schemas.microsoft.com/office/drawing/2014/main" id="{80D78D0B-F9A9-B3F5-2E0C-EEA215E0759A}"/>
                    </a:ext>
                  </a:extLst>
                </p:cNvPr>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280;p36">
                  <a:extLst>
                    <a:ext uri="{FF2B5EF4-FFF2-40B4-BE49-F238E27FC236}">
                      <a16:creationId xmlns:a16="http://schemas.microsoft.com/office/drawing/2014/main" id="{3550936B-D388-E26F-FDE2-B387313F8B69}"/>
                    </a:ext>
                  </a:extLst>
                </p:cNvPr>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281;p36">
                  <a:extLst>
                    <a:ext uri="{FF2B5EF4-FFF2-40B4-BE49-F238E27FC236}">
                      <a16:creationId xmlns:a16="http://schemas.microsoft.com/office/drawing/2014/main" id="{8ECBF8C9-810C-3476-8062-2725CC3145DA}"/>
                    </a:ext>
                  </a:extLst>
                </p:cNvPr>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282;p36">
                  <a:extLst>
                    <a:ext uri="{FF2B5EF4-FFF2-40B4-BE49-F238E27FC236}">
                      <a16:creationId xmlns:a16="http://schemas.microsoft.com/office/drawing/2014/main" id="{F04CE053-571A-4036-6E1C-79D9BC017AEA}"/>
                    </a:ext>
                  </a:extLst>
                </p:cNvPr>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283;p36">
                  <a:extLst>
                    <a:ext uri="{FF2B5EF4-FFF2-40B4-BE49-F238E27FC236}">
                      <a16:creationId xmlns:a16="http://schemas.microsoft.com/office/drawing/2014/main" id="{0DA6D1B3-1FA6-4505-5904-F3AB8F523865}"/>
                    </a:ext>
                  </a:extLst>
                </p:cNvPr>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284;p36">
                  <a:extLst>
                    <a:ext uri="{FF2B5EF4-FFF2-40B4-BE49-F238E27FC236}">
                      <a16:creationId xmlns:a16="http://schemas.microsoft.com/office/drawing/2014/main" id="{97DEE077-8FF9-8127-996D-95FCE9C3AF7D}"/>
                    </a:ext>
                  </a:extLst>
                </p:cNvPr>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285;p36">
                  <a:extLst>
                    <a:ext uri="{FF2B5EF4-FFF2-40B4-BE49-F238E27FC236}">
                      <a16:creationId xmlns:a16="http://schemas.microsoft.com/office/drawing/2014/main" id="{3B15C8F9-F663-EEA3-2CBE-14AF9FA9E79D}"/>
                    </a:ext>
                  </a:extLst>
                </p:cNvPr>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286;p36">
                  <a:extLst>
                    <a:ext uri="{FF2B5EF4-FFF2-40B4-BE49-F238E27FC236}">
                      <a16:creationId xmlns:a16="http://schemas.microsoft.com/office/drawing/2014/main" id="{E92B6FA7-1480-3D06-4F83-B963E2E6A6B1}"/>
                    </a:ext>
                  </a:extLst>
                </p:cNvPr>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287;p36">
                  <a:extLst>
                    <a:ext uri="{FF2B5EF4-FFF2-40B4-BE49-F238E27FC236}">
                      <a16:creationId xmlns:a16="http://schemas.microsoft.com/office/drawing/2014/main" id="{D3858E60-4CE2-7E3D-7466-194DD4680FB6}"/>
                    </a:ext>
                  </a:extLst>
                </p:cNvPr>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288;p36">
                  <a:extLst>
                    <a:ext uri="{FF2B5EF4-FFF2-40B4-BE49-F238E27FC236}">
                      <a16:creationId xmlns:a16="http://schemas.microsoft.com/office/drawing/2014/main" id="{87020F4C-731C-C52A-4EA1-44A349ADDB0C}"/>
                    </a:ext>
                  </a:extLst>
                </p:cNvPr>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289;p36">
                  <a:extLst>
                    <a:ext uri="{FF2B5EF4-FFF2-40B4-BE49-F238E27FC236}">
                      <a16:creationId xmlns:a16="http://schemas.microsoft.com/office/drawing/2014/main" id="{2270BBB8-3D28-94D5-9E9B-0B956D347679}"/>
                    </a:ext>
                  </a:extLst>
                </p:cNvPr>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290;p36">
                  <a:extLst>
                    <a:ext uri="{FF2B5EF4-FFF2-40B4-BE49-F238E27FC236}">
                      <a16:creationId xmlns:a16="http://schemas.microsoft.com/office/drawing/2014/main" id="{D99073DC-1D2A-0F1A-C879-3DE67429C243}"/>
                    </a:ext>
                  </a:extLst>
                </p:cNvPr>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291;p36">
                  <a:extLst>
                    <a:ext uri="{FF2B5EF4-FFF2-40B4-BE49-F238E27FC236}">
                      <a16:creationId xmlns:a16="http://schemas.microsoft.com/office/drawing/2014/main" id="{FB4BEB80-DA9E-5CEE-47D2-115FC96698CA}"/>
                    </a:ext>
                  </a:extLst>
                </p:cNvPr>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292;p36">
                  <a:extLst>
                    <a:ext uri="{FF2B5EF4-FFF2-40B4-BE49-F238E27FC236}">
                      <a16:creationId xmlns:a16="http://schemas.microsoft.com/office/drawing/2014/main" id="{8790D524-1D97-FB72-8695-F7381CB17E43}"/>
                    </a:ext>
                  </a:extLst>
                </p:cNvPr>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293;p36">
                  <a:extLst>
                    <a:ext uri="{FF2B5EF4-FFF2-40B4-BE49-F238E27FC236}">
                      <a16:creationId xmlns:a16="http://schemas.microsoft.com/office/drawing/2014/main" id="{80A10120-943E-2DE0-DEBF-3C8AAA2F09E8}"/>
                    </a:ext>
                  </a:extLst>
                </p:cNvPr>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294;p36">
                  <a:extLst>
                    <a:ext uri="{FF2B5EF4-FFF2-40B4-BE49-F238E27FC236}">
                      <a16:creationId xmlns:a16="http://schemas.microsoft.com/office/drawing/2014/main" id="{CF0C7492-6627-D75F-B5ED-826A2C21465B}"/>
                    </a:ext>
                  </a:extLst>
                </p:cNvPr>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295;p36">
                  <a:extLst>
                    <a:ext uri="{FF2B5EF4-FFF2-40B4-BE49-F238E27FC236}">
                      <a16:creationId xmlns:a16="http://schemas.microsoft.com/office/drawing/2014/main" id="{5E5A0C6E-12FC-0B36-F95F-6D9D156B84B0}"/>
                    </a:ext>
                  </a:extLst>
                </p:cNvPr>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296;p36">
                  <a:extLst>
                    <a:ext uri="{FF2B5EF4-FFF2-40B4-BE49-F238E27FC236}">
                      <a16:creationId xmlns:a16="http://schemas.microsoft.com/office/drawing/2014/main" id="{57F0142B-C58C-91BC-FA6F-504C8166410A}"/>
                    </a:ext>
                  </a:extLst>
                </p:cNvPr>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297;p36">
                  <a:extLst>
                    <a:ext uri="{FF2B5EF4-FFF2-40B4-BE49-F238E27FC236}">
                      <a16:creationId xmlns:a16="http://schemas.microsoft.com/office/drawing/2014/main" id="{66AB33A1-38EA-76C9-E554-5D0587DA0BD3}"/>
                    </a:ext>
                  </a:extLst>
                </p:cNvPr>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298;p36">
                  <a:extLst>
                    <a:ext uri="{FF2B5EF4-FFF2-40B4-BE49-F238E27FC236}">
                      <a16:creationId xmlns:a16="http://schemas.microsoft.com/office/drawing/2014/main" id="{1747988E-0344-D0BA-415D-6731FF71F538}"/>
                    </a:ext>
                  </a:extLst>
                </p:cNvPr>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1299;p36">
                  <a:extLst>
                    <a:ext uri="{FF2B5EF4-FFF2-40B4-BE49-F238E27FC236}">
                      <a16:creationId xmlns:a16="http://schemas.microsoft.com/office/drawing/2014/main" id="{B500B699-635A-42E1-458C-73FC133E3F32}"/>
                    </a:ext>
                  </a:extLst>
                </p:cNvPr>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1300;p36">
                  <a:extLst>
                    <a:ext uri="{FF2B5EF4-FFF2-40B4-BE49-F238E27FC236}">
                      <a16:creationId xmlns:a16="http://schemas.microsoft.com/office/drawing/2014/main" id="{E569F57F-6969-8747-7919-C3DE2B44DBE9}"/>
                    </a:ext>
                  </a:extLst>
                </p:cNvPr>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1301;p36">
                  <a:extLst>
                    <a:ext uri="{FF2B5EF4-FFF2-40B4-BE49-F238E27FC236}">
                      <a16:creationId xmlns:a16="http://schemas.microsoft.com/office/drawing/2014/main" id="{0E246BE8-C97E-B4E9-625D-E1E6CF40E602}"/>
                    </a:ext>
                  </a:extLst>
                </p:cNvPr>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1302;p36">
                  <a:extLst>
                    <a:ext uri="{FF2B5EF4-FFF2-40B4-BE49-F238E27FC236}">
                      <a16:creationId xmlns:a16="http://schemas.microsoft.com/office/drawing/2014/main" id="{14914840-1B98-EF07-A265-B11DFEFAB7A5}"/>
                    </a:ext>
                  </a:extLst>
                </p:cNvPr>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1303;p36">
                  <a:extLst>
                    <a:ext uri="{FF2B5EF4-FFF2-40B4-BE49-F238E27FC236}">
                      <a16:creationId xmlns:a16="http://schemas.microsoft.com/office/drawing/2014/main" id="{3A01A7EA-964E-D13E-0F81-83B3B8A87763}"/>
                    </a:ext>
                  </a:extLst>
                </p:cNvPr>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1304;p36">
                  <a:extLst>
                    <a:ext uri="{FF2B5EF4-FFF2-40B4-BE49-F238E27FC236}">
                      <a16:creationId xmlns:a16="http://schemas.microsoft.com/office/drawing/2014/main" id="{0DAB8BFD-77AE-5CBF-B479-D68AE071DB99}"/>
                    </a:ext>
                  </a:extLst>
                </p:cNvPr>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1305;p36">
                  <a:extLst>
                    <a:ext uri="{FF2B5EF4-FFF2-40B4-BE49-F238E27FC236}">
                      <a16:creationId xmlns:a16="http://schemas.microsoft.com/office/drawing/2014/main" id="{372BAE9D-012E-13DA-A4DC-BD8AA52B15EE}"/>
                    </a:ext>
                  </a:extLst>
                </p:cNvPr>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1306;p36">
                  <a:extLst>
                    <a:ext uri="{FF2B5EF4-FFF2-40B4-BE49-F238E27FC236}">
                      <a16:creationId xmlns:a16="http://schemas.microsoft.com/office/drawing/2014/main" id="{DBDFE566-F523-53D6-3C17-DFE474E25F3C}"/>
                    </a:ext>
                  </a:extLst>
                </p:cNvPr>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1307;p36">
                  <a:extLst>
                    <a:ext uri="{FF2B5EF4-FFF2-40B4-BE49-F238E27FC236}">
                      <a16:creationId xmlns:a16="http://schemas.microsoft.com/office/drawing/2014/main" id="{6B015741-763F-E939-36E1-D210086F4332}"/>
                    </a:ext>
                  </a:extLst>
                </p:cNvPr>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1308;p36">
                  <a:extLst>
                    <a:ext uri="{FF2B5EF4-FFF2-40B4-BE49-F238E27FC236}">
                      <a16:creationId xmlns:a16="http://schemas.microsoft.com/office/drawing/2014/main" id="{08DB5FB8-D641-0FF5-38C2-1309B7793D8A}"/>
                    </a:ext>
                  </a:extLst>
                </p:cNvPr>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1309;p36">
                  <a:extLst>
                    <a:ext uri="{FF2B5EF4-FFF2-40B4-BE49-F238E27FC236}">
                      <a16:creationId xmlns:a16="http://schemas.microsoft.com/office/drawing/2014/main" id="{F6479DDF-8671-B730-24BA-639C1DBDE0C8}"/>
                    </a:ext>
                  </a:extLst>
                </p:cNvPr>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1310;p36">
                  <a:extLst>
                    <a:ext uri="{FF2B5EF4-FFF2-40B4-BE49-F238E27FC236}">
                      <a16:creationId xmlns:a16="http://schemas.microsoft.com/office/drawing/2014/main" id="{0AE25DB5-E8D0-D8BD-1F6B-1A5C7424E873}"/>
                    </a:ext>
                  </a:extLst>
                </p:cNvPr>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1311;p36">
                  <a:extLst>
                    <a:ext uri="{FF2B5EF4-FFF2-40B4-BE49-F238E27FC236}">
                      <a16:creationId xmlns:a16="http://schemas.microsoft.com/office/drawing/2014/main" id="{4B8E4034-DC46-E489-CCF6-83115B5E8AE8}"/>
                    </a:ext>
                  </a:extLst>
                </p:cNvPr>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1312;p36">
                  <a:extLst>
                    <a:ext uri="{FF2B5EF4-FFF2-40B4-BE49-F238E27FC236}">
                      <a16:creationId xmlns:a16="http://schemas.microsoft.com/office/drawing/2014/main" id="{3E982715-64AF-7D64-EDA6-6A0F45DB412E}"/>
                    </a:ext>
                  </a:extLst>
                </p:cNvPr>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1313;p36">
                  <a:extLst>
                    <a:ext uri="{FF2B5EF4-FFF2-40B4-BE49-F238E27FC236}">
                      <a16:creationId xmlns:a16="http://schemas.microsoft.com/office/drawing/2014/main" id="{F60E6C8B-59F0-4093-7BF2-C297963BBBA2}"/>
                    </a:ext>
                  </a:extLst>
                </p:cNvPr>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1314;p36">
                  <a:extLst>
                    <a:ext uri="{FF2B5EF4-FFF2-40B4-BE49-F238E27FC236}">
                      <a16:creationId xmlns:a16="http://schemas.microsoft.com/office/drawing/2014/main" id="{F49ABBA1-F36F-64E6-2808-FF9FC43E3372}"/>
                    </a:ext>
                  </a:extLst>
                </p:cNvPr>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1315;p36">
                  <a:extLst>
                    <a:ext uri="{FF2B5EF4-FFF2-40B4-BE49-F238E27FC236}">
                      <a16:creationId xmlns:a16="http://schemas.microsoft.com/office/drawing/2014/main" id="{8093DD3F-D249-E6C1-F1CD-378C26730707}"/>
                    </a:ext>
                  </a:extLst>
                </p:cNvPr>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1316;p36">
                  <a:extLst>
                    <a:ext uri="{FF2B5EF4-FFF2-40B4-BE49-F238E27FC236}">
                      <a16:creationId xmlns:a16="http://schemas.microsoft.com/office/drawing/2014/main" id="{25F5337E-E370-4290-B5E3-8FD9B9C28F48}"/>
                    </a:ext>
                  </a:extLst>
                </p:cNvPr>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1317;p36">
                  <a:extLst>
                    <a:ext uri="{FF2B5EF4-FFF2-40B4-BE49-F238E27FC236}">
                      <a16:creationId xmlns:a16="http://schemas.microsoft.com/office/drawing/2014/main" id="{49C149B1-44EF-D438-8669-4C9E1333B04F}"/>
                    </a:ext>
                  </a:extLst>
                </p:cNvPr>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1318;p36">
                  <a:extLst>
                    <a:ext uri="{FF2B5EF4-FFF2-40B4-BE49-F238E27FC236}">
                      <a16:creationId xmlns:a16="http://schemas.microsoft.com/office/drawing/2014/main" id="{8C3F9532-9B8C-8566-0424-F6268417C110}"/>
                    </a:ext>
                  </a:extLst>
                </p:cNvPr>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1319;p36">
                  <a:extLst>
                    <a:ext uri="{FF2B5EF4-FFF2-40B4-BE49-F238E27FC236}">
                      <a16:creationId xmlns:a16="http://schemas.microsoft.com/office/drawing/2014/main" id="{7A524870-9194-174F-BAC6-DFB79F888114}"/>
                    </a:ext>
                  </a:extLst>
                </p:cNvPr>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1320;p36">
                  <a:extLst>
                    <a:ext uri="{FF2B5EF4-FFF2-40B4-BE49-F238E27FC236}">
                      <a16:creationId xmlns:a16="http://schemas.microsoft.com/office/drawing/2014/main" id="{A0B3F001-19F8-3500-BA86-6D948C18EDE9}"/>
                    </a:ext>
                  </a:extLst>
                </p:cNvPr>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1321;p36">
                  <a:extLst>
                    <a:ext uri="{FF2B5EF4-FFF2-40B4-BE49-F238E27FC236}">
                      <a16:creationId xmlns:a16="http://schemas.microsoft.com/office/drawing/2014/main" id="{8A7A4633-0277-13D1-5321-A1670593E180}"/>
                    </a:ext>
                  </a:extLst>
                </p:cNvPr>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1322;p36">
                  <a:extLst>
                    <a:ext uri="{FF2B5EF4-FFF2-40B4-BE49-F238E27FC236}">
                      <a16:creationId xmlns:a16="http://schemas.microsoft.com/office/drawing/2014/main" id="{C70B5F48-560C-F5BE-BFED-F355CE2ECB23}"/>
                    </a:ext>
                  </a:extLst>
                </p:cNvPr>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1323;p36">
                  <a:extLst>
                    <a:ext uri="{FF2B5EF4-FFF2-40B4-BE49-F238E27FC236}">
                      <a16:creationId xmlns:a16="http://schemas.microsoft.com/office/drawing/2014/main" id="{EACF44F7-9956-D2D1-8CDB-FBEC15C2D45A}"/>
                    </a:ext>
                  </a:extLst>
                </p:cNvPr>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1324;p36">
                  <a:extLst>
                    <a:ext uri="{FF2B5EF4-FFF2-40B4-BE49-F238E27FC236}">
                      <a16:creationId xmlns:a16="http://schemas.microsoft.com/office/drawing/2014/main" id="{7BC8065D-0F77-BC72-B12A-099F8CD16E7C}"/>
                    </a:ext>
                  </a:extLst>
                </p:cNvPr>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1325;p36">
                  <a:extLst>
                    <a:ext uri="{FF2B5EF4-FFF2-40B4-BE49-F238E27FC236}">
                      <a16:creationId xmlns:a16="http://schemas.microsoft.com/office/drawing/2014/main" id="{E5562F0D-602F-3A44-A5B4-8464123D8DE1}"/>
                    </a:ext>
                  </a:extLst>
                </p:cNvPr>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1326;p36">
                  <a:extLst>
                    <a:ext uri="{FF2B5EF4-FFF2-40B4-BE49-F238E27FC236}">
                      <a16:creationId xmlns:a16="http://schemas.microsoft.com/office/drawing/2014/main" id="{E398C746-DB90-077E-C265-1A14F2426B11}"/>
                    </a:ext>
                  </a:extLst>
                </p:cNvPr>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1327;p36">
                  <a:extLst>
                    <a:ext uri="{FF2B5EF4-FFF2-40B4-BE49-F238E27FC236}">
                      <a16:creationId xmlns:a16="http://schemas.microsoft.com/office/drawing/2014/main" id="{14F19359-BDB7-687B-843E-05655750179B}"/>
                    </a:ext>
                  </a:extLst>
                </p:cNvPr>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1328;p36">
                  <a:extLst>
                    <a:ext uri="{FF2B5EF4-FFF2-40B4-BE49-F238E27FC236}">
                      <a16:creationId xmlns:a16="http://schemas.microsoft.com/office/drawing/2014/main" id="{3FA5581F-C289-EBDF-395C-1D2F24367BC1}"/>
                    </a:ext>
                  </a:extLst>
                </p:cNvPr>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1329;p36">
                  <a:extLst>
                    <a:ext uri="{FF2B5EF4-FFF2-40B4-BE49-F238E27FC236}">
                      <a16:creationId xmlns:a16="http://schemas.microsoft.com/office/drawing/2014/main" id="{A1DCF2D5-5518-4745-D8B0-C75528F51D18}"/>
                    </a:ext>
                  </a:extLst>
                </p:cNvPr>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1330;p36">
                  <a:extLst>
                    <a:ext uri="{FF2B5EF4-FFF2-40B4-BE49-F238E27FC236}">
                      <a16:creationId xmlns:a16="http://schemas.microsoft.com/office/drawing/2014/main" id="{5E40787C-7EF2-FB78-7231-2AE7C016CFDF}"/>
                    </a:ext>
                  </a:extLst>
                </p:cNvPr>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1331;p36">
                  <a:extLst>
                    <a:ext uri="{FF2B5EF4-FFF2-40B4-BE49-F238E27FC236}">
                      <a16:creationId xmlns:a16="http://schemas.microsoft.com/office/drawing/2014/main" id="{1D1C4520-254E-06FF-7B3C-CADA3B879C00}"/>
                    </a:ext>
                  </a:extLst>
                </p:cNvPr>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1332;p36">
                  <a:extLst>
                    <a:ext uri="{FF2B5EF4-FFF2-40B4-BE49-F238E27FC236}">
                      <a16:creationId xmlns:a16="http://schemas.microsoft.com/office/drawing/2014/main" id="{0A8EDB10-4031-BE07-1620-647F1BFFE846}"/>
                    </a:ext>
                  </a:extLst>
                </p:cNvPr>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1333;p36">
                  <a:extLst>
                    <a:ext uri="{FF2B5EF4-FFF2-40B4-BE49-F238E27FC236}">
                      <a16:creationId xmlns:a16="http://schemas.microsoft.com/office/drawing/2014/main" id="{2946B08A-39AE-4C1E-F450-22A61A05A448}"/>
                    </a:ext>
                  </a:extLst>
                </p:cNvPr>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1334;p36">
                  <a:extLst>
                    <a:ext uri="{FF2B5EF4-FFF2-40B4-BE49-F238E27FC236}">
                      <a16:creationId xmlns:a16="http://schemas.microsoft.com/office/drawing/2014/main" id="{B3CF0DB1-6B02-796E-1CA4-A4C05C8F81A5}"/>
                    </a:ext>
                  </a:extLst>
                </p:cNvPr>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1335;p36">
                  <a:extLst>
                    <a:ext uri="{FF2B5EF4-FFF2-40B4-BE49-F238E27FC236}">
                      <a16:creationId xmlns:a16="http://schemas.microsoft.com/office/drawing/2014/main" id="{45781E14-90BC-DD31-58B2-B3E548924DBA}"/>
                    </a:ext>
                  </a:extLst>
                </p:cNvPr>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1336;p36">
                  <a:extLst>
                    <a:ext uri="{FF2B5EF4-FFF2-40B4-BE49-F238E27FC236}">
                      <a16:creationId xmlns:a16="http://schemas.microsoft.com/office/drawing/2014/main" id="{EECD26BA-05E3-D04F-A507-1027DB621574}"/>
                    </a:ext>
                  </a:extLst>
                </p:cNvPr>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1337;p36">
                  <a:extLst>
                    <a:ext uri="{FF2B5EF4-FFF2-40B4-BE49-F238E27FC236}">
                      <a16:creationId xmlns:a16="http://schemas.microsoft.com/office/drawing/2014/main" id="{38958CFD-69C1-5ACB-49FD-E324FA7186B3}"/>
                    </a:ext>
                  </a:extLst>
                </p:cNvPr>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1338;p36">
                  <a:extLst>
                    <a:ext uri="{FF2B5EF4-FFF2-40B4-BE49-F238E27FC236}">
                      <a16:creationId xmlns:a16="http://schemas.microsoft.com/office/drawing/2014/main" id="{F5A1098D-792D-79A3-267B-4D593A6EFC17}"/>
                    </a:ext>
                  </a:extLst>
                </p:cNvPr>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1339;p36">
                  <a:extLst>
                    <a:ext uri="{FF2B5EF4-FFF2-40B4-BE49-F238E27FC236}">
                      <a16:creationId xmlns:a16="http://schemas.microsoft.com/office/drawing/2014/main" id="{7979E53A-3DD0-BF18-1688-83F0BE0DBE0A}"/>
                    </a:ext>
                  </a:extLst>
                </p:cNvPr>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1340;p36">
                  <a:extLst>
                    <a:ext uri="{FF2B5EF4-FFF2-40B4-BE49-F238E27FC236}">
                      <a16:creationId xmlns:a16="http://schemas.microsoft.com/office/drawing/2014/main" id="{A253E030-6382-D1B9-659C-8C06F0D02C12}"/>
                    </a:ext>
                  </a:extLst>
                </p:cNvPr>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1341;p36">
                  <a:extLst>
                    <a:ext uri="{FF2B5EF4-FFF2-40B4-BE49-F238E27FC236}">
                      <a16:creationId xmlns:a16="http://schemas.microsoft.com/office/drawing/2014/main" id="{314C0F46-3512-214A-EEA8-B5BF343C2521}"/>
                    </a:ext>
                  </a:extLst>
                </p:cNvPr>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1342;p36">
                  <a:extLst>
                    <a:ext uri="{FF2B5EF4-FFF2-40B4-BE49-F238E27FC236}">
                      <a16:creationId xmlns:a16="http://schemas.microsoft.com/office/drawing/2014/main" id="{7139813B-8F38-0FCA-5414-DD7EF4BDAC31}"/>
                    </a:ext>
                  </a:extLst>
                </p:cNvPr>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1343;p36">
                  <a:extLst>
                    <a:ext uri="{FF2B5EF4-FFF2-40B4-BE49-F238E27FC236}">
                      <a16:creationId xmlns:a16="http://schemas.microsoft.com/office/drawing/2014/main" id="{0162EEA3-911A-A51E-F361-9D2BDA580491}"/>
                    </a:ext>
                  </a:extLst>
                </p:cNvPr>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1344;p36">
                  <a:extLst>
                    <a:ext uri="{FF2B5EF4-FFF2-40B4-BE49-F238E27FC236}">
                      <a16:creationId xmlns:a16="http://schemas.microsoft.com/office/drawing/2014/main" id="{57AAFAC8-3AAB-27A8-BAC4-1240D28E2D10}"/>
                    </a:ext>
                  </a:extLst>
                </p:cNvPr>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1345;p36">
                  <a:extLst>
                    <a:ext uri="{FF2B5EF4-FFF2-40B4-BE49-F238E27FC236}">
                      <a16:creationId xmlns:a16="http://schemas.microsoft.com/office/drawing/2014/main" id="{83B1C356-6AEA-2287-C0E9-791D3DEEB891}"/>
                    </a:ext>
                  </a:extLst>
                </p:cNvPr>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346;p36">
                  <a:extLst>
                    <a:ext uri="{FF2B5EF4-FFF2-40B4-BE49-F238E27FC236}">
                      <a16:creationId xmlns:a16="http://schemas.microsoft.com/office/drawing/2014/main" id="{D8863505-AB3E-17E4-AFDC-6B9A6B67D5E4}"/>
                    </a:ext>
                  </a:extLst>
                </p:cNvPr>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347;p36">
                  <a:extLst>
                    <a:ext uri="{FF2B5EF4-FFF2-40B4-BE49-F238E27FC236}">
                      <a16:creationId xmlns:a16="http://schemas.microsoft.com/office/drawing/2014/main" id="{6CCC1CCD-710E-67E7-400C-CE55D1E11AFA}"/>
                    </a:ext>
                  </a:extLst>
                </p:cNvPr>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348;p36">
                  <a:extLst>
                    <a:ext uri="{FF2B5EF4-FFF2-40B4-BE49-F238E27FC236}">
                      <a16:creationId xmlns:a16="http://schemas.microsoft.com/office/drawing/2014/main" id="{135248A9-01DC-47C5-B6CD-073675A2EACA}"/>
                    </a:ext>
                  </a:extLst>
                </p:cNvPr>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349;p36">
                  <a:extLst>
                    <a:ext uri="{FF2B5EF4-FFF2-40B4-BE49-F238E27FC236}">
                      <a16:creationId xmlns:a16="http://schemas.microsoft.com/office/drawing/2014/main" id="{FB944F17-C0E9-C126-89A0-4688617C9068}"/>
                    </a:ext>
                  </a:extLst>
                </p:cNvPr>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350;p36">
                  <a:extLst>
                    <a:ext uri="{FF2B5EF4-FFF2-40B4-BE49-F238E27FC236}">
                      <a16:creationId xmlns:a16="http://schemas.microsoft.com/office/drawing/2014/main" id="{7994B1B5-80AF-1800-2B94-0B67C0510946}"/>
                    </a:ext>
                  </a:extLst>
                </p:cNvPr>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351;p36">
                  <a:extLst>
                    <a:ext uri="{FF2B5EF4-FFF2-40B4-BE49-F238E27FC236}">
                      <a16:creationId xmlns:a16="http://schemas.microsoft.com/office/drawing/2014/main" id="{056922D3-305D-3037-63BA-DDFEF6D399E6}"/>
                    </a:ext>
                  </a:extLst>
                </p:cNvPr>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352;p36">
                  <a:extLst>
                    <a:ext uri="{FF2B5EF4-FFF2-40B4-BE49-F238E27FC236}">
                      <a16:creationId xmlns:a16="http://schemas.microsoft.com/office/drawing/2014/main" id="{08D9E716-FDF0-5F71-99F0-24AE830FCA8F}"/>
                    </a:ext>
                  </a:extLst>
                </p:cNvPr>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353;p36">
                  <a:extLst>
                    <a:ext uri="{FF2B5EF4-FFF2-40B4-BE49-F238E27FC236}">
                      <a16:creationId xmlns:a16="http://schemas.microsoft.com/office/drawing/2014/main" id="{62F96001-2151-F4C2-9A97-989737235695}"/>
                    </a:ext>
                  </a:extLst>
                </p:cNvPr>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354;p36">
                  <a:extLst>
                    <a:ext uri="{FF2B5EF4-FFF2-40B4-BE49-F238E27FC236}">
                      <a16:creationId xmlns:a16="http://schemas.microsoft.com/office/drawing/2014/main" id="{9F02D051-2ECD-B774-A0A0-F6318B6012AF}"/>
                    </a:ext>
                  </a:extLst>
                </p:cNvPr>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355;p36">
                  <a:extLst>
                    <a:ext uri="{FF2B5EF4-FFF2-40B4-BE49-F238E27FC236}">
                      <a16:creationId xmlns:a16="http://schemas.microsoft.com/office/drawing/2014/main" id="{4913B5C2-C4D1-F113-ED18-536B4E979DBC}"/>
                    </a:ext>
                  </a:extLst>
                </p:cNvPr>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356;p36">
                  <a:extLst>
                    <a:ext uri="{FF2B5EF4-FFF2-40B4-BE49-F238E27FC236}">
                      <a16:creationId xmlns:a16="http://schemas.microsoft.com/office/drawing/2014/main" id="{8767690A-AF25-1793-072C-A9E3E21A78C2}"/>
                    </a:ext>
                  </a:extLst>
                </p:cNvPr>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357;p36">
                  <a:extLst>
                    <a:ext uri="{FF2B5EF4-FFF2-40B4-BE49-F238E27FC236}">
                      <a16:creationId xmlns:a16="http://schemas.microsoft.com/office/drawing/2014/main" id="{9C89313D-9D16-5D0E-7C4A-004CADDBB808}"/>
                    </a:ext>
                  </a:extLst>
                </p:cNvPr>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358;p36">
                  <a:extLst>
                    <a:ext uri="{FF2B5EF4-FFF2-40B4-BE49-F238E27FC236}">
                      <a16:creationId xmlns:a16="http://schemas.microsoft.com/office/drawing/2014/main" id="{63A8BE40-314E-8AC7-BBC6-D9C2647E9D24}"/>
                    </a:ext>
                  </a:extLst>
                </p:cNvPr>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359;p36">
                  <a:extLst>
                    <a:ext uri="{FF2B5EF4-FFF2-40B4-BE49-F238E27FC236}">
                      <a16:creationId xmlns:a16="http://schemas.microsoft.com/office/drawing/2014/main" id="{098671E2-C685-C62B-FD9F-7B388914C8FA}"/>
                    </a:ext>
                  </a:extLst>
                </p:cNvPr>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360;p36">
                  <a:extLst>
                    <a:ext uri="{FF2B5EF4-FFF2-40B4-BE49-F238E27FC236}">
                      <a16:creationId xmlns:a16="http://schemas.microsoft.com/office/drawing/2014/main" id="{9B271BBC-4A23-6566-F20C-BE034D903155}"/>
                    </a:ext>
                  </a:extLst>
                </p:cNvPr>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361;p36">
                  <a:extLst>
                    <a:ext uri="{FF2B5EF4-FFF2-40B4-BE49-F238E27FC236}">
                      <a16:creationId xmlns:a16="http://schemas.microsoft.com/office/drawing/2014/main" id="{3B6B9A56-E726-ECD4-2C6F-F0B200769932}"/>
                    </a:ext>
                  </a:extLst>
                </p:cNvPr>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362;p36">
                  <a:extLst>
                    <a:ext uri="{FF2B5EF4-FFF2-40B4-BE49-F238E27FC236}">
                      <a16:creationId xmlns:a16="http://schemas.microsoft.com/office/drawing/2014/main" id="{8552A502-DC3E-7F2C-EC3D-D4763BF758D3}"/>
                    </a:ext>
                  </a:extLst>
                </p:cNvPr>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363;p36">
                  <a:extLst>
                    <a:ext uri="{FF2B5EF4-FFF2-40B4-BE49-F238E27FC236}">
                      <a16:creationId xmlns:a16="http://schemas.microsoft.com/office/drawing/2014/main" id="{36B6C280-96F6-46F7-228F-A71DFBCD3AEE}"/>
                    </a:ext>
                  </a:extLst>
                </p:cNvPr>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364;p36">
                  <a:extLst>
                    <a:ext uri="{FF2B5EF4-FFF2-40B4-BE49-F238E27FC236}">
                      <a16:creationId xmlns:a16="http://schemas.microsoft.com/office/drawing/2014/main" id="{F794E033-2F3F-ACEC-BAF0-FE2B462AA499}"/>
                    </a:ext>
                  </a:extLst>
                </p:cNvPr>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365;p36">
                  <a:extLst>
                    <a:ext uri="{FF2B5EF4-FFF2-40B4-BE49-F238E27FC236}">
                      <a16:creationId xmlns:a16="http://schemas.microsoft.com/office/drawing/2014/main" id="{AF80118C-A9CE-8A8B-5B11-B8078DE14CEE}"/>
                    </a:ext>
                  </a:extLst>
                </p:cNvPr>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366;p36">
                  <a:extLst>
                    <a:ext uri="{FF2B5EF4-FFF2-40B4-BE49-F238E27FC236}">
                      <a16:creationId xmlns:a16="http://schemas.microsoft.com/office/drawing/2014/main" id="{A7CEFA49-4B97-54FC-8475-6BD46DB45F8D}"/>
                    </a:ext>
                  </a:extLst>
                </p:cNvPr>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367;p36">
                  <a:extLst>
                    <a:ext uri="{FF2B5EF4-FFF2-40B4-BE49-F238E27FC236}">
                      <a16:creationId xmlns:a16="http://schemas.microsoft.com/office/drawing/2014/main" id="{F7791CC9-83CA-9CAB-0C8F-A7AAC0865E52}"/>
                    </a:ext>
                  </a:extLst>
                </p:cNvPr>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 name="Google Shape;1368;p36">
                <a:extLst>
                  <a:ext uri="{FF2B5EF4-FFF2-40B4-BE49-F238E27FC236}">
                    <a16:creationId xmlns:a16="http://schemas.microsoft.com/office/drawing/2014/main" id="{33A9631D-899D-D7E6-0F35-8C6EC37339FF}"/>
                  </a:ext>
                </a:extLst>
              </p:cNvPr>
              <p:cNvGrpSpPr/>
              <p:nvPr/>
            </p:nvGrpSpPr>
            <p:grpSpPr>
              <a:xfrm>
                <a:off x="691624" y="2772373"/>
                <a:ext cx="841660" cy="1783927"/>
                <a:chOff x="152700" y="2332825"/>
                <a:chExt cx="1036527" cy="2197225"/>
              </a:xfrm>
            </p:grpSpPr>
            <p:sp>
              <p:nvSpPr>
                <p:cNvPr id="966" name="Google Shape;1369;p36">
                  <a:extLst>
                    <a:ext uri="{FF2B5EF4-FFF2-40B4-BE49-F238E27FC236}">
                      <a16:creationId xmlns:a16="http://schemas.microsoft.com/office/drawing/2014/main" id="{B2ECB7C8-1C1B-C99D-D1EB-75D650B6195E}"/>
                    </a:ext>
                  </a:extLst>
                </p:cNvPr>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1370;p36">
                  <a:extLst>
                    <a:ext uri="{FF2B5EF4-FFF2-40B4-BE49-F238E27FC236}">
                      <a16:creationId xmlns:a16="http://schemas.microsoft.com/office/drawing/2014/main" id="{245B7CD4-1F9E-7BAB-CA10-57ACF5909605}"/>
                    </a:ext>
                  </a:extLst>
                </p:cNvPr>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1371;p36">
                  <a:extLst>
                    <a:ext uri="{FF2B5EF4-FFF2-40B4-BE49-F238E27FC236}">
                      <a16:creationId xmlns:a16="http://schemas.microsoft.com/office/drawing/2014/main" id="{AC9F68FC-07FC-F5C4-E53C-704F3AB6CC97}"/>
                    </a:ext>
                  </a:extLst>
                </p:cNvPr>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1372;p36">
                  <a:extLst>
                    <a:ext uri="{FF2B5EF4-FFF2-40B4-BE49-F238E27FC236}">
                      <a16:creationId xmlns:a16="http://schemas.microsoft.com/office/drawing/2014/main" id="{2F04374F-2E03-A2BE-5BF8-938E0D4D1016}"/>
                    </a:ext>
                  </a:extLst>
                </p:cNvPr>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1373;p36">
                  <a:extLst>
                    <a:ext uri="{FF2B5EF4-FFF2-40B4-BE49-F238E27FC236}">
                      <a16:creationId xmlns:a16="http://schemas.microsoft.com/office/drawing/2014/main" id="{CF900999-65C5-CD22-3536-8392E3A7DE74}"/>
                    </a:ext>
                  </a:extLst>
                </p:cNvPr>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1374;p36">
                  <a:extLst>
                    <a:ext uri="{FF2B5EF4-FFF2-40B4-BE49-F238E27FC236}">
                      <a16:creationId xmlns:a16="http://schemas.microsoft.com/office/drawing/2014/main" id="{DF1842DE-4965-214B-C086-153BAB953B17}"/>
                    </a:ext>
                  </a:extLst>
                </p:cNvPr>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1375;p36">
                  <a:extLst>
                    <a:ext uri="{FF2B5EF4-FFF2-40B4-BE49-F238E27FC236}">
                      <a16:creationId xmlns:a16="http://schemas.microsoft.com/office/drawing/2014/main" id="{842E7761-41CB-8491-6CAB-6326C6D8B06C}"/>
                    </a:ext>
                  </a:extLst>
                </p:cNvPr>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1376;p36">
                  <a:extLst>
                    <a:ext uri="{FF2B5EF4-FFF2-40B4-BE49-F238E27FC236}">
                      <a16:creationId xmlns:a16="http://schemas.microsoft.com/office/drawing/2014/main" id="{F273629E-BED2-676E-F8D5-4225ECCC25B7}"/>
                    </a:ext>
                  </a:extLst>
                </p:cNvPr>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1377;p36">
                  <a:extLst>
                    <a:ext uri="{FF2B5EF4-FFF2-40B4-BE49-F238E27FC236}">
                      <a16:creationId xmlns:a16="http://schemas.microsoft.com/office/drawing/2014/main" id="{BB103A01-D360-CFF0-F8AD-CEFF08182B62}"/>
                    </a:ext>
                  </a:extLst>
                </p:cNvPr>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1378;p36">
                  <a:extLst>
                    <a:ext uri="{FF2B5EF4-FFF2-40B4-BE49-F238E27FC236}">
                      <a16:creationId xmlns:a16="http://schemas.microsoft.com/office/drawing/2014/main" id="{594F9ABC-8BF1-01AE-ED88-451597F565AC}"/>
                    </a:ext>
                  </a:extLst>
                </p:cNvPr>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1379;p36">
                  <a:extLst>
                    <a:ext uri="{FF2B5EF4-FFF2-40B4-BE49-F238E27FC236}">
                      <a16:creationId xmlns:a16="http://schemas.microsoft.com/office/drawing/2014/main" id="{1219A780-4B19-D23F-2A44-4DC789154496}"/>
                    </a:ext>
                  </a:extLst>
                </p:cNvPr>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2898649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09">
          <a:extLst>
            <a:ext uri="{FF2B5EF4-FFF2-40B4-BE49-F238E27FC236}">
              <a16:creationId xmlns:a16="http://schemas.microsoft.com/office/drawing/2014/main" id="{C77167B8-FDB4-877E-BF94-B62C518616C1}"/>
            </a:ext>
          </a:extLst>
        </p:cNvPr>
        <p:cNvGrpSpPr/>
        <p:nvPr/>
      </p:nvGrpSpPr>
      <p:grpSpPr>
        <a:xfrm>
          <a:off x="0" y="0"/>
          <a:ext cx="0" cy="0"/>
          <a:chOff x="0" y="0"/>
          <a:chExt cx="0" cy="0"/>
        </a:xfrm>
      </p:grpSpPr>
      <p:sp>
        <p:nvSpPr>
          <p:cNvPr id="811" name="Google Shape;811;p29">
            <a:extLst>
              <a:ext uri="{FF2B5EF4-FFF2-40B4-BE49-F238E27FC236}">
                <a16:creationId xmlns:a16="http://schemas.microsoft.com/office/drawing/2014/main" id="{3788EB8E-E0E1-3928-3357-3EE4A5B53653}"/>
              </a:ext>
            </a:extLst>
          </p:cNvPr>
          <p:cNvSpPr txBox="1">
            <a:spLocks noGrp="1"/>
          </p:cNvSpPr>
          <p:nvPr>
            <p:ph type="title"/>
          </p:nvPr>
        </p:nvSpPr>
        <p:spPr>
          <a:xfrm>
            <a:off x="3591150" y="838600"/>
            <a:ext cx="3657600" cy="841800"/>
          </a:xfrm>
          <a:prstGeom prst="rect">
            <a:avLst/>
          </a:prstGeom>
        </p:spPr>
        <p:txBody>
          <a:bodyPr spcFirstLastPara="1" wrap="square" lIns="91425" tIns="91425" rIns="91425" bIns="91425" anchor="ctr" anchorCtr="0">
            <a:noAutofit/>
          </a:bodyPr>
          <a:lstStyle/>
          <a:p>
            <a:pPr lvl="0"/>
            <a:r>
              <a:rPr lang="en-US" kern="1200" dirty="0">
                <a:solidFill>
                  <a:schemeClr val="tx1"/>
                </a:solidFill>
              </a:rPr>
              <a:t>GTFS Analysis</a:t>
            </a:r>
            <a:endParaRPr dirty="0"/>
          </a:p>
        </p:txBody>
      </p:sp>
      <p:sp>
        <p:nvSpPr>
          <p:cNvPr id="812" name="Google Shape;812;p29">
            <a:extLst>
              <a:ext uri="{FF2B5EF4-FFF2-40B4-BE49-F238E27FC236}">
                <a16:creationId xmlns:a16="http://schemas.microsoft.com/office/drawing/2014/main" id="{3BC2EEF9-3F76-4239-94CE-7965F7811B96}"/>
              </a:ext>
            </a:extLst>
          </p:cNvPr>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3.1</a:t>
            </a:r>
            <a:endParaRPr dirty="0"/>
          </a:p>
        </p:txBody>
      </p:sp>
      <p:sp>
        <p:nvSpPr>
          <p:cNvPr id="1003" name="Google Shape;1003;p29">
            <a:extLst>
              <a:ext uri="{FF2B5EF4-FFF2-40B4-BE49-F238E27FC236}">
                <a16:creationId xmlns:a16="http://schemas.microsoft.com/office/drawing/2014/main" id="{64BFFD90-3396-2D98-569B-A85A3DBDF5C7}"/>
              </a:ext>
            </a:extLst>
          </p:cNvPr>
          <p:cNvSpPr/>
          <p:nvPr/>
        </p:nvSpPr>
        <p:spPr>
          <a:xfrm>
            <a:off x="8302829" y="2208176"/>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a:extLst>
              <a:ext uri="{FF2B5EF4-FFF2-40B4-BE49-F238E27FC236}">
                <a16:creationId xmlns:a16="http://schemas.microsoft.com/office/drawing/2014/main" id="{ED01EA49-8D2E-8BD1-4524-28FBD5AD9245}"/>
              </a:ext>
            </a:extLst>
          </p:cNvPr>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a:extLst>
              <a:ext uri="{FF2B5EF4-FFF2-40B4-BE49-F238E27FC236}">
                <a16:creationId xmlns:a16="http://schemas.microsoft.com/office/drawing/2014/main" id="{1EF27BAE-8A19-361C-B45A-A4B07F4BB842}"/>
              </a:ext>
            </a:extLst>
          </p:cNvPr>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2" name="Google Shape;1559;p39">
            <a:extLst>
              <a:ext uri="{FF2B5EF4-FFF2-40B4-BE49-F238E27FC236}">
                <a16:creationId xmlns:a16="http://schemas.microsoft.com/office/drawing/2014/main" id="{669055BA-A57E-CCE8-D3EC-49759AD741EA}"/>
              </a:ext>
            </a:extLst>
          </p:cNvPr>
          <p:cNvGrpSpPr/>
          <p:nvPr/>
        </p:nvGrpSpPr>
        <p:grpSpPr>
          <a:xfrm flipH="1">
            <a:off x="-897472" y="3354362"/>
            <a:ext cx="4355263" cy="1068479"/>
            <a:chOff x="261325" y="2162222"/>
            <a:chExt cx="3789821" cy="929678"/>
          </a:xfrm>
        </p:grpSpPr>
        <p:sp>
          <p:nvSpPr>
            <p:cNvPr id="1203" name="Google Shape;1560;p39">
              <a:extLst>
                <a:ext uri="{FF2B5EF4-FFF2-40B4-BE49-F238E27FC236}">
                  <a16:creationId xmlns:a16="http://schemas.microsoft.com/office/drawing/2014/main" id="{49419F00-B2B2-89EE-5045-AC86145694DF}"/>
                </a:ext>
              </a:extLst>
            </p:cNvPr>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561;p39">
              <a:extLst>
                <a:ext uri="{FF2B5EF4-FFF2-40B4-BE49-F238E27FC236}">
                  <a16:creationId xmlns:a16="http://schemas.microsoft.com/office/drawing/2014/main" id="{78FFD4E5-F334-54F0-2616-77AE6D809395}"/>
                </a:ext>
              </a:extLst>
            </p:cNvPr>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562;p39">
              <a:extLst>
                <a:ext uri="{FF2B5EF4-FFF2-40B4-BE49-F238E27FC236}">
                  <a16:creationId xmlns:a16="http://schemas.microsoft.com/office/drawing/2014/main" id="{72F92161-F2F4-9044-C364-4FA5D737BEC7}"/>
                </a:ext>
              </a:extLst>
            </p:cNvPr>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563;p39">
              <a:extLst>
                <a:ext uri="{FF2B5EF4-FFF2-40B4-BE49-F238E27FC236}">
                  <a16:creationId xmlns:a16="http://schemas.microsoft.com/office/drawing/2014/main" id="{93A426F8-37D6-5D4B-AB51-2C7B25E34411}"/>
                </a:ext>
              </a:extLst>
            </p:cNvPr>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564;p39">
              <a:extLst>
                <a:ext uri="{FF2B5EF4-FFF2-40B4-BE49-F238E27FC236}">
                  <a16:creationId xmlns:a16="http://schemas.microsoft.com/office/drawing/2014/main" id="{F4E16E9E-07EB-61C4-B67F-30125396A0F1}"/>
                </a:ext>
              </a:extLst>
            </p:cNvPr>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565;p39">
              <a:extLst>
                <a:ext uri="{FF2B5EF4-FFF2-40B4-BE49-F238E27FC236}">
                  <a16:creationId xmlns:a16="http://schemas.microsoft.com/office/drawing/2014/main" id="{A5BF921B-CE23-E75B-9C38-1CA3C16A92E9}"/>
                </a:ext>
              </a:extLst>
            </p:cNvPr>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566;p39">
              <a:extLst>
                <a:ext uri="{FF2B5EF4-FFF2-40B4-BE49-F238E27FC236}">
                  <a16:creationId xmlns:a16="http://schemas.microsoft.com/office/drawing/2014/main" id="{4B2E7A2C-602A-D5E0-58E5-0DF62F755788}"/>
                </a:ext>
              </a:extLst>
            </p:cNvPr>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567;p39">
              <a:extLst>
                <a:ext uri="{FF2B5EF4-FFF2-40B4-BE49-F238E27FC236}">
                  <a16:creationId xmlns:a16="http://schemas.microsoft.com/office/drawing/2014/main" id="{7DCEC6FA-936F-7B3F-83C7-9409BDF80194}"/>
                </a:ext>
              </a:extLst>
            </p:cNvPr>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568;p39">
              <a:extLst>
                <a:ext uri="{FF2B5EF4-FFF2-40B4-BE49-F238E27FC236}">
                  <a16:creationId xmlns:a16="http://schemas.microsoft.com/office/drawing/2014/main" id="{148F4458-B887-912C-D09A-9E784585968D}"/>
                </a:ext>
              </a:extLst>
            </p:cNvPr>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569;p39">
              <a:extLst>
                <a:ext uri="{FF2B5EF4-FFF2-40B4-BE49-F238E27FC236}">
                  <a16:creationId xmlns:a16="http://schemas.microsoft.com/office/drawing/2014/main" id="{A73FF659-A648-8C8C-57AC-E3BE2DF266D2}"/>
                </a:ext>
              </a:extLst>
            </p:cNvPr>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570;p39">
              <a:extLst>
                <a:ext uri="{FF2B5EF4-FFF2-40B4-BE49-F238E27FC236}">
                  <a16:creationId xmlns:a16="http://schemas.microsoft.com/office/drawing/2014/main" id="{D330A73A-1BFB-DC89-2B9C-CEB626A9740F}"/>
                </a:ext>
              </a:extLst>
            </p:cNvPr>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571;p39">
              <a:extLst>
                <a:ext uri="{FF2B5EF4-FFF2-40B4-BE49-F238E27FC236}">
                  <a16:creationId xmlns:a16="http://schemas.microsoft.com/office/drawing/2014/main" id="{568539F7-C1AA-3E11-208E-7AC6E595567B}"/>
                </a:ext>
              </a:extLst>
            </p:cNvPr>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572;p39">
              <a:extLst>
                <a:ext uri="{FF2B5EF4-FFF2-40B4-BE49-F238E27FC236}">
                  <a16:creationId xmlns:a16="http://schemas.microsoft.com/office/drawing/2014/main" id="{9E24E272-DA3F-10F5-2234-E4713062255D}"/>
                </a:ext>
              </a:extLst>
            </p:cNvPr>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1573;p39">
              <a:extLst>
                <a:ext uri="{FF2B5EF4-FFF2-40B4-BE49-F238E27FC236}">
                  <a16:creationId xmlns:a16="http://schemas.microsoft.com/office/drawing/2014/main" id="{665C2AE0-88F7-2B55-DC49-0B23DC20449B}"/>
                </a:ext>
              </a:extLst>
            </p:cNvPr>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1574;p39">
              <a:extLst>
                <a:ext uri="{FF2B5EF4-FFF2-40B4-BE49-F238E27FC236}">
                  <a16:creationId xmlns:a16="http://schemas.microsoft.com/office/drawing/2014/main" id="{F5984BE5-ED07-FF56-5B30-7DB823AFD1E3}"/>
                </a:ext>
              </a:extLst>
            </p:cNvPr>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1575;p39">
              <a:extLst>
                <a:ext uri="{FF2B5EF4-FFF2-40B4-BE49-F238E27FC236}">
                  <a16:creationId xmlns:a16="http://schemas.microsoft.com/office/drawing/2014/main" id="{800F1EF8-D962-9A60-B54F-24C7DC03EAB8}"/>
                </a:ext>
              </a:extLst>
            </p:cNvPr>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1576;p39">
              <a:extLst>
                <a:ext uri="{FF2B5EF4-FFF2-40B4-BE49-F238E27FC236}">
                  <a16:creationId xmlns:a16="http://schemas.microsoft.com/office/drawing/2014/main" id="{713BDF58-DF7F-8848-B116-B288B780981E}"/>
                </a:ext>
              </a:extLst>
            </p:cNvPr>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1577;p39">
              <a:extLst>
                <a:ext uri="{FF2B5EF4-FFF2-40B4-BE49-F238E27FC236}">
                  <a16:creationId xmlns:a16="http://schemas.microsoft.com/office/drawing/2014/main" id="{6EAD7A3F-CEEA-068E-6EB0-2A069A0C0339}"/>
                </a:ext>
              </a:extLst>
            </p:cNvPr>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1578;p39">
              <a:extLst>
                <a:ext uri="{FF2B5EF4-FFF2-40B4-BE49-F238E27FC236}">
                  <a16:creationId xmlns:a16="http://schemas.microsoft.com/office/drawing/2014/main" id="{5537B978-C3EB-C5B2-2F8E-0C983326970E}"/>
                </a:ext>
              </a:extLst>
            </p:cNvPr>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1579;p39">
              <a:extLst>
                <a:ext uri="{FF2B5EF4-FFF2-40B4-BE49-F238E27FC236}">
                  <a16:creationId xmlns:a16="http://schemas.microsoft.com/office/drawing/2014/main" id="{97DB45EB-CB75-DDE7-FD39-5A4671397166}"/>
                </a:ext>
              </a:extLst>
            </p:cNvPr>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1580;p39">
              <a:extLst>
                <a:ext uri="{FF2B5EF4-FFF2-40B4-BE49-F238E27FC236}">
                  <a16:creationId xmlns:a16="http://schemas.microsoft.com/office/drawing/2014/main" id="{4C46E4A0-6EBE-4EDE-D693-7BA4E9ED56F2}"/>
                </a:ext>
              </a:extLst>
            </p:cNvPr>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1581;p39">
              <a:extLst>
                <a:ext uri="{FF2B5EF4-FFF2-40B4-BE49-F238E27FC236}">
                  <a16:creationId xmlns:a16="http://schemas.microsoft.com/office/drawing/2014/main" id="{A0AB3194-1779-61A8-E430-91F27C054414}"/>
                </a:ext>
              </a:extLst>
            </p:cNvPr>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1582;p39">
              <a:extLst>
                <a:ext uri="{FF2B5EF4-FFF2-40B4-BE49-F238E27FC236}">
                  <a16:creationId xmlns:a16="http://schemas.microsoft.com/office/drawing/2014/main" id="{21D61382-EEFF-DC21-4C25-78B5A9B0C3AD}"/>
                </a:ext>
              </a:extLst>
            </p:cNvPr>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1583;p39">
              <a:extLst>
                <a:ext uri="{FF2B5EF4-FFF2-40B4-BE49-F238E27FC236}">
                  <a16:creationId xmlns:a16="http://schemas.microsoft.com/office/drawing/2014/main" id="{B04AC2F4-8989-2433-60C8-6FA8DACF101F}"/>
                </a:ext>
              </a:extLst>
            </p:cNvPr>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1584;p39">
              <a:extLst>
                <a:ext uri="{FF2B5EF4-FFF2-40B4-BE49-F238E27FC236}">
                  <a16:creationId xmlns:a16="http://schemas.microsoft.com/office/drawing/2014/main" id="{44952B36-0E1E-063D-FC0E-BC361D23B666}"/>
                </a:ext>
              </a:extLst>
            </p:cNvPr>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1585;p39">
              <a:extLst>
                <a:ext uri="{FF2B5EF4-FFF2-40B4-BE49-F238E27FC236}">
                  <a16:creationId xmlns:a16="http://schemas.microsoft.com/office/drawing/2014/main" id="{405392F1-0740-D27D-6BBC-1FB1D06E0317}"/>
                </a:ext>
              </a:extLst>
            </p:cNvPr>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1586;p39">
              <a:extLst>
                <a:ext uri="{FF2B5EF4-FFF2-40B4-BE49-F238E27FC236}">
                  <a16:creationId xmlns:a16="http://schemas.microsoft.com/office/drawing/2014/main" id="{D7B9757C-D4A9-BFA7-3CD1-A48B2FEDFA6D}"/>
                </a:ext>
              </a:extLst>
            </p:cNvPr>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1587;p39">
              <a:extLst>
                <a:ext uri="{FF2B5EF4-FFF2-40B4-BE49-F238E27FC236}">
                  <a16:creationId xmlns:a16="http://schemas.microsoft.com/office/drawing/2014/main" id="{CDAB82F7-E6E2-B1ED-C899-4FD401860EEE}"/>
                </a:ext>
              </a:extLst>
            </p:cNvPr>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1588;p39">
              <a:extLst>
                <a:ext uri="{FF2B5EF4-FFF2-40B4-BE49-F238E27FC236}">
                  <a16:creationId xmlns:a16="http://schemas.microsoft.com/office/drawing/2014/main" id="{2C3DA786-153E-1C86-77F4-BD242A18604E}"/>
                </a:ext>
              </a:extLst>
            </p:cNvPr>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1589;p39">
              <a:extLst>
                <a:ext uri="{FF2B5EF4-FFF2-40B4-BE49-F238E27FC236}">
                  <a16:creationId xmlns:a16="http://schemas.microsoft.com/office/drawing/2014/main" id="{0E1FFC70-07CB-3347-A59A-4D69A60AF773}"/>
                </a:ext>
              </a:extLst>
            </p:cNvPr>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1590;p39">
              <a:extLst>
                <a:ext uri="{FF2B5EF4-FFF2-40B4-BE49-F238E27FC236}">
                  <a16:creationId xmlns:a16="http://schemas.microsoft.com/office/drawing/2014/main" id="{B3D14958-599D-CE86-3350-97F7F8A3A7D7}"/>
                </a:ext>
              </a:extLst>
            </p:cNvPr>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1591;p39">
              <a:extLst>
                <a:ext uri="{FF2B5EF4-FFF2-40B4-BE49-F238E27FC236}">
                  <a16:creationId xmlns:a16="http://schemas.microsoft.com/office/drawing/2014/main" id="{9284CFFD-48F7-CCA8-60C8-3017BAF24C8A}"/>
                </a:ext>
              </a:extLst>
            </p:cNvPr>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1592;p39">
              <a:extLst>
                <a:ext uri="{FF2B5EF4-FFF2-40B4-BE49-F238E27FC236}">
                  <a16:creationId xmlns:a16="http://schemas.microsoft.com/office/drawing/2014/main" id="{FBAC8797-ACB4-B15F-D8DE-DAE259998A91}"/>
                </a:ext>
              </a:extLst>
            </p:cNvPr>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1593;p39">
              <a:extLst>
                <a:ext uri="{FF2B5EF4-FFF2-40B4-BE49-F238E27FC236}">
                  <a16:creationId xmlns:a16="http://schemas.microsoft.com/office/drawing/2014/main" id="{D017F388-F547-04A7-A9D1-A7C874A5D265}"/>
                </a:ext>
              </a:extLst>
            </p:cNvPr>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1594;p39">
              <a:extLst>
                <a:ext uri="{FF2B5EF4-FFF2-40B4-BE49-F238E27FC236}">
                  <a16:creationId xmlns:a16="http://schemas.microsoft.com/office/drawing/2014/main" id="{951CC052-05F5-CB82-EB72-569C025D0FFE}"/>
                </a:ext>
              </a:extLst>
            </p:cNvPr>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1595;p39">
              <a:extLst>
                <a:ext uri="{FF2B5EF4-FFF2-40B4-BE49-F238E27FC236}">
                  <a16:creationId xmlns:a16="http://schemas.microsoft.com/office/drawing/2014/main" id="{3CBCBE66-B6DE-C5DC-F884-445BED73F1AE}"/>
                </a:ext>
              </a:extLst>
            </p:cNvPr>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1596;p39">
              <a:extLst>
                <a:ext uri="{FF2B5EF4-FFF2-40B4-BE49-F238E27FC236}">
                  <a16:creationId xmlns:a16="http://schemas.microsoft.com/office/drawing/2014/main" id="{E89F1209-95D5-E57A-A299-2628A7C30579}"/>
                </a:ext>
              </a:extLst>
            </p:cNvPr>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1597;p39">
              <a:extLst>
                <a:ext uri="{FF2B5EF4-FFF2-40B4-BE49-F238E27FC236}">
                  <a16:creationId xmlns:a16="http://schemas.microsoft.com/office/drawing/2014/main" id="{56CDD12D-484F-E595-0F1E-9AF32B6A8F2B}"/>
                </a:ext>
              </a:extLst>
            </p:cNvPr>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1598;p39">
              <a:extLst>
                <a:ext uri="{FF2B5EF4-FFF2-40B4-BE49-F238E27FC236}">
                  <a16:creationId xmlns:a16="http://schemas.microsoft.com/office/drawing/2014/main" id="{76F47553-C379-438D-A5DC-B88AC862DE23}"/>
                </a:ext>
              </a:extLst>
            </p:cNvPr>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1599;p39">
              <a:extLst>
                <a:ext uri="{FF2B5EF4-FFF2-40B4-BE49-F238E27FC236}">
                  <a16:creationId xmlns:a16="http://schemas.microsoft.com/office/drawing/2014/main" id="{A0AF9CF3-0FAA-0D44-545F-E30C1AC7CF8D}"/>
                </a:ext>
              </a:extLst>
            </p:cNvPr>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1600;p39">
              <a:extLst>
                <a:ext uri="{FF2B5EF4-FFF2-40B4-BE49-F238E27FC236}">
                  <a16:creationId xmlns:a16="http://schemas.microsoft.com/office/drawing/2014/main" id="{27B9192E-D37C-F20A-7FA8-26AA78B55D0D}"/>
                </a:ext>
              </a:extLst>
            </p:cNvPr>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1601;p39">
              <a:extLst>
                <a:ext uri="{FF2B5EF4-FFF2-40B4-BE49-F238E27FC236}">
                  <a16:creationId xmlns:a16="http://schemas.microsoft.com/office/drawing/2014/main" id="{6983549D-7CE2-FB2D-2A37-39BE520D5C91}"/>
                </a:ext>
              </a:extLst>
            </p:cNvPr>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1602;p39">
              <a:extLst>
                <a:ext uri="{FF2B5EF4-FFF2-40B4-BE49-F238E27FC236}">
                  <a16:creationId xmlns:a16="http://schemas.microsoft.com/office/drawing/2014/main" id="{4AC31879-800B-6A4D-0E6C-B6495AD0227B}"/>
                </a:ext>
              </a:extLst>
            </p:cNvPr>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1603;p39">
              <a:extLst>
                <a:ext uri="{FF2B5EF4-FFF2-40B4-BE49-F238E27FC236}">
                  <a16:creationId xmlns:a16="http://schemas.microsoft.com/office/drawing/2014/main" id="{950F6A91-21A0-3E2E-58BE-C1D589C2AB8B}"/>
                </a:ext>
              </a:extLst>
            </p:cNvPr>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1604;p39">
              <a:extLst>
                <a:ext uri="{FF2B5EF4-FFF2-40B4-BE49-F238E27FC236}">
                  <a16:creationId xmlns:a16="http://schemas.microsoft.com/office/drawing/2014/main" id="{55864147-B757-9BA3-8F6E-20B32CCD4617}"/>
                </a:ext>
              </a:extLst>
            </p:cNvPr>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1605;p39">
              <a:extLst>
                <a:ext uri="{FF2B5EF4-FFF2-40B4-BE49-F238E27FC236}">
                  <a16:creationId xmlns:a16="http://schemas.microsoft.com/office/drawing/2014/main" id="{2C29F252-235F-B4A3-09B2-FC81DEB55116}"/>
                </a:ext>
              </a:extLst>
            </p:cNvPr>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1606;p39">
              <a:extLst>
                <a:ext uri="{FF2B5EF4-FFF2-40B4-BE49-F238E27FC236}">
                  <a16:creationId xmlns:a16="http://schemas.microsoft.com/office/drawing/2014/main" id="{2B544681-ADF2-C10B-1BBE-AF571249D259}"/>
                </a:ext>
              </a:extLst>
            </p:cNvPr>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1607;p39">
              <a:extLst>
                <a:ext uri="{FF2B5EF4-FFF2-40B4-BE49-F238E27FC236}">
                  <a16:creationId xmlns:a16="http://schemas.microsoft.com/office/drawing/2014/main" id="{F1930E9A-5A38-C936-EF5E-07E2467AE5A5}"/>
                </a:ext>
              </a:extLst>
            </p:cNvPr>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1608;p39">
              <a:extLst>
                <a:ext uri="{FF2B5EF4-FFF2-40B4-BE49-F238E27FC236}">
                  <a16:creationId xmlns:a16="http://schemas.microsoft.com/office/drawing/2014/main" id="{618EA954-56F8-BD03-20CD-F08F34A9CE25}"/>
                </a:ext>
              </a:extLst>
            </p:cNvPr>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1609;p39">
              <a:extLst>
                <a:ext uri="{FF2B5EF4-FFF2-40B4-BE49-F238E27FC236}">
                  <a16:creationId xmlns:a16="http://schemas.microsoft.com/office/drawing/2014/main" id="{3F651CB5-2A15-F6AF-25B1-10DCCA77A0AC}"/>
                </a:ext>
              </a:extLst>
            </p:cNvPr>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1610;p39">
              <a:extLst>
                <a:ext uri="{FF2B5EF4-FFF2-40B4-BE49-F238E27FC236}">
                  <a16:creationId xmlns:a16="http://schemas.microsoft.com/office/drawing/2014/main" id="{E3BE1018-77A7-B104-FCDF-845803910028}"/>
                </a:ext>
              </a:extLst>
            </p:cNvPr>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1611;p39">
              <a:extLst>
                <a:ext uri="{FF2B5EF4-FFF2-40B4-BE49-F238E27FC236}">
                  <a16:creationId xmlns:a16="http://schemas.microsoft.com/office/drawing/2014/main" id="{FB2E6609-6EAC-CD42-E212-A55622FC0AB2}"/>
                </a:ext>
              </a:extLst>
            </p:cNvPr>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1612;p39">
              <a:extLst>
                <a:ext uri="{FF2B5EF4-FFF2-40B4-BE49-F238E27FC236}">
                  <a16:creationId xmlns:a16="http://schemas.microsoft.com/office/drawing/2014/main" id="{7C8BB177-6014-651F-4AAD-956EAA99E600}"/>
                </a:ext>
              </a:extLst>
            </p:cNvPr>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1613;p39">
              <a:extLst>
                <a:ext uri="{FF2B5EF4-FFF2-40B4-BE49-F238E27FC236}">
                  <a16:creationId xmlns:a16="http://schemas.microsoft.com/office/drawing/2014/main" id="{0E5B71C2-F6C0-54FC-CDB8-1828BA3220E5}"/>
                </a:ext>
              </a:extLst>
            </p:cNvPr>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1614;p39">
              <a:extLst>
                <a:ext uri="{FF2B5EF4-FFF2-40B4-BE49-F238E27FC236}">
                  <a16:creationId xmlns:a16="http://schemas.microsoft.com/office/drawing/2014/main" id="{329120A4-F7BA-8E45-3637-74AE9562306A}"/>
                </a:ext>
              </a:extLst>
            </p:cNvPr>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1615;p39">
              <a:extLst>
                <a:ext uri="{FF2B5EF4-FFF2-40B4-BE49-F238E27FC236}">
                  <a16:creationId xmlns:a16="http://schemas.microsoft.com/office/drawing/2014/main" id="{CB4860BD-8AEF-8D67-7F72-EA21B148D118}"/>
                </a:ext>
              </a:extLst>
            </p:cNvPr>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1616;p39">
              <a:extLst>
                <a:ext uri="{FF2B5EF4-FFF2-40B4-BE49-F238E27FC236}">
                  <a16:creationId xmlns:a16="http://schemas.microsoft.com/office/drawing/2014/main" id="{8D853B43-8A01-E6EE-277D-E1B7BAC338CD}"/>
                </a:ext>
              </a:extLst>
            </p:cNvPr>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1617;p39">
              <a:extLst>
                <a:ext uri="{FF2B5EF4-FFF2-40B4-BE49-F238E27FC236}">
                  <a16:creationId xmlns:a16="http://schemas.microsoft.com/office/drawing/2014/main" id="{B239BE1F-67AD-9464-937C-00CFE6005E49}"/>
                </a:ext>
              </a:extLst>
            </p:cNvPr>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1618;p39">
              <a:extLst>
                <a:ext uri="{FF2B5EF4-FFF2-40B4-BE49-F238E27FC236}">
                  <a16:creationId xmlns:a16="http://schemas.microsoft.com/office/drawing/2014/main" id="{5EB02CAF-415A-9168-D938-A53B7FA1A9C7}"/>
                </a:ext>
              </a:extLst>
            </p:cNvPr>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1619;p39">
              <a:extLst>
                <a:ext uri="{FF2B5EF4-FFF2-40B4-BE49-F238E27FC236}">
                  <a16:creationId xmlns:a16="http://schemas.microsoft.com/office/drawing/2014/main" id="{B37275D3-64A8-8526-4763-EABBC0194334}"/>
                </a:ext>
              </a:extLst>
            </p:cNvPr>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1620;p39">
              <a:extLst>
                <a:ext uri="{FF2B5EF4-FFF2-40B4-BE49-F238E27FC236}">
                  <a16:creationId xmlns:a16="http://schemas.microsoft.com/office/drawing/2014/main" id="{70A34D66-BEB0-06AB-F606-1C89D6AC0376}"/>
                </a:ext>
              </a:extLst>
            </p:cNvPr>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1621;p39">
              <a:extLst>
                <a:ext uri="{FF2B5EF4-FFF2-40B4-BE49-F238E27FC236}">
                  <a16:creationId xmlns:a16="http://schemas.microsoft.com/office/drawing/2014/main" id="{61D15C30-3F8C-A56E-25BE-174EC0BA1FDB}"/>
                </a:ext>
              </a:extLst>
            </p:cNvPr>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1622;p39">
              <a:extLst>
                <a:ext uri="{FF2B5EF4-FFF2-40B4-BE49-F238E27FC236}">
                  <a16:creationId xmlns:a16="http://schemas.microsoft.com/office/drawing/2014/main" id="{7C41E8BB-B500-C2FA-5AAF-46B9BA79FD41}"/>
                </a:ext>
              </a:extLst>
            </p:cNvPr>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1623;p39">
              <a:extLst>
                <a:ext uri="{FF2B5EF4-FFF2-40B4-BE49-F238E27FC236}">
                  <a16:creationId xmlns:a16="http://schemas.microsoft.com/office/drawing/2014/main" id="{B9540193-8566-6FDE-B152-1FC4A7D2D6B9}"/>
                </a:ext>
              </a:extLst>
            </p:cNvPr>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1624;p39">
              <a:extLst>
                <a:ext uri="{FF2B5EF4-FFF2-40B4-BE49-F238E27FC236}">
                  <a16:creationId xmlns:a16="http://schemas.microsoft.com/office/drawing/2014/main" id="{6CEEFF46-0BED-0659-66DD-54D1387C549E}"/>
                </a:ext>
              </a:extLst>
            </p:cNvPr>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1625;p39">
              <a:extLst>
                <a:ext uri="{FF2B5EF4-FFF2-40B4-BE49-F238E27FC236}">
                  <a16:creationId xmlns:a16="http://schemas.microsoft.com/office/drawing/2014/main" id="{9C11C64D-6707-1921-DE10-69910E323702}"/>
                </a:ext>
              </a:extLst>
            </p:cNvPr>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1626;p39">
              <a:extLst>
                <a:ext uri="{FF2B5EF4-FFF2-40B4-BE49-F238E27FC236}">
                  <a16:creationId xmlns:a16="http://schemas.microsoft.com/office/drawing/2014/main" id="{69ABF0AB-C11A-E1A6-593C-288818553BB6}"/>
                </a:ext>
              </a:extLst>
            </p:cNvPr>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1627;p39">
              <a:extLst>
                <a:ext uri="{FF2B5EF4-FFF2-40B4-BE49-F238E27FC236}">
                  <a16:creationId xmlns:a16="http://schemas.microsoft.com/office/drawing/2014/main" id="{E6538419-6299-4B11-8F06-8C31EFDC0B90}"/>
                </a:ext>
              </a:extLst>
            </p:cNvPr>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1628;p39">
              <a:extLst>
                <a:ext uri="{FF2B5EF4-FFF2-40B4-BE49-F238E27FC236}">
                  <a16:creationId xmlns:a16="http://schemas.microsoft.com/office/drawing/2014/main" id="{16F3B459-7E60-1AA2-D687-6CF7A590AC08}"/>
                </a:ext>
              </a:extLst>
            </p:cNvPr>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1629;p39">
              <a:extLst>
                <a:ext uri="{FF2B5EF4-FFF2-40B4-BE49-F238E27FC236}">
                  <a16:creationId xmlns:a16="http://schemas.microsoft.com/office/drawing/2014/main" id="{C020B8DE-E3FA-BC1D-21F4-9C3263E08EB5}"/>
                </a:ext>
              </a:extLst>
            </p:cNvPr>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1630;p39">
              <a:extLst>
                <a:ext uri="{FF2B5EF4-FFF2-40B4-BE49-F238E27FC236}">
                  <a16:creationId xmlns:a16="http://schemas.microsoft.com/office/drawing/2014/main" id="{48D1A052-9CBF-62FB-A40E-6F638608E566}"/>
                </a:ext>
              </a:extLst>
            </p:cNvPr>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1631;p39">
              <a:extLst>
                <a:ext uri="{FF2B5EF4-FFF2-40B4-BE49-F238E27FC236}">
                  <a16:creationId xmlns:a16="http://schemas.microsoft.com/office/drawing/2014/main" id="{F87AC535-48FA-31C6-3174-19074BB3A4C3}"/>
                </a:ext>
              </a:extLst>
            </p:cNvPr>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1632;p39">
              <a:extLst>
                <a:ext uri="{FF2B5EF4-FFF2-40B4-BE49-F238E27FC236}">
                  <a16:creationId xmlns:a16="http://schemas.microsoft.com/office/drawing/2014/main" id="{FD148228-1A7D-FBFF-8440-913FD531F6DB}"/>
                </a:ext>
              </a:extLst>
            </p:cNvPr>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1633;p39">
              <a:extLst>
                <a:ext uri="{FF2B5EF4-FFF2-40B4-BE49-F238E27FC236}">
                  <a16:creationId xmlns:a16="http://schemas.microsoft.com/office/drawing/2014/main" id="{5DEEA925-E587-4EF9-E10D-CEB569911E31}"/>
                </a:ext>
              </a:extLst>
            </p:cNvPr>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1634;p39">
              <a:extLst>
                <a:ext uri="{FF2B5EF4-FFF2-40B4-BE49-F238E27FC236}">
                  <a16:creationId xmlns:a16="http://schemas.microsoft.com/office/drawing/2014/main" id="{B8D10403-E3E1-C62C-5725-1F6EC686B5F2}"/>
                </a:ext>
              </a:extLst>
            </p:cNvPr>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1635;p39">
              <a:extLst>
                <a:ext uri="{FF2B5EF4-FFF2-40B4-BE49-F238E27FC236}">
                  <a16:creationId xmlns:a16="http://schemas.microsoft.com/office/drawing/2014/main" id="{52AAC876-CD6F-A2D8-C725-30EA4141DC82}"/>
                </a:ext>
              </a:extLst>
            </p:cNvPr>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1636;p39">
              <a:extLst>
                <a:ext uri="{FF2B5EF4-FFF2-40B4-BE49-F238E27FC236}">
                  <a16:creationId xmlns:a16="http://schemas.microsoft.com/office/drawing/2014/main" id="{49819747-FC43-0D8E-76AB-7D26AA94A188}"/>
                </a:ext>
              </a:extLst>
            </p:cNvPr>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1637;p39">
              <a:extLst>
                <a:ext uri="{FF2B5EF4-FFF2-40B4-BE49-F238E27FC236}">
                  <a16:creationId xmlns:a16="http://schemas.microsoft.com/office/drawing/2014/main" id="{58560D1E-508A-2005-1E59-E22FBF5D03A9}"/>
                </a:ext>
              </a:extLst>
            </p:cNvPr>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1638;p39">
              <a:extLst>
                <a:ext uri="{FF2B5EF4-FFF2-40B4-BE49-F238E27FC236}">
                  <a16:creationId xmlns:a16="http://schemas.microsoft.com/office/drawing/2014/main" id="{64922F07-9F14-A5DB-53A2-08C5DED39ADA}"/>
                </a:ext>
              </a:extLst>
            </p:cNvPr>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1639;p39">
              <a:extLst>
                <a:ext uri="{FF2B5EF4-FFF2-40B4-BE49-F238E27FC236}">
                  <a16:creationId xmlns:a16="http://schemas.microsoft.com/office/drawing/2014/main" id="{545C74A3-EC92-9D01-4601-17D93AE3ED3D}"/>
                </a:ext>
              </a:extLst>
            </p:cNvPr>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1640;p39">
              <a:extLst>
                <a:ext uri="{FF2B5EF4-FFF2-40B4-BE49-F238E27FC236}">
                  <a16:creationId xmlns:a16="http://schemas.microsoft.com/office/drawing/2014/main" id="{562F5DB6-33E4-B47E-96FF-237F8CD85FD7}"/>
                </a:ext>
              </a:extLst>
            </p:cNvPr>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1641;p39">
              <a:extLst>
                <a:ext uri="{FF2B5EF4-FFF2-40B4-BE49-F238E27FC236}">
                  <a16:creationId xmlns:a16="http://schemas.microsoft.com/office/drawing/2014/main" id="{F370123B-4E1F-A024-4177-E0D35293BC42}"/>
                </a:ext>
              </a:extLst>
            </p:cNvPr>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1642;p39">
              <a:extLst>
                <a:ext uri="{FF2B5EF4-FFF2-40B4-BE49-F238E27FC236}">
                  <a16:creationId xmlns:a16="http://schemas.microsoft.com/office/drawing/2014/main" id="{F3021571-7D78-CFE9-B830-F3BADB92BD00}"/>
                </a:ext>
              </a:extLst>
            </p:cNvPr>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1643;p39">
              <a:extLst>
                <a:ext uri="{FF2B5EF4-FFF2-40B4-BE49-F238E27FC236}">
                  <a16:creationId xmlns:a16="http://schemas.microsoft.com/office/drawing/2014/main" id="{E0123B57-A461-6880-C674-76E6A544A119}"/>
                </a:ext>
              </a:extLst>
            </p:cNvPr>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1644;p39">
              <a:extLst>
                <a:ext uri="{FF2B5EF4-FFF2-40B4-BE49-F238E27FC236}">
                  <a16:creationId xmlns:a16="http://schemas.microsoft.com/office/drawing/2014/main" id="{5A1F8F87-2435-5134-8508-3D13646BDE06}"/>
                </a:ext>
              </a:extLst>
            </p:cNvPr>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1645;p39">
              <a:extLst>
                <a:ext uri="{FF2B5EF4-FFF2-40B4-BE49-F238E27FC236}">
                  <a16:creationId xmlns:a16="http://schemas.microsoft.com/office/drawing/2014/main" id="{14E53908-56FE-F064-D1C4-BD31D33816B2}"/>
                </a:ext>
              </a:extLst>
            </p:cNvPr>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1646;p39">
              <a:extLst>
                <a:ext uri="{FF2B5EF4-FFF2-40B4-BE49-F238E27FC236}">
                  <a16:creationId xmlns:a16="http://schemas.microsoft.com/office/drawing/2014/main" id="{DEBDFA66-9B63-4D16-B72F-CCF00A89A569}"/>
                </a:ext>
              </a:extLst>
            </p:cNvPr>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1647;p39">
              <a:extLst>
                <a:ext uri="{FF2B5EF4-FFF2-40B4-BE49-F238E27FC236}">
                  <a16:creationId xmlns:a16="http://schemas.microsoft.com/office/drawing/2014/main" id="{5A449688-16DC-A1E0-47AE-2FCB24A5E3DE}"/>
                </a:ext>
              </a:extLst>
            </p:cNvPr>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1648;p39">
              <a:extLst>
                <a:ext uri="{FF2B5EF4-FFF2-40B4-BE49-F238E27FC236}">
                  <a16:creationId xmlns:a16="http://schemas.microsoft.com/office/drawing/2014/main" id="{E2FD5D21-B855-F61E-966A-A474A63CB750}"/>
                </a:ext>
              </a:extLst>
            </p:cNvPr>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1649;p39">
              <a:extLst>
                <a:ext uri="{FF2B5EF4-FFF2-40B4-BE49-F238E27FC236}">
                  <a16:creationId xmlns:a16="http://schemas.microsoft.com/office/drawing/2014/main" id="{864B3708-F95D-780A-B880-F8324C31A982}"/>
                </a:ext>
              </a:extLst>
            </p:cNvPr>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1650;p39">
              <a:extLst>
                <a:ext uri="{FF2B5EF4-FFF2-40B4-BE49-F238E27FC236}">
                  <a16:creationId xmlns:a16="http://schemas.microsoft.com/office/drawing/2014/main" id="{E36CB86D-A3AA-3FF6-E773-56932C59390B}"/>
                </a:ext>
              </a:extLst>
            </p:cNvPr>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1651;p39">
              <a:extLst>
                <a:ext uri="{FF2B5EF4-FFF2-40B4-BE49-F238E27FC236}">
                  <a16:creationId xmlns:a16="http://schemas.microsoft.com/office/drawing/2014/main" id="{24A99983-CB76-4425-55AC-463C2EE9CDAF}"/>
                </a:ext>
              </a:extLst>
            </p:cNvPr>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652;p39">
              <a:extLst>
                <a:ext uri="{FF2B5EF4-FFF2-40B4-BE49-F238E27FC236}">
                  <a16:creationId xmlns:a16="http://schemas.microsoft.com/office/drawing/2014/main" id="{861949E0-C68F-22E3-1796-C88B691302FD}"/>
                </a:ext>
              </a:extLst>
            </p:cNvPr>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653;p39">
              <a:extLst>
                <a:ext uri="{FF2B5EF4-FFF2-40B4-BE49-F238E27FC236}">
                  <a16:creationId xmlns:a16="http://schemas.microsoft.com/office/drawing/2014/main" id="{74F56089-43BA-4BF4-B3F9-BC220BF7673F}"/>
                </a:ext>
              </a:extLst>
            </p:cNvPr>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654;p39">
              <a:extLst>
                <a:ext uri="{FF2B5EF4-FFF2-40B4-BE49-F238E27FC236}">
                  <a16:creationId xmlns:a16="http://schemas.microsoft.com/office/drawing/2014/main" id="{1844E25C-3335-909B-F079-81B116A8DBDB}"/>
                </a:ext>
              </a:extLst>
            </p:cNvPr>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655;p39">
              <a:extLst>
                <a:ext uri="{FF2B5EF4-FFF2-40B4-BE49-F238E27FC236}">
                  <a16:creationId xmlns:a16="http://schemas.microsoft.com/office/drawing/2014/main" id="{6FBCF6DF-F260-749B-B61E-22D0F879DF3B}"/>
                </a:ext>
              </a:extLst>
            </p:cNvPr>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656;p39">
              <a:extLst>
                <a:ext uri="{FF2B5EF4-FFF2-40B4-BE49-F238E27FC236}">
                  <a16:creationId xmlns:a16="http://schemas.microsoft.com/office/drawing/2014/main" id="{2B17CC9E-9682-DD3F-1AF6-E9AFC65C347A}"/>
                </a:ext>
              </a:extLst>
            </p:cNvPr>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657;p39">
              <a:extLst>
                <a:ext uri="{FF2B5EF4-FFF2-40B4-BE49-F238E27FC236}">
                  <a16:creationId xmlns:a16="http://schemas.microsoft.com/office/drawing/2014/main" id="{89A8DDD0-E405-D5EA-994A-42CBD1EEF89B}"/>
                </a:ext>
              </a:extLst>
            </p:cNvPr>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658;p39">
              <a:extLst>
                <a:ext uri="{FF2B5EF4-FFF2-40B4-BE49-F238E27FC236}">
                  <a16:creationId xmlns:a16="http://schemas.microsoft.com/office/drawing/2014/main" id="{FAC6BF44-B668-6F6C-47B8-ACBFBED27632}"/>
                </a:ext>
              </a:extLst>
            </p:cNvPr>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659;p39">
              <a:extLst>
                <a:ext uri="{FF2B5EF4-FFF2-40B4-BE49-F238E27FC236}">
                  <a16:creationId xmlns:a16="http://schemas.microsoft.com/office/drawing/2014/main" id="{F6B63555-75D8-2C49-9E66-A14D10A07AD3}"/>
                </a:ext>
              </a:extLst>
            </p:cNvPr>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660;p39">
              <a:extLst>
                <a:ext uri="{FF2B5EF4-FFF2-40B4-BE49-F238E27FC236}">
                  <a16:creationId xmlns:a16="http://schemas.microsoft.com/office/drawing/2014/main" id="{4EB887E5-6575-7FD8-9034-25ADC8ED97E3}"/>
                </a:ext>
              </a:extLst>
            </p:cNvPr>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661;p39">
              <a:extLst>
                <a:ext uri="{FF2B5EF4-FFF2-40B4-BE49-F238E27FC236}">
                  <a16:creationId xmlns:a16="http://schemas.microsoft.com/office/drawing/2014/main" id="{D3FCB19E-E8FA-EE9A-3317-20804F56680B}"/>
                </a:ext>
              </a:extLst>
            </p:cNvPr>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662;p39">
              <a:extLst>
                <a:ext uri="{FF2B5EF4-FFF2-40B4-BE49-F238E27FC236}">
                  <a16:creationId xmlns:a16="http://schemas.microsoft.com/office/drawing/2014/main" id="{C0939B9D-895E-60B6-5669-17208686E546}"/>
                </a:ext>
              </a:extLst>
            </p:cNvPr>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663;p39">
              <a:extLst>
                <a:ext uri="{FF2B5EF4-FFF2-40B4-BE49-F238E27FC236}">
                  <a16:creationId xmlns:a16="http://schemas.microsoft.com/office/drawing/2014/main" id="{72F39632-8F8B-8F48-606C-565F1E1C1F15}"/>
                </a:ext>
              </a:extLst>
            </p:cNvPr>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664;p39">
              <a:extLst>
                <a:ext uri="{FF2B5EF4-FFF2-40B4-BE49-F238E27FC236}">
                  <a16:creationId xmlns:a16="http://schemas.microsoft.com/office/drawing/2014/main" id="{6FAC0223-BCE3-9848-DCBC-9A84E6334F8B}"/>
                </a:ext>
              </a:extLst>
            </p:cNvPr>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665;p39">
              <a:extLst>
                <a:ext uri="{FF2B5EF4-FFF2-40B4-BE49-F238E27FC236}">
                  <a16:creationId xmlns:a16="http://schemas.microsoft.com/office/drawing/2014/main" id="{7BDE7F73-8591-3AC4-41FC-0670ADD07229}"/>
                </a:ext>
              </a:extLst>
            </p:cNvPr>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666;p39">
              <a:extLst>
                <a:ext uri="{FF2B5EF4-FFF2-40B4-BE49-F238E27FC236}">
                  <a16:creationId xmlns:a16="http://schemas.microsoft.com/office/drawing/2014/main" id="{4F93B157-DA7D-E351-DBB8-9EBB46BCF086}"/>
                </a:ext>
              </a:extLst>
            </p:cNvPr>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667;p39">
              <a:extLst>
                <a:ext uri="{FF2B5EF4-FFF2-40B4-BE49-F238E27FC236}">
                  <a16:creationId xmlns:a16="http://schemas.microsoft.com/office/drawing/2014/main" id="{0F4933B2-FD81-9E2C-4D7B-F934D98732E8}"/>
                </a:ext>
              </a:extLst>
            </p:cNvPr>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668;p39">
              <a:extLst>
                <a:ext uri="{FF2B5EF4-FFF2-40B4-BE49-F238E27FC236}">
                  <a16:creationId xmlns:a16="http://schemas.microsoft.com/office/drawing/2014/main" id="{F7BD4C41-CC20-5EE6-8EF4-3651EF86A106}"/>
                </a:ext>
              </a:extLst>
            </p:cNvPr>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669;p39">
              <a:extLst>
                <a:ext uri="{FF2B5EF4-FFF2-40B4-BE49-F238E27FC236}">
                  <a16:creationId xmlns:a16="http://schemas.microsoft.com/office/drawing/2014/main" id="{A656360E-9BCA-A88A-182A-B5C94CB4AA64}"/>
                </a:ext>
              </a:extLst>
            </p:cNvPr>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670;p39">
              <a:extLst>
                <a:ext uri="{FF2B5EF4-FFF2-40B4-BE49-F238E27FC236}">
                  <a16:creationId xmlns:a16="http://schemas.microsoft.com/office/drawing/2014/main" id="{C98ADB43-DCB8-7AEA-BA05-29226B4816B0}"/>
                </a:ext>
              </a:extLst>
            </p:cNvPr>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671;p39">
              <a:extLst>
                <a:ext uri="{FF2B5EF4-FFF2-40B4-BE49-F238E27FC236}">
                  <a16:creationId xmlns:a16="http://schemas.microsoft.com/office/drawing/2014/main" id="{15F52CCC-E115-F651-888D-D6478983C821}"/>
                </a:ext>
              </a:extLst>
            </p:cNvPr>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672;p39">
              <a:extLst>
                <a:ext uri="{FF2B5EF4-FFF2-40B4-BE49-F238E27FC236}">
                  <a16:creationId xmlns:a16="http://schemas.microsoft.com/office/drawing/2014/main" id="{D02EF309-27C0-D7B9-E7A3-98DA1234D4A6}"/>
                </a:ext>
              </a:extLst>
            </p:cNvPr>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673;p39">
              <a:extLst>
                <a:ext uri="{FF2B5EF4-FFF2-40B4-BE49-F238E27FC236}">
                  <a16:creationId xmlns:a16="http://schemas.microsoft.com/office/drawing/2014/main" id="{9873DF1C-0D7C-E8A2-618A-BB7DDF9B1F33}"/>
                </a:ext>
              </a:extLst>
            </p:cNvPr>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674;p39">
              <a:extLst>
                <a:ext uri="{FF2B5EF4-FFF2-40B4-BE49-F238E27FC236}">
                  <a16:creationId xmlns:a16="http://schemas.microsoft.com/office/drawing/2014/main" id="{990F7978-FF55-1745-5155-31A646538159}"/>
                </a:ext>
              </a:extLst>
            </p:cNvPr>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675;p39">
              <a:extLst>
                <a:ext uri="{FF2B5EF4-FFF2-40B4-BE49-F238E27FC236}">
                  <a16:creationId xmlns:a16="http://schemas.microsoft.com/office/drawing/2014/main" id="{EEC23DD7-DD69-8EB4-6F9E-99E92BE02F7A}"/>
                </a:ext>
              </a:extLst>
            </p:cNvPr>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676;p39">
              <a:extLst>
                <a:ext uri="{FF2B5EF4-FFF2-40B4-BE49-F238E27FC236}">
                  <a16:creationId xmlns:a16="http://schemas.microsoft.com/office/drawing/2014/main" id="{4176460A-522B-0105-DBC5-350AE369A9DC}"/>
                </a:ext>
              </a:extLst>
            </p:cNvPr>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677;p39">
              <a:extLst>
                <a:ext uri="{FF2B5EF4-FFF2-40B4-BE49-F238E27FC236}">
                  <a16:creationId xmlns:a16="http://schemas.microsoft.com/office/drawing/2014/main" id="{08192F3B-4BC7-BD55-11E6-8470127BD864}"/>
                </a:ext>
              </a:extLst>
            </p:cNvPr>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678;p39">
              <a:extLst>
                <a:ext uri="{FF2B5EF4-FFF2-40B4-BE49-F238E27FC236}">
                  <a16:creationId xmlns:a16="http://schemas.microsoft.com/office/drawing/2014/main" id="{CFBA1091-C457-5EF7-A52A-6CAD2C563FE8}"/>
                </a:ext>
              </a:extLst>
            </p:cNvPr>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679;p39">
              <a:extLst>
                <a:ext uri="{FF2B5EF4-FFF2-40B4-BE49-F238E27FC236}">
                  <a16:creationId xmlns:a16="http://schemas.microsoft.com/office/drawing/2014/main" id="{8626E8A4-5400-2F86-BF0D-ABD17E619032}"/>
                </a:ext>
              </a:extLst>
            </p:cNvPr>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680;p39">
              <a:extLst>
                <a:ext uri="{FF2B5EF4-FFF2-40B4-BE49-F238E27FC236}">
                  <a16:creationId xmlns:a16="http://schemas.microsoft.com/office/drawing/2014/main" id="{88664500-8981-7EDD-2CEE-103DF079FDA6}"/>
                </a:ext>
              </a:extLst>
            </p:cNvPr>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681;p39">
              <a:extLst>
                <a:ext uri="{FF2B5EF4-FFF2-40B4-BE49-F238E27FC236}">
                  <a16:creationId xmlns:a16="http://schemas.microsoft.com/office/drawing/2014/main" id="{DEA42A4C-73C5-7423-3CC3-1790499E91B4}"/>
                </a:ext>
              </a:extLst>
            </p:cNvPr>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682;p39">
              <a:extLst>
                <a:ext uri="{FF2B5EF4-FFF2-40B4-BE49-F238E27FC236}">
                  <a16:creationId xmlns:a16="http://schemas.microsoft.com/office/drawing/2014/main" id="{DBACB57A-D7A0-3E3F-B329-F8FE01D67923}"/>
                </a:ext>
              </a:extLst>
            </p:cNvPr>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683;p39">
              <a:extLst>
                <a:ext uri="{FF2B5EF4-FFF2-40B4-BE49-F238E27FC236}">
                  <a16:creationId xmlns:a16="http://schemas.microsoft.com/office/drawing/2014/main" id="{E0195F2B-6CB8-2838-1B8B-49B8CAE71FD1}"/>
                </a:ext>
              </a:extLst>
            </p:cNvPr>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684;p39">
              <a:extLst>
                <a:ext uri="{FF2B5EF4-FFF2-40B4-BE49-F238E27FC236}">
                  <a16:creationId xmlns:a16="http://schemas.microsoft.com/office/drawing/2014/main" id="{8AFE2722-3D9A-F768-1809-7BEAC75EFBA0}"/>
                </a:ext>
              </a:extLst>
            </p:cNvPr>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685;p39">
              <a:extLst>
                <a:ext uri="{FF2B5EF4-FFF2-40B4-BE49-F238E27FC236}">
                  <a16:creationId xmlns:a16="http://schemas.microsoft.com/office/drawing/2014/main" id="{3CD24BB4-028D-AA62-9B4B-C4C1C9AC7297}"/>
                </a:ext>
              </a:extLst>
            </p:cNvPr>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686;p39">
              <a:extLst>
                <a:ext uri="{FF2B5EF4-FFF2-40B4-BE49-F238E27FC236}">
                  <a16:creationId xmlns:a16="http://schemas.microsoft.com/office/drawing/2014/main" id="{2B7D87F3-C11D-BF6B-5C93-A1C7F08DB2B0}"/>
                </a:ext>
              </a:extLst>
            </p:cNvPr>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687;p39">
              <a:extLst>
                <a:ext uri="{FF2B5EF4-FFF2-40B4-BE49-F238E27FC236}">
                  <a16:creationId xmlns:a16="http://schemas.microsoft.com/office/drawing/2014/main" id="{13A2085A-6C13-8FE6-42FB-302BAC2AEB9F}"/>
                </a:ext>
              </a:extLst>
            </p:cNvPr>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688;p39">
              <a:extLst>
                <a:ext uri="{FF2B5EF4-FFF2-40B4-BE49-F238E27FC236}">
                  <a16:creationId xmlns:a16="http://schemas.microsoft.com/office/drawing/2014/main" id="{70D13CA9-55D2-2F4E-3EA8-FED242BAF9C1}"/>
                </a:ext>
              </a:extLst>
            </p:cNvPr>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689;p39">
              <a:extLst>
                <a:ext uri="{FF2B5EF4-FFF2-40B4-BE49-F238E27FC236}">
                  <a16:creationId xmlns:a16="http://schemas.microsoft.com/office/drawing/2014/main" id="{563452AC-F8FF-2FDF-2E7A-D9092C01F8F8}"/>
                </a:ext>
              </a:extLst>
            </p:cNvPr>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690;p39">
              <a:extLst>
                <a:ext uri="{FF2B5EF4-FFF2-40B4-BE49-F238E27FC236}">
                  <a16:creationId xmlns:a16="http://schemas.microsoft.com/office/drawing/2014/main" id="{364CDA0E-01D8-7A86-15F0-DDFD47D02939}"/>
                </a:ext>
              </a:extLst>
            </p:cNvPr>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691;p39">
              <a:extLst>
                <a:ext uri="{FF2B5EF4-FFF2-40B4-BE49-F238E27FC236}">
                  <a16:creationId xmlns:a16="http://schemas.microsoft.com/office/drawing/2014/main" id="{AF64A4E8-FBA4-AC7C-1C60-C05C984098F2}"/>
                </a:ext>
              </a:extLst>
            </p:cNvPr>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692;p39">
              <a:extLst>
                <a:ext uri="{FF2B5EF4-FFF2-40B4-BE49-F238E27FC236}">
                  <a16:creationId xmlns:a16="http://schemas.microsoft.com/office/drawing/2014/main" id="{C5B226CE-DF97-2353-DC79-99CEE6DE159C}"/>
                </a:ext>
              </a:extLst>
            </p:cNvPr>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693;p39">
              <a:extLst>
                <a:ext uri="{FF2B5EF4-FFF2-40B4-BE49-F238E27FC236}">
                  <a16:creationId xmlns:a16="http://schemas.microsoft.com/office/drawing/2014/main" id="{284D63EB-4384-AE4C-5123-9EC7461334E9}"/>
                </a:ext>
              </a:extLst>
            </p:cNvPr>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694;p39">
              <a:extLst>
                <a:ext uri="{FF2B5EF4-FFF2-40B4-BE49-F238E27FC236}">
                  <a16:creationId xmlns:a16="http://schemas.microsoft.com/office/drawing/2014/main" id="{674994EF-9D23-1C9A-D158-65A62A99A7FB}"/>
                </a:ext>
              </a:extLst>
            </p:cNvPr>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695;p39">
              <a:extLst>
                <a:ext uri="{FF2B5EF4-FFF2-40B4-BE49-F238E27FC236}">
                  <a16:creationId xmlns:a16="http://schemas.microsoft.com/office/drawing/2014/main" id="{6C9415F3-6674-0DC3-15CA-F5C358C5BDEF}"/>
                </a:ext>
              </a:extLst>
            </p:cNvPr>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696;p39">
              <a:extLst>
                <a:ext uri="{FF2B5EF4-FFF2-40B4-BE49-F238E27FC236}">
                  <a16:creationId xmlns:a16="http://schemas.microsoft.com/office/drawing/2014/main" id="{B1268205-AA91-D232-87FA-47475C0C2A41}"/>
                </a:ext>
              </a:extLst>
            </p:cNvPr>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697;p39">
              <a:extLst>
                <a:ext uri="{FF2B5EF4-FFF2-40B4-BE49-F238E27FC236}">
                  <a16:creationId xmlns:a16="http://schemas.microsoft.com/office/drawing/2014/main" id="{C3F11E7C-E3E5-0B4A-38EE-FB55BB2C41E6}"/>
                </a:ext>
              </a:extLst>
            </p:cNvPr>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698;p39">
              <a:extLst>
                <a:ext uri="{FF2B5EF4-FFF2-40B4-BE49-F238E27FC236}">
                  <a16:creationId xmlns:a16="http://schemas.microsoft.com/office/drawing/2014/main" id="{72670E75-F2BB-141F-4019-34EA14B6AC0B}"/>
                </a:ext>
              </a:extLst>
            </p:cNvPr>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699;p39">
              <a:extLst>
                <a:ext uri="{FF2B5EF4-FFF2-40B4-BE49-F238E27FC236}">
                  <a16:creationId xmlns:a16="http://schemas.microsoft.com/office/drawing/2014/main" id="{548745D9-1DB4-55ED-8BB7-80D6EDA7AECD}"/>
                </a:ext>
              </a:extLst>
            </p:cNvPr>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700;p39">
              <a:extLst>
                <a:ext uri="{FF2B5EF4-FFF2-40B4-BE49-F238E27FC236}">
                  <a16:creationId xmlns:a16="http://schemas.microsoft.com/office/drawing/2014/main" id="{49DACB1C-1D7E-E1A0-03A4-F0A0385B872E}"/>
                </a:ext>
              </a:extLst>
            </p:cNvPr>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701;p39">
              <a:extLst>
                <a:ext uri="{FF2B5EF4-FFF2-40B4-BE49-F238E27FC236}">
                  <a16:creationId xmlns:a16="http://schemas.microsoft.com/office/drawing/2014/main" id="{C0321E07-D1DB-39FB-CC89-374FE7F17CCA}"/>
                </a:ext>
              </a:extLst>
            </p:cNvPr>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702;p39">
              <a:extLst>
                <a:ext uri="{FF2B5EF4-FFF2-40B4-BE49-F238E27FC236}">
                  <a16:creationId xmlns:a16="http://schemas.microsoft.com/office/drawing/2014/main" id="{F6C4303F-7BA2-D9F7-0F7D-558D1204E3B5}"/>
                </a:ext>
              </a:extLst>
            </p:cNvPr>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703;p39">
              <a:extLst>
                <a:ext uri="{FF2B5EF4-FFF2-40B4-BE49-F238E27FC236}">
                  <a16:creationId xmlns:a16="http://schemas.microsoft.com/office/drawing/2014/main" id="{513AD8D0-8B1B-D09F-6790-129F2A433105}"/>
                </a:ext>
              </a:extLst>
            </p:cNvPr>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704;p39">
              <a:extLst>
                <a:ext uri="{FF2B5EF4-FFF2-40B4-BE49-F238E27FC236}">
                  <a16:creationId xmlns:a16="http://schemas.microsoft.com/office/drawing/2014/main" id="{1A58CBBF-117B-D7CD-60EA-7E500217C84A}"/>
                </a:ext>
              </a:extLst>
            </p:cNvPr>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705;p39">
              <a:extLst>
                <a:ext uri="{FF2B5EF4-FFF2-40B4-BE49-F238E27FC236}">
                  <a16:creationId xmlns:a16="http://schemas.microsoft.com/office/drawing/2014/main" id="{D93FB57F-1A1D-8BD5-E5BA-F3AF773637CB}"/>
                </a:ext>
              </a:extLst>
            </p:cNvPr>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706;p39">
              <a:extLst>
                <a:ext uri="{FF2B5EF4-FFF2-40B4-BE49-F238E27FC236}">
                  <a16:creationId xmlns:a16="http://schemas.microsoft.com/office/drawing/2014/main" id="{BEF503C0-D8EE-DA97-9420-BC1D52F87535}"/>
                </a:ext>
              </a:extLst>
            </p:cNvPr>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707;p39">
              <a:extLst>
                <a:ext uri="{FF2B5EF4-FFF2-40B4-BE49-F238E27FC236}">
                  <a16:creationId xmlns:a16="http://schemas.microsoft.com/office/drawing/2014/main" id="{75EA125C-055F-C299-A791-CA083F316BE6}"/>
                </a:ext>
              </a:extLst>
            </p:cNvPr>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708;p39">
              <a:extLst>
                <a:ext uri="{FF2B5EF4-FFF2-40B4-BE49-F238E27FC236}">
                  <a16:creationId xmlns:a16="http://schemas.microsoft.com/office/drawing/2014/main" id="{751D8161-34CE-1870-6E0F-176F9CD7C866}"/>
                </a:ext>
              </a:extLst>
            </p:cNvPr>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3" name="Google Shape;1709;p39">
            <a:extLst>
              <a:ext uri="{FF2B5EF4-FFF2-40B4-BE49-F238E27FC236}">
                <a16:creationId xmlns:a16="http://schemas.microsoft.com/office/drawing/2014/main" id="{8284B139-1B9A-68BF-1EC2-C07769995693}"/>
              </a:ext>
            </a:extLst>
          </p:cNvPr>
          <p:cNvGrpSpPr/>
          <p:nvPr/>
        </p:nvGrpSpPr>
        <p:grpSpPr>
          <a:xfrm>
            <a:off x="-657980" y="4422312"/>
            <a:ext cx="9966245" cy="1555435"/>
            <a:chOff x="-657980" y="4445837"/>
            <a:chExt cx="9966245" cy="1555435"/>
          </a:xfrm>
        </p:grpSpPr>
        <p:grpSp>
          <p:nvGrpSpPr>
            <p:cNvPr id="1274" name="Google Shape;1710;p39">
              <a:extLst>
                <a:ext uri="{FF2B5EF4-FFF2-40B4-BE49-F238E27FC236}">
                  <a16:creationId xmlns:a16="http://schemas.microsoft.com/office/drawing/2014/main" id="{5733ECF4-A65B-4A6A-79D2-3DC08348D436}"/>
                </a:ext>
              </a:extLst>
            </p:cNvPr>
            <p:cNvGrpSpPr/>
            <p:nvPr/>
          </p:nvGrpSpPr>
          <p:grpSpPr>
            <a:xfrm flipH="1">
              <a:off x="6319595" y="4445837"/>
              <a:ext cx="2988670" cy="1555435"/>
              <a:chOff x="247500" y="3377600"/>
              <a:chExt cx="2497635" cy="1299879"/>
            </a:xfrm>
          </p:grpSpPr>
          <p:sp>
            <p:nvSpPr>
              <p:cNvPr id="1374" name="Google Shape;1711;p39">
                <a:extLst>
                  <a:ext uri="{FF2B5EF4-FFF2-40B4-BE49-F238E27FC236}">
                    <a16:creationId xmlns:a16="http://schemas.microsoft.com/office/drawing/2014/main" id="{1BC37E55-D9FC-917C-B48E-3E9749B0F0DF}"/>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712;p39">
                <a:extLst>
                  <a:ext uri="{FF2B5EF4-FFF2-40B4-BE49-F238E27FC236}">
                    <a16:creationId xmlns:a16="http://schemas.microsoft.com/office/drawing/2014/main" id="{30AE7CBF-A366-9D71-0215-1E7846C8E16D}"/>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713;p39">
                <a:extLst>
                  <a:ext uri="{FF2B5EF4-FFF2-40B4-BE49-F238E27FC236}">
                    <a16:creationId xmlns:a16="http://schemas.microsoft.com/office/drawing/2014/main" id="{819372A5-819A-7A73-62A5-D691E12093D6}"/>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714;p39">
                <a:extLst>
                  <a:ext uri="{FF2B5EF4-FFF2-40B4-BE49-F238E27FC236}">
                    <a16:creationId xmlns:a16="http://schemas.microsoft.com/office/drawing/2014/main" id="{62BA98E7-8C95-CE00-4B46-C56B587AD7B9}"/>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715;p39">
                <a:extLst>
                  <a:ext uri="{FF2B5EF4-FFF2-40B4-BE49-F238E27FC236}">
                    <a16:creationId xmlns:a16="http://schemas.microsoft.com/office/drawing/2014/main" id="{4C22DB19-5C70-B47A-3BC6-889F210E9E55}"/>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716;p39">
                <a:extLst>
                  <a:ext uri="{FF2B5EF4-FFF2-40B4-BE49-F238E27FC236}">
                    <a16:creationId xmlns:a16="http://schemas.microsoft.com/office/drawing/2014/main" id="{0C346984-E844-2478-7B27-E8D883EBE15A}"/>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717;p39">
                <a:extLst>
                  <a:ext uri="{FF2B5EF4-FFF2-40B4-BE49-F238E27FC236}">
                    <a16:creationId xmlns:a16="http://schemas.microsoft.com/office/drawing/2014/main" id="{219ACD11-94FA-8A0E-77D3-FB6D29C194E8}"/>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718;p39">
                <a:extLst>
                  <a:ext uri="{FF2B5EF4-FFF2-40B4-BE49-F238E27FC236}">
                    <a16:creationId xmlns:a16="http://schemas.microsoft.com/office/drawing/2014/main" id="{CA0789A9-1768-DCCF-E082-42A07F068289}"/>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719;p39">
                <a:extLst>
                  <a:ext uri="{FF2B5EF4-FFF2-40B4-BE49-F238E27FC236}">
                    <a16:creationId xmlns:a16="http://schemas.microsoft.com/office/drawing/2014/main" id="{3367C7F6-92AB-6BEC-18BF-EDDB6AA112E9}"/>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720;p39">
                <a:extLst>
                  <a:ext uri="{FF2B5EF4-FFF2-40B4-BE49-F238E27FC236}">
                    <a16:creationId xmlns:a16="http://schemas.microsoft.com/office/drawing/2014/main" id="{92910B44-CFDB-7BB6-D00F-FEEC2469B43D}"/>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721;p39">
                <a:extLst>
                  <a:ext uri="{FF2B5EF4-FFF2-40B4-BE49-F238E27FC236}">
                    <a16:creationId xmlns:a16="http://schemas.microsoft.com/office/drawing/2014/main" id="{D0C71CD5-D99F-A4CC-2E42-ED7DD8A1CD26}"/>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722;p39">
                <a:extLst>
                  <a:ext uri="{FF2B5EF4-FFF2-40B4-BE49-F238E27FC236}">
                    <a16:creationId xmlns:a16="http://schemas.microsoft.com/office/drawing/2014/main" id="{1AA720E1-A5E9-AEFF-51FC-1B945F98C454}"/>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723;p39">
                <a:extLst>
                  <a:ext uri="{FF2B5EF4-FFF2-40B4-BE49-F238E27FC236}">
                    <a16:creationId xmlns:a16="http://schemas.microsoft.com/office/drawing/2014/main" id="{D9AB41EA-4C99-9F7A-4F18-014E72BC2634}"/>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724;p39">
                <a:extLst>
                  <a:ext uri="{FF2B5EF4-FFF2-40B4-BE49-F238E27FC236}">
                    <a16:creationId xmlns:a16="http://schemas.microsoft.com/office/drawing/2014/main" id="{5858BCE1-9183-36D1-BF17-B60A5D3570F0}"/>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725;p39">
                <a:extLst>
                  <a:ext uri="{FF2B5EF4-FFF2-40B4-BE49-F238E27FC236}">
                    <a16:creationId xmlns:a16="http://schemas.microsoft.com/office/drawing/2014/main" id="{A4387175-E751-81E3-BC7F-57CE7594318F}"/>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726;p39">
                <a:extLst>
                  <a:ext uri="{FF2B5EF4-FFF2-40B4-BE49-F238E27FC236}">
                    <a16:creationId xmlns:a16="http://schemas.microsoft.com/office/drawing/2014/main" id="{B2B3AD30-0416-74F0-9B64-BCD0BE8289DA}"/>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727;p39">
                <a:extLst>
                  <a:ext uri="{FF2B5EF4-FFF2-40B4-BE49-F238E27FC236}">
                    <a16:creationId xmlns:a16="http://schemas.microsoft.com/office/drawing/2014/main" id="{B55274A7-DDB5-507A-6691-82F717F233D5}"/>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728;p39">
                <a:extLst>
                  <a:ext uri="{FF2B5EF4-FFF2-40B4-BE49-F238E27FC236}">
                    <a16:creationId xmlns:a16="http://schemas.microsoft.com/office/drawing/2014/main" id="{5E47231E-C90A-6125-071F-DCA85D0F741F}"/>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729;p39">
                <a:extLst>
                  <a:ext uri="{FF2B5EF4-FFF2-40B4-BE49-F238E27FC236}">
                    <a16:creationId xmlns:a16="http://schemas.microsoft.com/office/drawing/2014/main" id="{F6A32673-D1D5-6468-E111-8956BD37C84F}"/>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730;p39">
                <a:extLst>
                  <a:ext uri="{FF2B5EF4-FFF2-40B4-BE49-F238E27FC236}">
                    <a16:creationId xmlns:a16="http://schemas.microsoft.com/office/drawing/2014/main" id="{D8C8C084-EE8C-D232-C722-52BCC76EDB8C}"/>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731;p39">
                <a:extLst>
                  <a:ext uri="{FF2B5EF4-FFF2-40B4-BE49-F238E27FC236}">
                    <a16:creationId xmlns:a16="http://schemas.microsoft.com/office/drawing/2014/main" id="{029E7995-3237-9657-0BF1-FCB100813B05}"/>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732;p39">
                <a:extLst>
                  <a:ext uri="{FF2B5EF4-FFF2-40B4-BE49-F238E27FC236}">
                    <a16:creationId xmlns:a16="http://schemas.microsoft.com/office/drawing/2014/main" id="{7191D7CF-5A4C-6D26-6C5E-9B472923C9B9}"/>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733;p39">
                <a:extLst>
                  <a:ext uri="{FF2B5EF4-FFF2-40B4-BE49-F238E27FC236}">
                    <a16:creationId xmlns:a16="http://schemas.microsoft.com/office/drawing/2014/main" id="{1DCE5431-493E-7101-3D6B-C46E5A1C91F7}"/>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734;p39">
                <a:extLst>
                  <a:ext uri="{FF2B5EF4-FFF2-40B4-BE49-F238E27FC236}">
                    <a16:creationId xmlns:a16="http://schemas.microsoft.com/office/drawing/2014/main" id="{47890229-25BE-7C46-63ED-FC8B93E710CC}"/>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735;p39">
                <a:extLst>
                  <a:ext uri="{FF2B5EF4-FFF2-40B4-BE49-F238E27FC236}">
                    <a16:creationId xmlns:a16="http://schemas.microsoft.com/office/drawing/2014/main" id="{38D269CA-175F-A63D-171E-487FE1C0CEB9}"/>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736;p39">
                <a:extLst>
                  <a:ext uri="{FF2B5EF4-FFF2-40B4-BE49-F238E27FC236}">
                    <a16:creationId xmlns:a16="http://schemas.microsoft.com/office/drawing/2014/main" id="{15F03754-9A43-864A-A50E-8029A69A780E}"/>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737;p39">
                <a:extLst>
                  <a:ext uri="{FF2B5EF4-FFF2-40B4-BE49-F238E27FC236}">
                    <a16:creationId xmlns:a16="http://schemas.microsoft.com/office/drawing/2014/main" id="{785DB281-D26F-78A3-FBE1-E3A33FA416C6}"/>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738;p39">
                <a:extLst>
                  <a:ext uri="{FF2B5EF4-FFF2-40B4-BE49-F238E27FC236}">
                    <a16:creationId xmlns:a16="http://schemas.microsoft.com/office/drawing/2014/main" id="{562A6C8D-B381-B5CE-B4C0-8543E21DEA2C}"/>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739;p39">
                <a:extLst>
                  <a:ext uri="{FF2B5EF4-FFF2-40B4-BE49-F238E27FC236}">
                    <a16:creationId xmlns:a16="http://schemas.microsoft.com/office/drawing/2014/main" id="{B2CA9E28-5AFD-89DD-4E82-4200A7BFA64D}"/>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740;p39">
                <a:extLst>
                  <a:ext uri="{FF2B5EF4-FFF2-40B4-BE49-F238E27FC236}">
                    <a16:creationId xmlns:a16="http://schemas.microsoft.com/office/drawing/2014/main" id="{26F930DC-E626-A7D9-D025-CD623490456A}"/>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741;p39">
                <a:extLst>
                  <a:ext uri="{FF2B5EF4-FFF2-40B4-BE49-F238E27FC236}">
                    <a16:creationId xmlns:a16="http://schemas.microsoft.com/office/drawing/2014/main" id="{60E3B9C7-5DD6-46F7-7E8A-A531088F2066}"/>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742;p39">
                <a:extLst>
                  <a:ext uri="{FF2B5EF4-FFF2-40B4-BE49-F238E27FC236}">
                    <a16:creationId xmlns:a16="http://schemas.microsoft.com/office/drawing/2014/main" id="{CEDB4269-54D4-E49B-4FD0-75F24E4C158E}"/>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743;p39">
                <a:extLst>
                  <a:ext uri="{FF2B5EF4-FFF2-40B4-BE49-F238E27FC236}">
                    <a16:creationId xmlns:a16="http://schemas.microsoft.com/office/drawing/2014/main" id="{3F084BA6-32C7-D41A-93C7-A663A6D1934F}"/>
                  </a:ext>
                </a:extLst>
              </p:cNvPr>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744;p39">
                <a:extLst>
                  <a:ext uri="{FF2B5EF4-FFF2-40B4-BE49-F238E27FC236}">
                    <a16:creationId xmlns:a16="http://schemas.microsoft.com/office/drawing/2014/main" id="{59086008-5851-1971-00E0-89C6C530CE6F}"/>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745;p39">
              <a:extLst>
                <a:ext uri="{FF2B5EF4-FFF2-40B4-BE49-F238E27FC236}">
                  <a16:creationId xmlns:a16="http://schemas.microsoft.com/office/drawing/2014/main" id="{93E20F94-8DDD-16F7-F426-C94D53ABCF33}"/>
                </a:ext>
              </a:extLst>
            </p:cNvPr>
            <p:cNvGrpSpPr/>
            <p:nvPr/>
          </p:nvGrpSpPr>
          <p:grpSpPr>
            <a:xfrm flipH="1">
              <a:off x="3990354" y="4445837"/>
              <a:ext cx="2988670" cy="1555435"/>
              <a:chOff x="2194050" y="3377600"/>
              <a:chExt cx="2497635" cy="1299879"/>
            </a:xfrm>
          </p:grpSpPr>
          <p:sp>
            <p:nvSpPr>
              <p:cNvPr id="1344" name="Google Shape;1746;p39">
                <a:extLst>
                  <a:ext uri="{FF2B5EF4-FFF2-40B4-BE49-F238E27FC236}">
                    <a16:creationId xmlns:a16="http://schemas.microsoft.com/office/drawing/2014/main" id="{2030B5E5-B26F-FA24-FB10-1883516E50D2}"/>
                  </a:ext>
                </a:extLst>
              </p:cNvPr>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747;p39">
                <a:extLst>
                  <a:ext uri="{FF2B5EF4-FFF2-40B4-BE49-F238E27FC236}">
                    <a16:creationId xmlns:a16="http://schemas.microsoft.com/office/drawing/2014/main" id="{307EE070-1783-1FD5-BDA9-780F52BAB213}"/>
                  </a:ext>
                </a:extLst>
              </p:cNvPr>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748;p39">
                <a:extLst>
                  <a:ext uri="{FF2B5EF4-FFF2-40B4-BE49-F238E27FC236}">
                    <a16:creationId xmlns:a16="http://schemas.microsoft.com/office/drawing/2014/main" id="{3714D9F1-3AA5-E263-6212-1943B6178CDB}"/>
                  </a:ext>
                </a:extLst>
              </p:cNvPr>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749;p39">
                <a:extLst>
                  <a:ext uri="{FF2B5EF4-FFF2-40B4-BE49-F238E27FC236}">
                    <a16:creationId xmlns:a16="http://schemas.microsoft.com/office/drawing/2014/main" id="{CDAD63B5-4D45-4C43-986D-817FB3BD3BB1}"/>
                  </a:ext>
                </a:extLst>
              </p:cNvPr>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750;p39">
                <a:extLst>
                  <a:ext uri="{FF2B5EF4-FFF2-40B4-BE49-F238E27FC236}">
                    <a16:creationId xmlns:a16="http://schemas.microsoft.com/office/drawing/2014/main" id="{B670C8C2-664F-90BA-AC31-0CAC29540EBF}"/>
                  </a:ext>
                </a:extLst>
              </p:cNvPr>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751;p39">
                <a:extLst>
                  <a:ext uri="{FF2B5EF4-FFF2-40B4-BE49-F238E27FC236}">
                    <a16:creationId xmlns:a16="http://schemas.microsoft.com/office/drawing/2014/main" id="{E92A8B28-D0B2-741F-041E-C9E8E35168DC}"/>
                  </a:ext>
                </a:extLst>
              </p:cNvPr>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752;p39">
                <a:extLst>
                  <a:ext uri="{FF2B5EF4-FFF2-40B4-BE49-F238E27FC236}">
                    <a16:creationId xmlns:a16="http://schemas.microsoft.com/office/drawing/2014/main" id="{462329BC-07EC-383C-FF96-E52197874731}"/>
                  </a:ext>
                </a:extLst>
              </p:cNvPr>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753;p39">
                <a:extLst>
                  <a:ext uri="{FF2B5EF4-FFF2-40B4-BE49-F238E27FC236}">
                    <a16:creationId xmlns:a16="http://schemas.microsoft.com/office/drawing/2014/main" id="{96329C8D-6DB3-54E2-2657-CDE93E4888A8}"/>
                  </a:ext>
                </a:extLst>
              </p:cNvPr>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754;p39">
                <a:extLst>
                  <a:ext uri="{FF2B5EF4-FFF2-40B4-BE49-F238E27FC236}">
                    <a16:creationId xmlns:a16="http://schemas.microsoft.com/office/drawing/2014/main" id="{BEE15064-FF78-2849-F740-603C18A71133}"/>
                  </a:ext>
                </a:extLst>
              </p:cNvPr>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755;p39">
                <a:extLst>
                  <a:ext uri="{FF2B5EF4-FFF2-40B4-BE49-F238E27FC236}">
                    <a16:creationId xmlns:a16="http://schemas.microsoft.com/office/drawing/2014/main" id="{121C03AB-4878-94A0-DB38-E51EC27658F9}"/>
                  </a:ext>
                </a:extLst>
              </p:cNvPr>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756;p39">
                <a:extLst>
                  <a:ext uri="{FF2B5EF4-FFF2-40B4-BE49-F238E27FC236}">
                    <a16:creationId xmlns:a16="http://schemas.microsoft.com/office/drawing/2014/main" id="{7D2C0F7C-5180-056E-37DF-ABDD53A190DA}"/>
                  </a:ext>
                </a:extLst>
              </p:cNvPr>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757;p39">
                <a:extLst>
                  <a:ext uri="{FF2B5EF4-FFF2-40B4-BE49-F238E27FC236}">
                    <a16:creationId xmlns:a16="http://schemas.microsoft.com/office/drawing/2014/main" id="{16F32F2B-6F55-923A-1515-1307DD237CC8}"/>
                  </a:ext>
                </a:extLst>
              </p:cNvPr>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758;p39">
                <a:extLst>
                  <a:ext uri="{FF2B5EF4-FFF2-40B4-BE49-F238E27FC236}">
                    <a16:creationId xmlns:a16="http://schemas.microsoft.com/office/drawing/2014/main" id="{5F3BBCEC-875A-8B73-0A4E-75F6D5C2DCCC}"/>
                  </a:ext>
                </a:extLst>
              </p:cNvPr>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759;p39">
                <a:extLst>
                  <a:ext uri="{FF2B5EF4-FFF2-40B4-BE49-F238E27FC236}">
                    <a16:creationId xmlns:a16="http://schemas.microsoft.com/office/drawing/2014/main" id="{1219CB61-8B84-D682-EF13-85C1838B0766}"/>
                  </a:ext>
                </a:extLst>
              </p:cNvPr>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760;p39">
                <a:extLst>
                  <a:ext uri="{FF2B5EF4-FFF2-40B4-BE49-F238E27FC236}">
                    <a16:creationId xmlns:a16="http://schemas.microsoft.com/office/drawing/2014/main" id="{B6C42E38-2ADB-4409-ACCA-502E334995A9}"/>
                  </a:ext>
                </a:extLst>
              </p:cNvPr>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761;p39">
                <a:extLst>
                  <a:ext uri="{FF2B5EF4-FFF2-40B4-BE49-F238E27FC236}">
                    <a16:creationId xmlns:a16="http://schemas.microsoft.com/office/drawing/2014/main" id="{97DCA362-05F1-0F44-3599-F00CA7BD3EF5}"/>
                  </a:ext>
                </a:extLst>
              </p:cNvPr>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762;p39">
                <a:extLst>
                  <a:ext uri="{FF2B5EF4-FFF2-40B4-BE49-F238E27FC236}">
                    <a16:creationId xmlns:a16="http://schemas.microsoft.com/office/drawing/2014/main" id="{E612F6C1-DC8A-9653-3254-0ABA6922B9C2}"/>
                  </a:ext>
                </a:extLst>
              </p:cNvPr>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763;p39">
                <a:extLst>
                  <a:ext uri="{FF2B5EF4-FFF2-40B4-BE49-F238E27FC236}">
                    <a16:creationId xmlns:a16="http://schemas.microsoft.com/office/drawing/2014/main" id="{059A7D63-D33A-7591-D5C9-026EC083152C}"/>
                  </a:ext>
                </a:extLst>
              </p:cNvPr>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764;p39">
                <a:extLst>
                  <a:ext uri="{FF2B5EF4-FFF2-40B4-BE49-F238E27FC236}">
                    <a16:creationId xmlns:a16="http://schemas.microsoft.com/office/drawing/2014/main" id="{14D0AEBE-0EDC-3135-5C75-82C3E7824F1A}"/>
                  </a:ext>
                </a:extLst>
              </p:cNvPr>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765;p39">
                <a:extLst>
                  <a:ext uri="{FF2B5EF4-FFF2-40B4-BE49-F238E27FC236}">
                    <a16:creationId xmlns:a16="http://schemas.microsoft.com/office/drawing/2014/main" id="{68B56379-53E0-3DD2-751C-DF7A9D3D61AF}"/>
                  </a:ext>
                </a:extLst>
              </p:cNvPr>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766;p39">
                <a:extLst>
                  <a:ext uri="{FF2B5EF4-FFF2-40B4-BE49-F238E27FC236}">
                    <a16:creationId xmlns:a16="http://schemas.microsoft.com/office/drawing/2014/main" id="{E372F51C-2FF8-4D76-F00D-B8B121899B9C}"/>
                  </a:ext>
                </a:extLst>
              </p:cNvPr>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767;p39">
                <a:extLst>
                  <a:ext uri="{FF2B5EF4-FFF2-40B4-BE49-F238E27FC236}">
                    <a16:creationId xmlns:a16="http://schemas.microsoft.com/office/drawing/2014/main" id="{4BEF9077-78BE-C6BB-F234-D231F5A5B0CB}"/>
                  </a:ext>
                </a:extLst>
              </p:cNvPr>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768;p39">
                <a:extLst>
                  <a:ext uri="{FF2B5EF4-FFF2-40B4-BE49-F238E27FC236}">
                    <a16:creationId xmlns:a16="http://schemas.microsoft.com/office/drawing/2014/main" id="{6C72FD2E-AC52-4261-C977-A385741DD0E2}"/>
                  </a:ext>
                </a:extLst>
              </p:cNvPr>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769;p39">
                <a:extLst>
                  <a:ext uri="{FF2B5EF4-FFF2-40B4-BE49-F238E27FC236}">
                    <a16:creationId xmlns:a16="http://schemas.microsoft.com/office/drawing/2014/main" id="{CB753C56-D450-9F15-E261-5F59E376658A}"/>
                  </a:ext>
                </a:extLst>
              </p:cNvPr>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770;p39">
                <a:extLst>
                  <a:ext uri="{FF2B5EF4-FFF2-40B4-BE49-F238E27FC236}">
                    <a16:creationId xmlns:a16="http://schemas.microsoft.com/office/drawing/2014/main" id="{027922CB-B7DD-2DD5-E785-029A366563BC}"/>
                  </a:ext>
                </a:extLst>
              </p:cNvPr>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771;p39">
                <a:extLst>
                  <a:ext uri="{FF2B5EF4-FFF2-40B4-BE49-F238E27FC236}">
                    <a16:creationId xmlns:a16="http://schemas.microsoft.com/office/drawing/2014/main" id="{B984BE81-3CF6-21D7-E16D-6201AAE26FF2}"/>
                  </a:ext>
                </a:extLst>
              </p:cNvPr>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772;p39">
                <a:extLst>
                  <a:ext uri="{FF2B5EF4-FFF2-40B4-BE49-F238E27FC236}">
                    <a16:creationId xmlns:a16="http://schemas.microsoft.com/office/drawing/2014/main" id="{19EB88EB-B9BE-3385-3C0E-8CAAE81AA324}"/>
                  </a:ext>
                </a:extLst>
              </p:cNvPr>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773;p39">
                <a:extLst>
                  <a:ext uri="{FF2B5EF4-FFF2-40B4-BE49-F238E27FC236}">
                    <a16:creationId xmlns:a16="http://schemas.microsoft.com/office/drawing/2014/main" id="{195F6D55-84C7-1215-9574-DB2D174FD21A}"/>
                  </a:ext>
                </a:extLst>
              </p:cNvPr>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774;p39">
                <a:extLst>
                  <a:ext uri="{FF2B5EF4-FFF2-40B4-BE49-F238E27FC236}">
                    <a16:creationId xmlns:a16="http://schemas.microsoft.com/office/drawing/2014/main" id="{67AB71EB-5DE3-1166-E3BE-C90EFDF80B9B}"/>
                  </a:ext>
                </a:extLst>
              </p:cNvPr>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775;p39">
                <a:extLst>
                  <a:ext uri="{FF2B5EF4-FFF2-40B4-BE49-F238E27FC236}">
                    <a16:creationId xmlns:a16="http://schemas.microsoft.com/office/drawing/2014/main" id="{665A2434-DEC9-7A83-3FDC-D145175C948E}"/>
                  </a:ext>
                </a:extLst>
              </p:cNvPr>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6" name="Google Shape;1776;p39">
              <a:extLst>
                <a:ext uri="{FF2B5EF4-FFF2-40B4-BE49-F238E27FC236}">
                  <a16:creationId xmlns:a16="http://schemas.microsoft.com/office/drawing/2014/main" id="{FCEF5711-D022-4AC2-6A8B-C868F5736922}"/>
                </a:ext>
              </a:extLst>
            </p:cNvPr>
            <p:cNvGrpSpPr/>
            <p:nvPr/>
          </p:nvGrpSpPr>
          <p:grpSpPr>
            <a:xfrm flipH="1">
              <a:off x="1671299" y="4445837"/>
              <a:ext cx="2988670" cy="1555435"/>
              <a:chOff x="247500" y="3377600"/>
              <a:chExt cx="2497635" cy="1299879"/>
            </a:xfrm>
          </p:grpSpPr>
          <p:sp>
            <p:nvSpPr>
              <p:cNvPr id="1311" name="Google Shape;1777;p39">
                <a:extLst>
                  <a:ext uri="{FF2B5EF4-FFF2-40B4-BE49-F238E27FC236}">
                    <a16:creationId xmlns:a16="http://schemas.microsoft.com/office/drawing/2014/main" id="{3BAD775F-B205-2C5F-86A7-BF9DA001B698}"/>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778;p39">
                <a:extLst>
                  <a:ext uri="{FF2B5EF4-FFF2-40B4-BE49-F238E27FC236}">
                    <a16:creationId xmlns:a16="http://schemas.microsoft.com/office/drawing/2014/main" id="{5A4CFE68-29A4-0B82-CA98-C500423C8892}"/>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779;p39">
                <a:extLst>
                  <a:ext uri="{FF2B5EF4-FFF2-40B4-BE49-F238E27FC236}">
                    <a16:creationId xmlns:a16="http://schemas.microsoft.com/office/drawing/2014/main" id="{798ECC4B-0B08-E494-C843-8CA54EAA0A7C}"/>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780;p39">
                <a:extLst>
                  <a:ext uri="{FF2B5EF4-FFF2-40B4-BE49-F238E27FC236}">
                    <a16:creationId xmlns:a16="http://schemas.microsoft.com/office/drawing/2014/main" id="{DBE0E729-90F2-D8F6-84D9-C5EE11753B0C}"/>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781;p39">
                <a:extLst>
                  <a:ext uri="{FF2B5EF4-FFF2-40B4-BE49-F238E27FC236}">
                    <a16:creationId xmlns:a16="http://schemas.microsoft.com/office/drawing/2014/main" id="{591DF045-FDE0-B869-852D-59B84345039A}"/>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782;p39">
                <a:extLst>
                  <a:ext uri="{FF2B5EF4-FFF2-40B4-BE49-F238E27FC236}">
                    <a16:creationId xmlns:a16="http://schemas.microsoft.com/office/drawing/2014/main" id="{15F0B362-E720-DAB0-497A-1D2F6E1274DB}"/>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783;p39">
                <a:extLst>
                  <a:ext uri="{FF2B5EF4-FFF2-40B4-BE49-F238E27FC236}">
                    <a16:creationId xmlns:a16="http://schemas.microsoft.com/office/drawing/2014/main" id="{DCBA69EE-B48A-FB85-A7CE-CC8ACA685378}"/>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784;p39">
                <a:extLst>
                  <a:ext uri="{FF2B5EF4-FFF2-40B4-BE49-F238E27FC236}">
                    <a16:creationId xmlns:a16="http://schemas.microsoft.com/office/drawing/2014/main" id="{B6970B7A-FDE7-4F2B-0FF1-474D61DED3EB}"/>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785;p39">
                <a:extLst>
                  <a:ext uri="{FF2B5EF4-FFF2-40B4-BE49-F238E27FC236}">
                    <a16:creationId xmlns:a16="http://schemas.microsoft.com/office/drawing/2014/main" id="{F2D32935-A2D7-EF8C-E7A7-AD8DCE221AA5}"/>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786;p39">
                <a:extLst>
                  <a:ext uri="{FF2B5EF4-FFF2-40B4-BE49-F238E27FC236}">
                    <a16:creationId xmlns:a16="http://schemas.microsoft.com/office/drawing/2014/main" id="{217C692A-9646-0872-34CF-D6D4B6FE66FA}"/>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787;p39">
                <a:extLst>
                  <a:ext uri="{FF2B5EF4-FFF2-40B4-BE49-F238E27FC236}">
                    <a16:creationId xmlns:a16="http://schemas.microsoft.com/office/drawing/2014/main" id="{A0104518-7C66-AA24-9CFF-74BD97DADF81}"/>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788;p39">
                <a:extLst>
                  <a:ext uri="{FF2B5EF4-FFF2-40B4-BE49-F238E27FC236}">
                    <a16:creationId xmlns:a16="http://schemas.microsoft.com/office/drawing/2014/main" id="{0648A28E-2CA8-D717-E081-8D2E29012F95}"/>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789;p39">
                <a:extLst>
                  <a:ext uri="{FF2B5EF4-FFF2-40B4-BE49-F238E27FC236}">
                    <a16:creationId xmlns:a16="http://schemas.microsoft.com/office/drawing/2014/main" id="{CD9F078E-E45B-2735-3B8D-9BA1C08D11FB}"/>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790;p39">
                <a:extLst>
                  <a:ext uri="{FF2B5EF4-FFF2-40B4-BE49-F238E27FC236}">
                    <a16:creationId xmlns:a16="http://schemas.microsoft.com/office/drawing/2014/main" id="{9ECABF8F-7D07-347C-3DC7-261DA29B41E3}"/>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791;p39">
                <a:extLst>
                  <a:ext uri="{FF2B5EF4-FFF2-40B4-BE49-F238E27FC236}">
                    <a16:creationId xmlns:a16="http://schemas.microsoft.com/office/drawing/2014/main" id="{916F344B-A2A5-0ED9-5BEA-09603D83A1A5}"/>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792;p39">
                <a:extLst>
                  <a:ext uri="{FF2B5EF4-FFF2-40B4-BE49-F238E27FC236}">
                    <a16:creationId xmlns:a16="http://schemas.microsoft.com/office/drawing/2014/main" id="{38137A18-B670-D173-86A1-54BE2FDAC277}"/>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793;p39">
                <a:extLst>
                  <a:ext uri="{FF2B5EF4-FFF2-40B4-BE49-F238E27FC236}">
                    <a16:creationId xmlns:a16="http://schemas.microsoft.com/office/drawing/2014/main" id="{5414B6D0-88B6-BB1A-0496-FBFA2C69B0D9}"/>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794;p39">
                <a:extLst>
                  <a:ext uri="{FF2B5EF4-FFF2-40B4-BE49-F238E27FC236}">
                    <a16:creationId xmlns:a16="http://schemas.microsoft.com/office/drawing/2014/main" id="{0B74B37B-F3F4-91AF-EC19-BBB7CBA35E57}"/>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795;p39">
                <a:extLst>
                  <a:ext uri="{FF2B5EF4-FFF2-40B4-BE49-F238E27FC236}">
                    <a16:creationId xmlns:a16="http://schemas.microsoft.com/office/drawing/2014/main" id="{60DD3B8A-3628-4D46-8F84-D1D60F051A77}"/>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796;p39">
                <a:extLst>
                  <a:ext uri="{FF2B5EF4-FFF2-40B4-BE49-F238E27FC236}">
                    <a16:creationId xmlns:a16="http://schemas.microsoft.com/office/drawing/2014/main" id="{A981FFAE-4918-884C-F7C2-11F24D1BE866}"/>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797;p39">
                <a:extLst>
                  <a:ext uri="{FF2B5EF4-FFF2-40B4-BE49-F238E27FC236}">
                    <a16:creationId xmlns:a16="http://schemas.microsoft.com/office/drawing/2014/main" id="{23A88C3C-659F-DE77-529D-D5A642110FE2}"/>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798;p39">
                <a:extLst>
                  <a:ext uri="{FF2B5EF4-FFF2-40B4-BE49-F238E27FC236}">
                    <a16:creationId xmlns:a16="http://schemas.microsoft.com/office/drawing/2014/main" id="{5FAA110B-202D-9951-9CDE-817396A1AC73}"/>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799;p39">
                <a:extLst>
                  <a:ext uri="{FF2B5EF4-FFF2-40B4-BE49-F238E27FC236}">
                    <a16:creationId xmlns:a16="http://schemas.microsoft.com/office/drawing/2014/main" id="{1C51F5CC-933F-23A5-3FBF-B310CDE3E9A3}"/>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800;p39">
                <a:extLst>
                  <a:ext uri="{FF2B5EF4-FFF2-40B4-BE49-F238E27FC236}">
                    <a16:creationId xmlns:a16="http://schemas.microsoft.com/office/drawing/2014/main" id="{36B729DC-1001-DC52-CA26-1BC74AEDBB0A}"/>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801;p39">
                <a:extLst>
                  <a:ext uri="{FF2B5EF4-FFF2-40B4-BE49-F238E27FC236}">
                    <a16:creationId xmlns:a16="http://schemas.microsoft.com/office/drawing/2014/main" id="{53334FFA-33BC-CEAB-3242-17980E8346E6}"/>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802;p39">
                <a:extLst>
                  <a:ext uri="{FF2B5EF4-FFF2-40B4-BE49-F238E27FC236}">
                    <a16:creationId xmlns:a16="http://schemas.microsoft.com/office/drawing/2014/main" id="{7E92C311-D9CB-31B4-48C7-4EF47717D65F}"/>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803;p39">
                <a:extLst>
                  <a:ext uri="{FF2B5EF4-FFF2-40B4-BE49-F238E27FC236}">
                    <a16:creationId xmlns:a16="http://schemas.microsoft.com/office/drawing/2014/main" id="{C5A050BE-C78A-D69F-D255-F6AFCE96AEF1}"/>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804;p39">
                <a:extLst>
                  <a:ext uri="{FF2B5EF4-FFF2-40B4-BE49-F238E27FC236}">
                    <a16:creationId xmlns:a16="http://schemas.microsoft.com/office/drawing/2014/main" id="{194FEAEE-CDA3-4816-5F7A-006AE1F380C7}"/>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805;p39">
                <a:extLst>
                  <a:ext uri="{FF2B5EF4-FFF2-40B4-BE49-F238E27FC236}">
                    <a16:creationId xmlns:a16="http://schemas.microsoft.com/office/drawing/2014/main" id="{ADFA06D1-8AE2-767C-8CE9-15D406363DF9}"/>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806;p39">
                <a:extLst>
                  <a:ext uri="{FF2B5EF4-FFF2-40B4-BE49-F238E27FC236}">
                    <a16:creationId xmlns:a16="http://schemas.microsoft.com/office/drawing/2014/main" id="{F9623D21-FB72-9EFD-265E-B2A2C068A706}"/>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807;p39">
                <a:extLst>
                  <a:ext uri="{FF2B5EF4-FFF2-40B4-BE49-F238E27FC236}">
                    <a16:creationId xmlns:a16="http://schemas.microsoft.com/office/drawing/2014/main" id="{F15FC7F0-4AE4-EA49-22DC-4F1A81B1BB40}"/>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808;p39">
                <a:extLst>
                  <a:ext uri="{FF2B5EF4-FFF2-40B4-BE49-F238E27FC236}">
                    <a16:creationId xmlns:a16="http://schemas.microsoft.com/office/drawing/2014/main" id="{AC4D7273-D237-C6A7-A74D-CA41AAA3C5C9}"/>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809;p39">
                <a:extLst>
                  <a:ext uri="{FF2B5EF4-FFF2-40B4-BE49-F238E27FC236}">
                    <a16:creationId xmlns:a16="http://schemas.microsoft.com/office/drawing/2014/main" id="{F81BC3ED-2E7B-B11D-9229-5384AB2B4773}"/>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7" name="Google Shape;1810;p39">
              <a:extLst>
                <a:ext uri="{FF2B5EF4-FFF2-40B4-BE49-F238E27FC236}">
                  <a16:creationId xmlns:a16="http://schemas.microsoft.com/office/drawing/2014/main" id="{9A29D69E-7008-BC2C-ED7D-C6D275196E9A}"/>
                </a:ext>
              </a:extLst>
            </p:cNvPr>
            <p:cNvGrpSpPr/>
            <p:nvPr/>
          </p:nvGrpSpPr>
          <p:grpSpPr>
            <a:xfrm flipH="1">
              <a:off x="-657980" y="4445837"/>
              <a:ext cx="2988670" cy="1555435"/>
              <a:chOff x="247500" y="3377600"/>
              <a:chExt cx="2497635" cy="1299879"/>
            </a:xfrm>
          </p:grpSpPr>
          <p:sp>
            <p:nvSpPr>
              <p:cNvPr id="1278" name="Google Shape;1811;p39">
                <a:extLst>
                  <a:ext uri="{FF2B5EF4-FFF2-40B4-BE49-F238E27FC236}">
                    <a16:creationId xmlns:a16="http://schemas.microsoft.com/office/drawing/2014/main" id="{35AC7CA2-1870-D4EE-0DB6-B3A10FA84347}"/>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812;p39">
                <a:extLst>
                  <a:ext uri="{FF2B5EF4-FFF2-40B4-BE49-F238E27FC236}">
                    <a16:creationId xmlns:a16="http://schemas.microsoft.com/office/drawing/2014/main" id="{95644125-7DB4-35A5-ED9D-935C481432B5}"/>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813;p39">
                <a:extLst>
                  <a:ext uri="{FF2B5EF4-FFF2-40B4-BE49-F238E27FC236}">
                    <a16:creationId xmlns:a16="http://schemas.microsoft.com/office/drawing/2014/main" id="{FE3ECE77-9974-4D60-2670-9A387C8C4535}"/>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814;p39">
                <a:extLst>
                  <a:ext uri="{FF2B5EF4-FFF2-40B4-BE49-F238E27FC236}">
                    <a16:creationId xmlns:a16="http://schemas.microsoft.com/office/drawing/2014/main" id="{7BA6D430-8008-6E88-642C-37A5D8A250FA}"/>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815;p39">
                <a:extLst>
                  <a:ext uri="{FF2B5EF4-FFF2-40B4-BE49-F238E27FC236}">
                    <a16:creationId xmlns:a16="http://schemas.microsoft.com/office/drawing/2014/main" id="{1991DD46-AE79-E290-7837-88D370803645}"/>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816;p39">
                <a:extLst>
                  <a:ext uri="{FF2B5EF4-FFF2-40B4-BE49-F238E27FC236}">
                    <a16:creationId xmlns:a16="http://schemas.microsoft.com/office/drawing/2014/main" id="{FF9A7030-A7B1-FD96-C40E-850EC959DE76}"/>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817;p39">
                <a:extLst>
                  <a:ext uri="{FF2B5EF4-FFF2-40B4-BE49-F238E27FC236}">
                    <a16:creationId xmlns:a16="http://schemas.microsoft.com/office/drawing/2014/main" id="{D0905DAA-92BC-3428-3B0F-288FCD6BCAAF}"/>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818;p39">
                <a:extLst>
                  <a:ext uri="{FF2B5EF4-FFF2-40B4-BE49-F238E27FC236}">
                    <a16:creationId xmlns:a16="http://schemas.microsoft.com/office/drawing/2014/main" id="{F1011403-1C82-3192-E522-357F11D6E745}"/>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819;p39">
                <a:extLst>
                  <a:ext uri="{FF2B5EF4-FFF2-40B4-BE49-F238E27FC236}">
                    <a16:creationId xmlns:a16="http://schemas.microsoft.com/office/drawing/2014/main" id="{08EF5075-3FAE-E0D4-54EF-75A896623046}"/>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820;p39">
                <a:extLst>
                  <a:ext uri="{FF2B5EF4-FFF2-40B4-BE49-F238E27FC236}">
                    <a16:creationId xmlns:a16="http://schemas.microsoft.com/office/drawing/2014/main" id="{97AC2993-364C-8BC6-1F1B-CB4CD7AC98F1}"/>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821;p39">
                <a:extLst>
                  <a:ext uri="{FF2B5EF4-FFF2-40B4-BE49-F238E27FC236}">
                    <a16:creationId xmlns:a16="http://schemas.microsoft.com/office/drawing/2014/main" id="{E519890F-BF39-C3BA-D20B-064441BA62F5}"/>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822;p39">
                <a:extLst>
                  <a:ext uri="{FF2B5EF4-FFF2-40B4-BE49-F238E27FC236}">
                    <a16:creationId xmlns:a16="http://schemas.microsoft.com/office/drawing/2014/main" id="{F3BD6D60-86F7-D525-AA97-235ED429914A}"/>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823;p39">
                <a:extLst>
                  <a:ext uri="{FF2B5EF4-FFF2-40B4-BE49-F238E27FC236}">
                    <a16:creationId xmlns:a16="http://schemas.microsoft.com/office/drawing/2014/main" id="{5513E51E-D344-9E41-1D65-5B107E5EBBDA}"/>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824;p39">
                <a:extLst>
                  <a:ext uri="{FF2B5EF4-FFF2-40B4-BE49-F238E27FC236}">
                    <a16:creationId xmlns:a16="http://schemas.microsoft.com/office/drawing/2014/main" id="{58F483F8-4FDC-3746-6C31-5EB7FE486ACB}"/>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825;p39">
                <a:extLst>
                  <a:ext uri="{FF2B5EF4-FFF2-40B4-BE49-F238E27FC236}">
                    <a16:creationId xmlns:a16="http://schemas.microsoft.com/office/drawing/2014/main" id="{827A925E-CC9F-D077-9E09-7FB3EC0D8B74}"/>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826;p39">
                <a:extLst>
                  <a:ext uri="{FF2B5EF4-FFF2-40B4-BE49-F238E27FC236}">
                    <a16:creationId xmlns:a16="http://schemas.microsoft.com/office/drawing/2014/main" id="{908AE125-E00C-9E0E-4C47-80A6CD837087}"/>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827;p39">
                <a:extLst>
                  <a:ext uri="{FF2B5EF4-FFF2-40B4-BE49-F238E27FC236}">
                    <a16:creationId xmlns:a16="http://schemas.microsoft.com/office/drawing/2014/main" id="{59739851-9490-86B1-8D99-FC99050AFFEF}"/>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828;p39">
                <a:extLst>
                  <a:ext uri="{FF2B5EF4-FFF2-40B4-BE49-F238E27FC236}">
                    <a16:creationId xmlns:a16="http://schemas.microsoft.com/office/drawing/2014/main" id="{8CFA6CD0-E8B6-06E2-6996-AE5EF41DDB05}"/>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829;p39">
                <a:extLst>
                  <a:ext uri="{FF2B5EF4-FFF2-40B4-BE49-F238E27FC236}">
                    <a16:creationId xmlns:a16="http://schemas.microsoft.com/office/drawing/2014/main" id="{04EF04B6-40F5-8580-050D-17BBA5AD4ADC}"/>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830;p39">
                <a:extLst>
                  <a:ext uri="{FF2B5EF4-FFF2-40B4-BE49-F238E27FC236}">
                    <a16:creationId xmlns:a16="http://schemas.microsoft.com/office/drawing/2014/main" id="{554841A0-2327-4B57-52DF-D48D8303ACC0}"/>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831;p39">
                <a:extLst>
                  <a:ext uri="{FF2B5EF4-FFF2-40B4-BE49-F238E27FC236}">
                    <a16:creationId xmlns:a16="http://schemas.microsoft.com/office/drawing/2014/main" id="{778B6C68-568E-6C2B-5DA4-240EF583375C}"/>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832;p39">
                <a:extLst>
                  <a:ext uri="{FF2B5EF4-FFF2-40B4-BE49-F238E27FC236}">
                    <a16:creationId xmlns:a16="http://schemas.microsoft.com/office/drawing/2014/main" id="{089B1998-4702-8FFD-4EA3-3A6BA7981A15}"/>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833;p39">
                <a:extLst>
                  <a:ext uri="{FF2B5EF4-FFF2-40B4-BE49-F238E27FC236}">
                    <a16:creationId xmlns:a16="http://schemas.microsoft.com/office/drawing/2014/main" id="{205207E4-3AA1-B9D7-27C2-7D6EB6F19525}"/>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834;p39">
                <a:extLst>
                  <a:ext uri="{FF2B5EF4-FFF2-40B4-BE49-F238E27FC236}">
                    <a16:creationId xmlns:a16="http://schemas.microsoft.com/office/drawing/2014/main" id="{A4993447-F9D5-961F-8BAD-E234D511B94C}"/>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835;p39">
                <a:extLst>
                  <a:ext uri="{FF2B5EF4-FFF2-40B4-BE49-F238E27FC236}">
                    <a16:creationId xmlns:a16="http://schemas.microsoft.com/office/drawing/2014/main" id="{8B7AB756-91F6-9076-17F4-5BED60F03E03}"/>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836;p39">
                <a:extLst>
                  <a:ext uri="{FF2B5EF4-FFF2-40B4-BE49-F238E27FC236}">
                    <a16:creationId xmlns:a16="http://schemas.microsoft.com/office/drawing/2014/main" id="{C27F11C5-F3EF-30C2-7FB0-D6ACD98375F9}"/>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837;p39">
                <a:extLst>
                  <a:ext uri="{FF2B5EF4-FFF2-40B4-BE49-F238E27FC236}">
                    <a16:creationId xmlns:a16="http://schemas.microsoft.com/office/drawing/2014/main" id="{BCF66CDE-F614-011C-5533-C07197A82324}"/>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838;p39">
                <a:extLst>
                  <a:ext uri="{FF2B5EF4-FFF2-40B4-BE49-F238E27FC236}">
                    <a16:creationId xmlns:a16="http://schemas.microsoft.com/office/drawing/2014/main" id="{930DD18B-0C41-7DE0-7CA5-9E4BF9D246BE}"/>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839;p39">
                <a:extLst>
                  <a:ext uri="{FF2B5EF4-FFF2-40B4-BE49-F238E27FC236}">
                    <a16:creationId xmlns:a16="http://schemas.microsoft.com/office/drawing/2014/main" id="{1EB25CFD-8EF8-CF35-5340-9EC2EC989646}"/>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840;p39">
                <a:extLst>
                  <a:ext uri="{FF2B5EF4-FFF2-40B4-BE49-F238E27FC236}">
                    <a16:creationId xmlns:a16="http://schemas.microsoft.com/office/drawing/2014/main" id="{BA5B8F57-ED6F-264A-33D5-3D51D56A0FF4}"/>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841;p39">
                <a:extLst>
                  <a:ext uri="{FF2B5EF4-FFF2-40B4-BE49-F238E27FC236}">
                    <a16:creationId xmlns:a16="http://schemas.microsoft.com/office/drawing/2014/main" id="{0CD4BB71-D7FA-A581-C18F-64DB58BF8803}"/>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842;p39">
                <a:extLst>
                  <a:ext uri="{FF2B5EF4-FFF2-40B4-BE49-F238E27FC236}">
                    <a16:creationId xmlns:a16="http://schemas.microsoft.com/office/drawing/2014/main" id="{CAEC9A42-9877-D161-1CC1-97B64FBD196D}"/>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843;p39">
                <a:extLst>
                  <a:ext uri="{FF2B5EF4-FFF2-40B4-BE49-F238E27FC236}">
                    <a16:creationId xmlns:a16="http://schemas.microsoft.com/office/drawing/2014/main" id="{E0A17855-CACA-B1BA-483A-4C95373DA4C7}"/>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677386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2FFCE-418F-7E7A-E637-C7307C59ED57}"/>
              </a:ext>
            </a:extLst>
          </p:cNvPr>
          <p:cNvSpPr>
            <a:spLocks noGrp="1"/>
          </p:cNvSpPr>
          <p:nvPr>
            <p:ph type="title"/>
          </p:nvPr>
        </p:nvSpPr>
        <p:spPr/>
        <p:txBody>
          <a:bodyPr/>
          <a:lstStyle/>
          <a:p>
            <a:r>
              <a:rPr lang="en-US" sz="3600" dirty="0"/>
              <a:t>Peak hour and Midday Assumption</a:t>
            </a:r>
            <a:endParaRPr lang="en-US" dirty="0"/>
          </a:p>
        </p:txBody>
      </p:sp>
      <p:sp>
        <p:nvSpPr>
          <p:cNvPr id="3" name="Content Placeholder 2">
            <a:extLst>
              <a:ext uri="{FF2B5EF4-FFF2-40B4-BE49-F238E27FC236}">
                <a16:creationId xmlns:a16="http://schemas.microsoft.com/office/drawing/2014/main" id="{4C9F4A0F-D6CD-6CF1-CB63-69350DF3DEFA}"/>
              </a:ext>
            </a:extLst>
          </p:cNvPr>
          <p:cNvSpPr txBox="1">
            <a:spLocks/>
          </p:cNvSpPr>
          <p:nvPr/>
        </p:nvSpPr>
        <p:spPr>
          <a:xfrm>
            <a:off x="277560" y="880020"/>
            <a:ext cx="8588879" cy="3435531"/>
          </a:xfrm>
          <a:prstGeom prst="rect">
            <a:avLst/>
          </a:prstGeom>
        </p:spPr>
        <p:txBody>
          <a:bodyPr anchor="ct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en-US" sz="1800" b="1" dirty="0"/>
              <a:t>Peak period:</a:t>
            </a:r>
            <a:r>
              <a:rPr lang="en-US" sz="1800" dirty="0"/>
              <a:t> 7:30 AM – 9:30 AM</a:t>
            </a:r>
          </a:p>
          <a:p>
            <a:pPr marL="285750" indent="-285750">
              <a:buFont typeface="Arial" panose="020B0604020202020204" pitchFamily="34" charset="0"/>
              <a:buChar char="•"/>
            </a:pPr>
            <a:r>
              <a:rPr lang="en-US" sz="1800" b="1" dirty="0"/>
              <a:t>Midday period:</a:t>
            </a:r>
            <a:r>
              <a:rPr lang="en-US" sz="1800" dirty="0"/>
              <a:t> 11:00 AM – 1:00 PM</a:t>
            </a:r>
          </a:p>
          <a:p>
            <a:r>
              <a:rPr lang="en-US" sz="1800" b="1" dirty="0"/>
              <a:t>Note on limitations:</a:t>
            </a:r>
            <a:br>
              <a:rPr lang="en-US" sz="1800" dirty="0"/>
            </a:br>
            <a:r>
              <a:rPr lang="en-US" sz="1800" dirty="0"/>
              <a:t>A margin of error of approximately </a:t>
            </a:r>
            <a:r>
              <a:rPr lang="en-US" sz="1800" b="1" dirty="0"/>
              <a:t>±1 trip</a:t>
            </a:r>
            <a:r>
              <a:rPr lang="en-US" sz="1800" dirty="0"/>
              <a:t>.</a:t>
            </a:r>
            <a:br>
              <a:rPr lang="en-US" sz="1800" dirty="0"/>
            </a:br>
            <a:r>
              <a:rPr lang="en-US" sz="1800" dirty="0"/>
              <a:t>For example, a bus scheduled at </a:t>
            </a:r>
            <a:r>
              <a:rPr lang="en-US" sz="1800" b="1" dirty="0"/>
              <a:t>7:29 AM</a:t>
            </a:r>
            <a:r>
              <a:rPr lang="en-US" sz="1800" dirty="0"/>
              <a:t> would fall outside the peak-hour window and therefore not be counted. If the schedule is later updated and the same trip is shifted to </a:t>
            </a:r>
            <a:r>
              <a:rPr lang="en-US" sz="1800" b="1" dirty="0"/>
              <a:t>7:31 AM</a:t>
            </a:r>
            <a:r>
              <a:rPr lang="en-US" sz="1800" dirty="0"/>
              <a:t>, it would now be included. In this sense, a slight schedule change can result in a difference of approximately one trip in the total count for a given time window.</a:t>
            </a:r>
          </a:p>
        </p:txBody>
      </p:sp>
      <p:grpSp>
        <p:nvGrpSpPr>
          <p:cNvPr id="4" name="Google Shape;1079;p33">
            <a:extLst>
              <a:ext uri="{FF2B5EF4-FFF2-40B4-BE49-F238E27FC236}">
                <a16:creationId xmlns:a16="http://schemas.microsoft.com/office/drawing/2014/main" id="{60D49E52-3C42-AD7E-6621-098B5AA5FB90}"/>
              </a:ext>
            </a:extLst>
          </p:cNvPr>
          <p:cNvGrpSpPr/>
          <p:nvPr/>
        </p:nvGrpSpPr>
        <p:grpSpPr>
          <a:xfrm>
            <a:off x="6371453" y="3882499"/>
            <a:ext cx="3047179" cy="1261001"/>
            <a:chOff x="6506625" y="3268575"/>
            <a:chExt cx="3047179" cy="1261001"/>
          </a:xfrm>
        </p:grpSpPr>
        <p:sp>
          <p:nvSpPr>
            <p:cNvPr id="5" name="Google Shape;1080;p33">
              <a:extLst>
                <a:ext uri="{FF2B5EF4-FFF2-40B4-BE49-F238E27FC236}">
                  <a16:creationId xmlns:a16="http://schemas.microsoft.com/office/drawing/2014/main" id="{925C4040-6420-43D1-4A6A-D730D50B5A9E}"/>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81;p33">
              <a:extLst>
                <a:ext uri="{FF2B5EF4-FFF2-40B4-BE49-F238E27FC236}">
                  <a16:creationId xmlns:a16="http://schemas.microsoft.com/office/drawing/2014/main" id="{C2F87D6F-15D3-CA5F-1381-91EEEE3C3F2E}"/>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82;p33">
              <a:extLst>
                <a:ext uri="{FF2B5EF4-FFF2-40B4-BE49-F238E27FC236}">
                  <a16:creationId xmlns:a16="http://schemas.microsoft.com/office/drawing/2014/main" id="{45BF50B4-FC32-FFF5-F7CB-66633859FDD9}"/>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83;p33">
              <a:extLst>
                <a:ext uri="{FF2B5EF4-FFF2-40B4-BE49-F238E27FC236}">
                  <a16:creationId xmlns:a16="http://schemas.microsoft.com/office/drawing/2014/main" id="{4CBB1C8E-206A-2280-9BE7-7F6668531F35}"/>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84;p33">
              <a:extLst>
                <a:ext uri="{FF2B5EF4-FFF2-40B4-BE49-F238E27FC236}">
                  <a16:creationId xmlns:a16="http://schemas.microsoft.com/office/drawing/2014/main" id="{E202AA6B-B571-3B1F-FE92-C396CB219B10}"/>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85;p33">
              <a:extLst>
                <a:ext uri="{FF2B5EF4-FFF2-40B4-BE49-F238E27FC236}">
                  <a16:creationId xmlns:a16="http://schemas.microsoft.com/office/drawing/2014/main" id="{34C5E52D-F00C-F507-06C2-C213666738C2}"/>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86;p33">
              <a:extLst>
                <a:ext uri="{FF2B5EF4-FFF2-40B4-BE49-F238E27FC236}">
                  <a16:creationId xmlns:a16="http://schemas.microsoft.com/office/drawing/2014/main" id="{30357BC3-A8E0-951F-D2E2-5641446DF5E8}"/>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87;p33">
              <a:extLst>
                <a:ext uri="{FF2B5EF4-FFF2-40B4-BE49-F238E27FC236}">
                  <a16:creationId xmlns:a16="http://schemas.microsoft.com/office/drawing/2014/main" id="{C211CCDE-9A4D-7A1A-B697-8F8EA6134069}"/>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33">
              <a:extLst>
                <a:ext uri="{FF2B5EF4-FFF2-40B4-BE49-F238E27FC236}">
                  <a16:creationId xmlns:a16="http://schemas.microsoft.com/office/drawing/2014/main" id="{7F7438E1-B286-4040-2264-1DFC37F612D4}"/>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33">
              <a:extLst>
                <a:ext uri="{FF2B5EF4-FFF2-40B4-BE49-F238E27FC236}">
                  <a16:creationId xmlns:a16="http://schemas.microsoft.com/office/drawing/2014/main" id="{E492A2AF-AA93-DFAC-DC66-C3B27A14DB22}"/>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33">
              <a:extLst>
                <a:ext uri="{FF2B5EF4-FFF2-40B4-BE49-F238E27FC236}">
                  <a16:creationId xmlns:a16="http://schemas.microsoft.com/office/drawing/2014/main" id="{1FE8D3A8-3A11-75FC-3872-E29A63A9E1AC}"/>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91;p33">
              <a:extLst>
                <a:ext uri="{FF2B5EF4-FFF2-40B4-BE49-F238E27FC236}">
                  <a16:creationId xmlns:a16="http://schemas.microsoft.com/office/drawing/2014/main" id="{D7041A0C-2E6A-9214-17F3-E1AC77DC4583}"/>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92;p33">
              <a:extLst>
                <a:ext uri="{FF2B5EF4-FFF2-40B4-BE49-F238E27FC236}">
                  <a16:creationId xmlns:a16="http://schemas.microsoft.com/office/drawing/2014/main" id="{B61E359D-10F3-970D-3D77-72CB8D823EF4}"/>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93;p33">
              <a:extLst>
                <a:ext uri="{FF2B5EF4-FFF2-40B4-BE49-F238E27FC236}">
                  <a16:creationId xmlns:a16="http://schemas.microsoft.com/office/drawing/2014/main" id="{88D8B753-D6AB-2821-B96F-5DDFD01ECF42}"/>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94;p33">
              <a:extLst>
                <a:ext uri="{FF2B5EF4-FFF2-40B4-BE49-F238E27FC236}">
                  <a16:creationId xmlns:a16="http://schemas.microsoft.com/office/drawing/2014/main" id="{5C009ADE-C836-6192-5765-8D5EDEB14F94}"/>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95;p33">
              <a:extLst>
                <a:ext uri="{FF2B5EF4-FFF2-40B4-BE49-F238E27FC236}">
                  <a16:creationId xmlns:a16="http://schemas.microsoft.com/office/drawing/2014/main" id="{FBDA4FFA-2E14-E69B-4430-DAC170348AD1}"/>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96;p33">
              <a:extLst>
                <a:ext uri="{FF2B5EF4-FFF2-40B4-BE49-F238E27FC236}">
                  <a16:creationId xmlns:a16="http://schemas.microsoft.com/office/drawing/2014/main" id="{3F624252-A365-5F26-68D3-04A78D7499A4}"/>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97;p33">
              <a:extLst>
                <a:ext uri="{FF2B5EF4-FFF2-40B4-BE49-F238E27FC236}">
                  <a16:creationId xmlns:a16="http://schemas.microsoft.com/office/drawing/2014/main" id="{D8281EB7-5437-B8F3-73B4-F3F05BAF89B5}"/>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98;p33">
              <a:extLst>
                <a:ext uri="{FF2B5EF4-FFF2-40B4-BE49-F238E27FC236}">
                  <a16:creationId xmlns:a16="http://schemas.microsoft.com/office/drawing/2014/main" id="{36DF5EE0-5AAA-054E-8552-C175ECA53C80}"/>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99;p33">
              <a:extLst>
                <a:ext uri="{FF2B5EF4-FFF2-40B4-BE49-F238E27FC236}">
                  <a16:creationId xmlns:a16="http://schemas.microsoft.com/office/drawing/2014/main" id="{A0C18F64-129A-E6B1-08EB-8674D9BDE732}"/>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00;p33">
              <a:extLst>
                <a:ext uri="{FF2B5EF4-FFF2-40B4-BE49-F238E27FC236}">
                  <a16:creationId xmlns:a16="http://schemas.microsoft.com/office/drawing/2014/main" id="{5CD2FEB6-6E49-8405-E224-793D70B57FB7}"/>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01;p33">
              <a:extLst>
                <a:ext uri="{FF2B5EF4-FFF2-40B4-BE49-F238E27FC236}">
                  <a16:creationId xmlns:a16="http://schemas.microsoft.com/office/drawing/2014/main" id="{EFE25EDB-35A0-224D-ABCD-90B98009C52B}"/>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02;p33">
              <a:extLst>
                <a:ext uri="{FF2B5EF4-FFF2-40B4-BE49-F238E27FC236}">
                  <a16:creationId xmlns:a16="http://schemas.microsoft.com/office/drawing/2014/main" id="{AC79A613-464E-0DB2-EB9F-06936532B140}"/>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03;p33">
              <a:extLst>
                <a:ext uri="{FF2B5EF4-FFF2-40B4-BE49-F238E27FC236}">
                  <a16:creationId xmlns:a16="http://schemas.microsoft.com/office/drawing/2014/main" id="{ED3C057F-72F2-A92B-46F8-F8B2BC57437C}"/>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04;p33">
              <a:extLst>
                <a:ext uri="{FF2B5EF4-FFF2-40B4-BE49-F238E27FC236}">
                  <a16:creationId xmlns:a16="http://schemas.microsoft.com/office/drawing/2014/main" id="{F8E6FB3F-64D9-944D-DDF0-2CB15A69ED97}"/>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05;p33">
              <a:extLst>
                <a:ext uri="{FF2B5EF4-FFF2-40B4-BE49-F238E27FC236}">
                  <a16:creationId xmlns:a16="http://schemas.microsoft.com/office/drawing/2014/main" id="{F67A1B07-114A-BA5F-450D-D210C3F296DE}"/>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06;p33">
              <a:extLst>
                <a:ext uri="{FF2B5EF4-FFF2-40B4-BE49-F238E27FC236}">
                  <a16:creationId xmlns:a16="http://schemas.microsoft.com/office/drawing/2014/main" id="{C7FA007B-FFFB-1D38-F7DC-154930B7710D}"/>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07;p33">
              <a:extLst>
                <a:ext uri="{FF2B5EF4-FFF2-40B4-BE49-F238E27FC236}">
                  <a16:creationId xmlns:a16="http://schemas.microsoft.com/office/drawing/2014/main" id="{6C9927FB-41F7-886C-5DDC-3C07757F000D}"/>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08;p33">
              <a:extLst>
                <a:ext uri="{FF2B5EF4-FFF2-40B4-BE49-F238E27FC236}">
                  <a16:creationId xmlns:a16="http://schemas.microsoft.com/office/drawing/2014/main" id="{E0BC3AF6-86A8-CEA3-90AB-2427D4CD48BF}"/>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09;p33">
              <a:extLst>
                <a:ext uri="{FF2B5EF4-FFF2-40B4-BE49-F238E27FC236}">
                  <a16:creationId xmlns:a16="http://schemas.microsoft.com/office/drawing/2014/main" id="{03BCE6FE-ED0F-7720-1857-DC93C82AFD10}"/>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10;p33">
              <a:extLst>
                <a:ext uri="{FF2B5EF4-FFF2-40B4-BE49-F238E27FC236}">
                  <a16:creationId xmlns:a16="http://schemas.microsoft.com/office/drawing/2014/main" id="{E3939DE2-4F16-9531-2566-23DACCCB1653}"/>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11;p33">
              <a:extLst>
                <a:ext uri="{FF2B5EF4-FFF2-40B4-BE49-F238E27FC236}">
                  <a16:creationId xmlns:a16="http://schemas.microsoft.com/office/drawing/2014/main" id="{98E01637-ACAB-8B7F-9569-5070083C21A3}"/>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12;p33">
              <a:extLst>
                <a:ext uri="{FF2B5EF4-FFF2-40B4-BE49-F238E27FC236}">
                  <a16:creationId xmlns:a16="http://schemas.microsoft.com/office/drawing/2014/main" id="{0820CB9F-95FA-CB71-17AC-C3DA3D1C216F}"/>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13;p33">
              <a:extLst>
                <a:ext uri="{FF2B5EF4-FFF2-40B4-BE49-F238E27FC236}">
                  <a16:creationId xmlns:a16="http://schemas.microsoft.com/office/drawing/2014/main" id="{411E335C-448E-D434-6D1C-B987EDD0ECC9}"/>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14;p33">
              <a:extLst>
                <a:ext uri="{FF2B5EF4-FFF2-40B4-BE49-F238E27FC236}">
                  <a16:creationId xmlns:a16="http://schemas.microsoft.com/office/drawing/2014/main" id="{7BC4118B-174D-3359-12BB-0AC86FBDE6E1}"/>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15;p33">
              <a:extLst>
                <a:ext uri="{FF2B5EF4-FFF2-40B4-BE49-F238E27FC236}">
                  <a16:creationId xmlns:a16="http://schemas.microsoft.com/office/drawing/2014/main" id="{A659D3D5-783B-0A88-9A0D-35E8269E3BE2}"/>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16;p33">
              <a:extLst>
                <a:ext uri="{FF2B5EF4-FFF2-40B4-BE49-F238E27FC236}">
                  <a16:creationId xmlns:a16="http://schemas.microsoft.com/office/drawing/2014/main" id="{367D3552-E4F1-821A-8C8B-A72D068760B0}"/>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17;p33">
              <a:extLst>
                <a:ext uri="{FF2B5EF4-FFF2-40B4-BE49-F238E27FC236}">
                  <a16:creationId xmlns:a16="http://schemas.microsoft.com/office/drawing/2014/main" id="{1E3DF2EB-9FB4-19A9-956A-358C369E35CB}"/>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18;p33">
              <a:extLst>
                <a:ext uri="{FF2B5EF4-FFF2-40B4-BE49-F238E27FC236}">
                  <a16:creationId xmlns:a16="http://schemas.microsoft.com/office/drawing/2014/main" id="{9F7EA4D9-D970-C658-AF55-B2ABAB31DF86}"/>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19;p33">
              <a:extLst>
                <a:ext uri="{FF2B5EF4-FFF2-40B4-BE49-F238E27FC236}">
                  <a16:creationId xmlns:a16="http://schemas.microsoft.com/office/drawing/2014/main" id="{5776B4B8-65B8-F60C-2F6F-863542FC9E26}"/>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20;p33">
              <a:extLst>
                <a:ext uri="{FF2B5EF4-FFF2-40B4-BE49-F238E27FC236}">
                  <a16:creationId xmlns:a16="http://schemas.microsoft.com/office/drawing/2014/main" id="{773E5508-E26C-2086-04A8-8F0DE71CBB0E}"/>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21;p33">
              <a:extLst>
                <a:ext uri="{FF2B5EF4-FFF2-40B4-BE49-F238E27FC236}">
                  <a16:creationId xmlns:a16="http://schemas.microsoft.com/office/drawing/2014/main" id="{D1DA9E56-BC6F-6E55-9F0B-27B2FACB41C8}"/>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22;p33">
              <a:extLst>
                <a:ext uri="{FF2B5EF4-FFF2-40B4-BE49-F238E27FC236}">
                  <a16:creationId xmlns:a16="http://schemas.microsoft.com/office/drawing/2014/main" id="{BC5B59A0-60C4-8C05-09DA-8814D59D4612}"/>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23;p33">
              <a:extLst>
                <a:ext uri="{FF2B5EF4-FFF2-40B4-BE49-F238E27FC236}">
                  <a16:creationId xmlns:a16="http://schemas.microsoft.com/office/drawing/2014/main" id="{1673D580-A081-F58B-64C3-13BC51F54FBF}"/>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24;p33">
              <a:extLst>
                <a:ext uri="{FF2B5EF4-FFF2-40B4-BE49-F238E27FC236}">
                  <a16:creationId xmlns:a16="http://schemas.microsoft.com/office/drawing/2014/main" id="{F3F9734B-2AEA-7BD6-6CB8-778E59ED46C1}"/>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25;p33">
              <a:extLst>
                <a:ext uri="{FF2B5EF4-FFF2-40B4-BE49-F238E27FC236}">
                  <a16:creationId xmlns:a16="http://schemas.microsoft.com/office/drawing/2014/main" id="{F812AFCE-6613-98D8-3BBC-4AEF9FDCFD00}"/>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26;p33">
              <a:extLst>
                <a:ext uri="{FF2B5EF4-FFF2-40B4-BE49-F238E27FC236}">
                  <a16:creationId xmlns:a16="http://schemas.microsoft.com/office/drawing/2014/main" id="{0FE3B06F-FD56-54EA-0EAC-7877EA3D75F5}"/>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27;p33">
              <a:extLst>
                <a:ext uri="{FF2B5EF4-FFF2-40B4-BE49-F238E27FC236}">
                  <a16:creationId xmlns:a16="http://schemas.microsoft.com/office/drawing/2014/main" id="{E2123AC8-AA73-79C2-72CC-6DF743C7ACB5}"/>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28;p33">
              <a:extLst>
                <a:ext uri="{FF2B5EF4-FFF2-40B4-BE49-F238E27FC236}">
                  <a16:creationId xmlns:a16="http://schemas.microsoft.com/office/drawing/2014/main" id="{B4614455-553A-8EB9-F9C7-9FD0AFCF5347}"/>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29;p33">
              <a:extLst>
                <a:ext uri="{FF2B5EF4-FFF2-40B4-BE49-F238E27FC236}">
                  <a16:creationId xmlns:a16="http://schemas.microsoft.com/office/drawing/2014/main" id="{D8809011-E15D-339D-3921-D01D1CEFDBDA}"/>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30;p33">
              <a:extLst>
                <a:ext uri="{FF2B5EF4-FFF2-40B4-BE49-F238E27FC236}">
                  <a16:creationId xmlns:a16="http://schemas.microsoft.com/office/drawing/2014/main" id="{6EA1EB3D-1803-3AC6-261C-B0284A3621C0}"/>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31;p33">
              <a:extLst>
                <a:ext uri="{FF2B5EF4-FFF2-40B4-BE49-F238E27FC236}">
                  <a16:creationId xmlns:a16="http://schemas.microsoft.com/office/drawing/2014/main" id="{1C62FFCD-9BDA-C039-505E-FE802C734792}"/>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32;p33">
              <a:extLst>
                <a:ext uri="{FF2B5EF4-FFF2-40B4-BE49-F238E27FC236}">
                  <a16:creationId xmlns:a16="http://schemas.microsoft.com/office/drawing/2014/main" id="{A338128A-DFB4-F58F-737F-05A871FB2842}"/>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33;p33">
              <a:extLst>
                <a:ext uri="{FF2B5EF4-FFF2-40B4-BE49-F238E27FC236}">
                  <a16:creationId xmlns:a16="http://schemas.microsoft.com/office/drawing/2014/main" id="{6345A4A9-84E9-37C3-38ED-9FC981B98E59}"/>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34;p33">
              <a:extLst>
                <a:ext uri="{FF2B5EF4-FFF2-40B4-BE49-F238E27FC236}">
                  <a16:creationId xmlns:a16="http://schemas.microsoft.com/office/drawing/2014/main" id="{20F18AB9-AA25-79BC-E192-5A4C24086054}"/>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35;p33">
              <a:extLst>
                <a:ext uri="{FF2B5EF4-FFF2-40B4-BE49-F238E27FC236}">
                  <a16:creationId xmlns:a16="http://schemas.microsoft.com/office/drawing/2014/main" id="{E5741A58-5961-0FAD-56C5-6FD7E09DA3EB}"/>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36;p33">
              <a:extLst>
                <a:ext uri="{FF2B5EF4-FFF2-40B4-BE49-F238E27FC236}">
                  <a16:creationId xmlns:a16="http://schemas.microsoft.com/office/drawing/2014/main" id="{E1EE9A95-F691-9931-7B78-72B7A616BF4F}"/>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37;p33">
              <a:extLst>
                <a:ext uri="{FF2B5EF4-FFF2-40B4-BE49-F238E27FC236}">
                  <a16:creationId xmlns:a16="http://schemas.microsoft.com/office/drawing/2014/main" id="{AD5191C8-0E70-34DE-CC88-3F2E0CF13969}"/>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38;p33">
              <a:extLst>
                <a:ext uri="{FF2B5EF4-FFF2-40B4-BE49-F238E27FC236}">
                  <a16:creationId xmlns:a16="http://schemas.microsoft.com/office/drawing/2014/main" id="{B0C325AC-4A1C-98B7-66C3-C627B62FEB0A}"/>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139;p33">
              <a:extLst>
                <a:ext uri="{FF2B5EF4-FFF2-40B4-BE49-F238E27FC236}">
                  <a16:creationId xmlns:a16="http://schemas.microsoft.com/office/drawing/2014/main" id="{FB401693-86C1-A01C-09BA-E2EC09FB583B}"/>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140;p33">
              <a:extLst>
                <a:ext uri="{FF2B5EF4-FFF2-40B4-BE49-F238E27FC236}">
                  <a16:creationId xmlns:a16="http://schemas.microsoft.com/office/drawing/2014/main" id="{DA088757-F5A9-3D20-75AC-F5DAE6E13BF6}"/>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141;p33">
              <a:extLst>
                <a:ext uri="{FF2B5EF4-FFF2-40B4-BE49-F238E27FC236}">
                  <a16:creationId xmlns:a16="http://schemas.microsoft.com/office/drawing/2014/main" id="{17C64556-4A01-BDDB-608D-E2C6189CFF89}"/>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142;p33">
              <a:extLst>
                <a:ext uri="{FF2B5EF4-FFF2-40B4-BE49-F238E27FC236}">
                  <a16:creationId xmlns:a16="http://schemas.microsoft.com/office/drawing/2014/main" id="{AD739B69-B488-5A61-E07C-AAC840DC1998}"/>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143;p33">
              <a:extLst>
                <a:ext uri="{FF2B5EF4-FFF2-40B4-BE49-F238E27FC236}">
                  <a16:creationId xmlns:a16="http://schemas.microsoft.com/office/drawing/2014/main" id="{9A433637-CD3C-746B-137B-BC13BCE4D3F4}"/>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42477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5" name="Google Shape;1165;p35"/>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sz="3600" dirty="0"/>
              <a:t>Peak hour Capacity Changes by Route</a:t>
            </a:r>
            <a:endParaRPr dirty="0"/>
          </a:p>
        </p:txBody>
      </p:sp>
      <p:pic>
        <p:nvPicPr>
          <p:cNvPr id="26" name="Content Placeholder 4">
            <a:extLst>
              <a:ext uri="{FF2B5EF4-FFF2-40B4-BE49-F238E27FC236}">
                <a16:creationId xmlns:a16="http://schemas.microsoft.com/office/drawing/2014/main" id="{706BD99C-7372-DB3A-D22E-2385E6D7C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334" y="1829221"/>
            <a:ext cx="4169409" cy="2678846"/>
          </a:xfrm>
          <a:prstGeom prst="rect">
            <a:avLst/>
          </a:prstGeom>
        </p:spPr>
      </p:pic>
      <p:pic>
        <p:nvPicPr>
          <p:cNvPr id="27" name="Content Placeholder 4" descr="A graph of a number of blue bars&#10;&#10;AI-generated content may be incorrect.">
            <a:extLst>
              <a:ext uri="{FF2B5EF4-FFF2-40B4-BE49-F238E27FC236}">
                <a16:creationId xmlns:a16="http://schemas.microsoft.com/office/drawing/2014/main" id="{0EB25220-3BDF-0C60-426F-79A3189DF7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4150" y="1829221"/>
            <a:ext cx="4169409" cy="267884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3">
          <a:extLst>
            <a:ext uri="{FF2B5EF4-FFF2-40B4-BE49-F238E27FC236}">
              <a16:creationId xmlns:a16="http://schemas.microsoft.com/office/drawing/2014/main" id="{B465D8A0-657E-4BFD-B9A9-95A3644FCA96}"/>
            </a:ext>
          </a:extLst>
        </p:cNvPr>
        <p:cNvGrpSpPr/>
        <p:nvPr/>
      </p:nvGrpSpPr>
      <p:grpSpPr>
        <a:xfrm>
          <a:off x="0" y="0"/>
          <a:ext cx="0" cy="0"/>
          <a:chOff x="0" y="0"/>
          <a:chExt cx="0" cy="0"/>
        </a:xfrm>
      </p:grpSpPr>
      <p:sp>
        <p:nvSpPr>
          <p:cNvPr id="1165" name="Google Shape;1165;p35">
            <a:extLst>
              <a:ext uri="{FF2B5EF4-FFF2-40B4-BE49-F238E27FC236}">
                <a16:creationId xmlns:a16="http://schemas.microsoft.com/office/drawing/2014/main" id="{1A0C302B-A682-0936-9F11-9FE4DC040E77}"/>
              </a:ext>
            </a:extLst>
          </p:cNvPr>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sz="3600" dirty="0"/>
              <a:t>Headway Changes by Route</a:t>
            </a:r>
            <a:endParaRPr dirty="0"/>
          </a:p>
        </p:txBody>
      </p:sp>
      <p:pic>
        <p:nvPicPr>
          <p:cNvPr id="2" name="Content Placeholder 4" descr="A graph of a number of hours&#10;&#10;AI-generated content may be incorrect.">
            <a:extLst>
              <a:ext uri="{FF2B5EF4-FFF2-40B4-BE49-F238E27FC236}">
                <a16:creationId xmlns:a16="http://schemas.microsoft.com/office/drawing/2014/main" id="{1ED6BE69-5EEE-6AFC-699D-63AD5D5A33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295" y="1829221"/>
            <a:ext cx="4169409" cy="2678846"/>
          </a:xfrm>
          <a:prstGeom prst="rect">
            <a:avLst/>
          </a:prstGeom>
        </p:spPr>
      </p:pic>
      <p:pic>
        <p:nvPicPr>
          <p:cNvPr id="3" name="Picture 2" descr="A graph of a number of blue and white bars&#10;&#10;AI-generated content may be incorrect.">
            <a:extLst>
              <a:ext uri="{FF2B5EF4-FFF2-40B4-BE49-F238E27FC236}">
                <a16:creationId xmlns:a16="http://schemas.microsoft.com/office/drawing/2014/main" id="{BB77C998-6231-2CD1-FD48-427E5A99A6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24695" y="1829221"/>
            <a:ext cx="4169409" cy="2678846"/>
          </a:xfrm>
          <a:prstGeom prst="rect">
            <a:avLst/>
          </a:prstGeom>
        </p:spPr>
      </p:pic>
    </p:spTree>
    <p:extLst>
      <p:ext uri="{BB962C8B-B14F-4D97-AF65-F5344CB8AC3E}">
        <p14:creationId xmlns:p14="http://schemas.microsoft.com/office/powerpoint/2010/main" val="1913436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09">
          <a:extLst>
            <a:ext uri="{FF2B5EF4-FFF2-40B4-BE49-F238E27FC236}">
              <a16:creationId xmlns:a16="http://schemas.microsoft.com/office/drawing/2014/main" id="{78F4C208-AA25-3B3E-144C-2EED31063AB7}"/>
            </a:ext>
          </a:extLst>
        </p:cNvPr>
        <p:cNvGrpSpPr/>
        <p:nvPr/>
      </p:nvGrpSpPr>
      <p:grpSpPr>
        <a:xfrm>
          <a:off x="0" y="0"/>
          <a:ext cx="0" cy="0"/>
          <a:chOff x="0" y="0"/>
          <a:chExt cx="0" cy="0"/>
        </a:xfrm>
      </p:grpSpPr>
      <p:sp>
        <p:nvSpPr>
          <p:cNvPr id="811" name="Google Shape;811;p29">
            <a:extLst>
              <a:ext uri="{FF2B5EF4-FFF2-40B4-BE49-F238E27FC236}">
                <a16:creationId xmlns:a16="http://schemas.microsoft.com/office/drawing/2014/main" id="{319A1C31-3A3D-A26A-68D2-F1A97D455433}"/>
              </a:ext>
            </a:extLst>
          </p:cNvPr>
          <p:cNvSpPr txBox="1">
            <a:spLocks noGrp="1"/>
          </p:cNvSpPr>
          <p:nvPr>
            <p:ph type="title"/>
          </p:nvPr>
        </p:nvSpPr>
        <p:spPr>
          <a:xfrm>
            <a:off x="3591149" y="838600"/>
            <a:ext cx="4511229" cy="841800"/>
          </a:xfrm>
          <a:prstGeom prst="rect">
            <a:avLst/>
          </a:prstGeom>
        </p:spPr>
        <p:txBody>
          <a:bodyPr spcFirstLastPara="1" wrap="square" lIns="91425" tIns="91425" rIns="91425" bIns="91425" anchor="ctr" anchorCtr="0">
            <a:noAutofit/>
          </a:bodyPr>
          <a:lstStyle/>
          <a:p>
            <a:pPr lvl="0"/>
            <a:r>
              <a:rPr lang="en-US" kern="1200" dirty="0">
                <a:solidFill>
                  <a:schemeClr val="tx1"/>
                </a:solidFill>
              </a:rPr>
              <a:t>Travel Time Analysis</a:t>
            </a:r>
            <a:endParaRPr dirty="0"/>
          </a:p>
        </p:txBody>
      </p:sp>
      <p:sp>
        <p:nvSpPr>
          <p:cNvPr id="812" name="Google Shape;812;p29">
            <a:extLst>
              <a:ext uri="{FF2B5EF4-FFF2-40B4-BE49-F238E27FC236}">
                <a16:creationId xmlns:a16="http://schemas.microsoft.com/office/drawing/2014/main" id="{A2282886-2634-FD9A-091E-0D771720760F}"/>
              </a:ext>
            </a:extLst>
          </p:cNvPr>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3.2</a:t>
            </a:r>
            <a:endParaRPr dirty="0"/>
          </a:p>
        </p:txBody>
      </p:sp>
      <p:sp>
        <p:nvSpPr>
          <p:cNvPr id="1003" name="Google Shape;1003;p29">
            <a:extLst>
              <a:ext uri="{FF2B5EF4-FFF2-40B4-BE49-F238E27FC236}">
                <a16:creationId xmlns:a16="http://schemas.microsoft.com/office/drawing/2014/main" id="{8C9C72D9-1D59-8FDD-3090-7E4FD8407C8C}"/>
              </a:ext>
            </a:extLst>
          </p:cNvPr>
          <p:cNvSpPr/>
          <p:nvPr/>
        </p:nvSpPr>
        <p:spPr>
          <a:xfrm>
            <a:off x="8302829" y="2208176"/>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a:extLst>
              <a:ext uri="{FF2B5EF4-FFF2-40B4-BE49-F238E27FC236}">
                <a16:creationId xmlns:a16="http://schemas.microsoft.com/office/drawing/2014/main" id="{D1EBD370-681A-C918-BAC4-EC78D5D410B5}"/>
              </a:ext>
            </a:extLst>
          </p:cNvPr>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a:extLst>
              <a:ext uri="{FF2B5EF4-FFF2-40B4-BE49-F238E27FC236}">
                <a16:creationId xmlns:a16="http://schemas.microsoft.com/office/drawing/2014/main" id="{F1CA6039-7EF8-68AE-18B8-18E4EC843F0B}"/>
              </a:ext>
            </a:extLst>
          </p:cNvPr>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oogle Shape;2115;p43">
            <a:extLst>
              <a:ext uri="{FF2B5EF4-FFF2-40B4-BE49-F238E27FC236}">
                <a16:creationId xmlns:a16="http://schemas.microsoft.com/office/drawing/2014/main" id="{C46104A6-B1F8-132E-2E1D-60D0E14F8D87}"/>
              </a:ext>
            </a:extLst>
          </p:cNvPr>
          <p:cNvGrpSpPr/>
          <p:nvPr/>
        </p:nvGrpSpPr>
        <p:grpSpPr>
          <a:xfrm>
            <a:off x="5251402" y="3463101"/>
            <a:ext cx="4725912" cy="1150499"/>
            <a:chOff x="5561503" y="3453500"/>
            <a:chExt cx="4725912" cy="1150499"/>
          </a:xfrm>
        </p:grpSpPr>
        <p:sp>
          <p:nvSpPr>
            <p:cNvPr id="3" name="Google Shape;2116;p43">
              <a:extLst>
                <a:ext uri="{FF2B5EF4-FFF2-40B4-BE49-F238E27FC236}">
                  <a16:creationId xmlns:a16="http://schemas.microsoft.com/office/drawing/2014/main" id="{C7F8F556-EC83-5566-C5A7-0470DF831ABA}"/>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117;p43">
              <a:extLst>
                <a:ext uri="{FF2B5EF4-FFF2-40B4-BE49-F238E27FC236}">
                  <a16:creationId xmlns:a16="http://schemas.microsoft.com/office/drawing/2014/main" id="{5BC91FEC-EFE0-AD80-A2EE-20A73F4842D3}"/>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118;p43">
              <a:extLst>
                <a:ext uri="{FF2B5EF4-FFF2-40B4-BE49-F238E27FC236}">
                  <a16:creationId xmlns:a16="http://schemas.microsoft.com/office/drawing/2014/main" id="{79DE5C8A-1205-560C-9BA7-D9FC31FEA48F}"/>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19;p43">
              <a:extLst>
                <a:ext uri="{FF2B5EF4-FFF2-40B4-BE49-F238E27FC236}">
                  <a16:creationId xmlns:a16="http://schemas.microsoft.com/office/drawing/2014/main" id="{5C046D82-061E-4FCB-CF54-B4E77B074276}"/>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20;p43">
              <a:extLst>
                <a:ext uri="{FF2B5EF4-FFF2-40B4-BE49-F238E27FC236}">
                  <a16:creationId xmlns:a16="http://schemas.microsoft.com/office/drawing/2014/main" id="{445DFE92-18A3-209B-6AFF-909B2E26D9FC}"/>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21;p43">
              <a:extLst>
                <a:ext uri="{FF2B5EF4-FFF2-40B4-BE49-F238E27FC236}">
                  <a16:creationId xmlns:a16="http://schemas.microsoft.com/office/drawing/2014/main" id="{FF7D216E-8F12-194F-9F47-26F7D9A904B1}"/>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22;p43">
              <a:extLst>
                <a:ext uri="{FF2B5EF4-FFF2-40B4-BE49-F238E27FC236}">
                  <a16:creationId xmlns:a16="http://schemas.microsoft.com/office/drawing/2014/main" id="{6F5825A3-F727-691B-397F-AFE4C9B461F8}"/>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23;p43">
              <a:extLst>
                <a:ext uri="{FF2B5EF4-FFF2-40B4-BE49-F238E27FC236}">
                  <a16:creationId xmlns:a16="http://schemas.microsoft.com/office/drawing/2014/main" id="{26E5A92C-269F-7CF3-F43B-5AD91384D542}"/>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24;p43">
              <a:extLst>
                <a:ext uri="{FF2B5EF4-FFF2-40B4-BE49-F238E27FC236}">
                  <a16:creationId xmlns:a16="http://schemas.microsoft.com/office/drawing/2014/main" id="{FC159CD9-5354-6D7D-C4F4-E99F9E320776}"/>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25;p43">
              <a:extLst>
                <a:ext uri="{FF2B5EF4-FFF2-40B4-BE49-F238E27FC236}">
                  <a16:creationId xmlns:a16="http://schemas.microsoft.com/office/drawing/2014/main" id="{E3C53C0B-D3E5-C720-5CEC-C5A9980373AA}"/>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26;p43">
              <a:extLst>
                <a:ext uri="{FF2B5EF4-FFF2-40B4-BE49-F238E27FC236}">
                  <a16:creationId xmlns:a16="http://schemas.microsoft.com/office/drawing/2014/main" id="{DECB099C-227E-73CB-5269-E61BD363DEE0}"/>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27;p43">
              <a:extLst>
                <a:ext uri="{FF2B5EF4-FFF2-40B4-BE49-F238E27FC236}">
                  <a16:creationId xmlns:a16="http://schemas.microsoft.com/office/drawing/2014/main" id="{8377C788-D32A-A176-1911-75E0D997CB51}"/>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28;p43">
              <a:extLst>
                <a:ext uri="{FF2B5EF4-FFF2-40B4-BE49-F238E27FC236}">
                  <a16:creationId xmlns:a16="http://schemas.microsoft.com/office/drawing/2014/main" id="{33A52CA5-67C3-316C-629C-D468C321AA33}"/>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29;p43">
              <a:extLst>
                <a:ext uri="{FF2B5EF4-FFF2-40B4-BE49-F238E27FC236}">
                  <a16:creationId xmlns:a16="http://schemas.microsoft.com/office/drawing/2014/main" id="{E0D36897-F9D6-8CAA-A7AE-E870E9158B35}"/>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30;p43">
              <a:extLst>
                <a:ext uri="{FF2B5EF4-FFF2-40B4-BE49-F238E27FC236}">
                  <a16:creationId xmlns:a16="http://schemas.microsoft.com/office/drawing/2014/main" id="{832E59FA-3BA7-7DF4-24F5-6896A04694AE}"/>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31;p43">
              <a:extLst>
                <a:ext uri="{FF2B5EF4-FFF2-40B4-BE49-F238E27FC236}">
                  <a16:creationId xmlns:a16="http://schemas.microsoft.com/office/drawing/2014/main" id="{B112478C-14EC-8624-17E9-377A3403AAFC}"/>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32;p43">
              <a:extLst>
                <a:ext uri="{FF2B5EF4-FFF2-40B4-BE49-F238E27FC236}">
                  <a16:creationId xmlns:a16="http://schemas.microsoft.com/office/drawing/2014/main" id="{0942CE50-5CE0-2034-88D3-675468B02830}"/>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33;p43">
              <a:extLst>
                <a:ext uri="{FF2B5EF4-FFF2-40B4-BE49-F238E27FC236}">
                  <a16:creationId xmlns:a16="http://schemas.microsoft.com/office/drawing/2014/main" id="{9A426D5B-8611-633F-3E14-93C1DCA5529B}"/>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34;p43">
              <a:extLst>
                <a:ext uri="{FF2B5EF4-FFF2-40B4-BE49-F238E27FC236}">
                  <a16:creationId xmlns:a16="http://schemas.microsoft.com/office/drawing/2014/main" id="{E5EE8EEA-5CB4-1018-EB76-B606389C6B02}"/>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35;p43">
              <a:extLst>
                <a:ext uri="{FF2B5EF4-FFF2-40B4-BE49-F238E27FC236}">
                  <a16:creationId xmlns:a16="http://schemas.microsoft.com/office/drawing/2014/main" id="{6A295317-F81C-5072-81F1-64AB11830AE2}"/>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6;p43">
              <a:extLst>
                <a:ext uri="{FF2B5EF4-FFF2-40B4-BE49-F238E27FC236}">
                  <a16:creationId xmlns:a16="http://schemas.microsoft.com/office/drawing/2014/main" id="{30C1BD8D-9849-7B87-5655-FAC8C8F18F9E}"/>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37;p43">
              <a:extLst>
                <a:ext uri="{FF2B5EF4-FFF2-40B4-BE49-F238E27FC236}">
                  <a16:creationId xmlns:a16="http://schemas.microsoft.com/office/drawing/2014/main" id="{6E8602C3-B20C-F027-AB28-AA477172E83E}"/>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38;p43">
              <a:extLst>
                <a:ext uri="{FF2B5EF4-FFF2-40B4-BE49-F238E27FC236}">
                  <a16:creationId xmlns:a16="http://schemas.microsoft.com/office/drawing/2014/main" id="{24285B5C-17C2-ED20-7FB9-630979D75690}"/>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39;p43">
              <a:extLst>
                <a:ext uri="{FF2B5EF4-FFF2-40B4-BE49-F238E27FC236}">
                  <a16:creationId xmlns:a16="http://schemas.microsoft.com/office/drawing/2014/main" id="{07A5A53F-AEE8-DC85-7DC9-6CF9EA161BB1}"/>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40;p43">
              <a:extLst>
                <a:ext uri="{FF2B5EF4-FFF2-40B4-BE49-F238E27FC236}">
                  <a16:creationId xmlns:a16="http://schemas.microsoft.com/office/drawing/2014/main" id="{9C7FDFD8-32BF-FD30-E9F0-F665A9910EC2}"/>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41;p43">
              <a:extLst>
                <a:ext uri="{FF2B5EF4-FFF2-40B4-BE49-F238E27FC236}">
                  <a16:creationId xmlns:a16="http://schemas.microsoft.com/office/drawing/2014/main" id="{9EEB31D4-111B-72C6-CE47-F27A8F1BA4A1}"/>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42;p43">
              <a:extLst>
                <a:ext uri="{FF2B5EF4-FFF2-40B4-BE49-F238E27FC236}">
                  <a16:creationId xmlns:a16="http://schemas.microsoft.com/office/drawing/2014/main" id="{44EFF23B-B514-39FF-0152-2559DF1CC7E8}"/>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43;p43">
              <a:extLst>
                <a:ext uri="{FF2B5EF4-FFF2-40B4-BE49-F238E27FC236}">
                  <a16:creationId xmlns:a16="http://schemas.microsoft.com/office/drawing/2014/main" id="{567F2332-8135-EF24-5194-CB4CEFC8ECE2}"/>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44;p43">
              <a:extLst>
                <a:ext uri="{FF2B5EF4-FFF2-40B4-BE49-F238E27FC236}">
                  <a16:creationId xmlns:a16="http://schemas.microsoft.com/office/drawing/2014/main" id="{8C995B5A-D20B-217D-01A2-0AD97D39D37C}"/>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145;p43">
              <a:extLst>
                <a:ext uri="{FF2B5EF4-FFF2-40B4-BE49-F238E27FC236}">
                  <a16:creationId xmlns:a16="http://schemas.microsoft.com/office/drawing/2014/main" id="{CAFED307-CB05-AFB8-95CC-19C7C78A956E}"/>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146;p43">
              <a:extLst>
                <a:ext uri="{FF2B5EF4-FFF2-40B4-BE49-F238E27FC236}">
                  <a16:creationId xmlns:a16="http://schemas.microsoft.com/office/drawing/2014/main" id="{359D3E54-CD9C-DA8F-9C27-05DF376B171E}"/>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147;p43">
              <a:extLst>
                <a:ext uri="{FF2B5EF4-FFF2-40B4-BE49-F238E27FC236}">
                  <a16:creationId xmlns:a16="http://schemas.microsoft.com/office/drawing/2014/main" id="{F21BB1F1-371C-6EE5-8DD3-0374DBF06809}"/>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148;p43">
              <a:extLst>
                <a:ext uri="{FF2B5EF4-FFF2-40B4-BE49-F238E27FC236}">
                  <a16:creationId xmlns:a16="http://schemas.microsoft.com/office/drawing/2014/main" id="{68C7E736-2EF1-A8EB-B768-4084CF942648}"/>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49;p43">
              <a:extLst>
                <a:ext uri="{FF2B5EF4-FFF2-40B4-BE49-F238E27FC236}">
                  <a16:creationId xmlns:a16="http://schemas.microsoft.com/office/drawing/2014/main" id="{22F172EC-BEAB-B1A9-AFBF-1FF9A5D75C12}"/>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150;p43">
              <a:extLst>
                <a:ext uri="{FF2B5EF4-FFF2-40B4-BE49-F238E27FC236}">
                  <a16:creationId xmlns:a16="http://schemas.microsoft.com/office/drawing/2014/main" id="{38E68E29-7B38-40C5-00D5-B16EFECCACA5}"/>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151;p43">
              <a:extLst>
                <a:ext uri="{FF2B5EF4-FFF2-40B4-BE49-F238E27FC236}">
                  <a16:creationId xmlns:a16="http://schemas.microsoft.com/office/drawing/2014/main" id="{53527082-4C68-18D5-1D30-655235ECF2EA}"/>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152;p43">
              <a:extLst>
                <a:ext uri="{FF2B5EF4-FFF2-40B4-BE49-F238E27FC236}">
                  <a16:creationId xmlns:a16="http://schemas.microsoft.com/office/drawing/2014/main" id="{2C3AB6E6-E34A-1FC6-FAF7-A3E69DE6113F}"/>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153;p43">
              <a:extLst>
                <a:ext uri="{FF2B5EF4-FFF2-40B4-BE49-F238E27FC236}">
                  <a16:creationId xmlns:a16="http://schemas.microsoft.com/office/drawing/2014/main" id="{121C3DB7-FE82-32C4-9862-85C09C6A93A7}"/>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154;p43">
              <a:extLst>
                <a:ext uri="{FF2B5EF4-FFF2-40B4-BE49-F238E27FC236}">
                  <a16:creationId xmlns:a16="http://schemas.microsoft.com/office/drawing/2014/main" id="{F202134A-4EAB-1A41-9B09-3CAE5013DEE7}"/>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155;p43">
              <a:extLst>
                <a:ext uri="{FF2B5EF4-FFF2-40B4-BE49-F238E27FC236}">
                  <a16:creationId xmlns:a16="http://schemas.microsoft.com/office/drawing/2014/main" id="{1F8E4E87-BD5A-1907-03C5-DBA52F0B0A00}"/>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156;p43">
              <a:extLst>
                <a:ext uri="{FF2B5EF4-FFF2-40B4-BE49-F238E27FC236}">
                  <a16:creationId xmlns:a16="http://schemas.microsoft.com/office/drawing/2014/main" id="{700EBACC-9020-E158-D87F-528F083C3AA4}"/>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157;p43">
              <a:extLst>
                <a:ext uri="{FF2B5EF4-FFF2-40B4-BE49-F238E27FC236}">
                  <a16:creationId xmlns:a16="http://schemas.microsoft.com/office/drawing/2014/main" id="{0D3614F9-D16B-507E-B986-7160C21D854C}"/>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158;p43">
              <a:extLst>
                <a:ext uri="{FF2B5EF4-FFF2-40B4-BE49-F238E27FC236}">
                  <a16:creationId xmlns:a16="http://schemas.microsoft.com/office/drawing/2014/main" id="{32EE9341-1AFC-4293-8D16-40C88964E392}"/>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159;p43">
              <a:extLst>
                <a:ext uri="{FF2B5EF4-FFF2-40B4-BE49-F238E27FC236}">
                  <a16:creationId xmlns:a16="http://schemas.microsoft.com/office/drawing/2014/main" id="{ACC0C8AF-2519-37C2-5BCB-CF70F9C39B44}"/>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160;p43">
              <a:extLst>
                <a:ext uri="{FF2B5EF4-FFF2-40B4-BE49-F238E27FC236}">
                  <a16:creationId xmlns:a16="http://schemas.microsoft.com/office/drawing/2014/main" id="{F8EB0004-AA62-C28D-D8A1-CC713844D8AD}"/>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161;p43">
              <a:extLst>
                <a:ext uri="{FF2B5EF4-FFF2-40B4-BE49-F238E27FC236}">
                  <a16:creationId xmlns:a16="http://schemas.microsoft.com/office/drawing/2014/main" id="{10C496EE-363C-928E-8FB6-262565FE2340}"/>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162;p43">
              <a:extLst>
                <a:ext uri="{FF2B5EF4-FFF2-40B4-BE49-F238E27FC236}">
                  <a16:creationId xmlns:a16="http://schemas.microsoft.com/office/drawing/2014/main" id="{7C1AB279-985C-0195-4C66-55CB2BDCEB86}"/>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163;p43">
              <a:extLst>
                <a:ext uri="{FF2B5EF4-FFF2-40B4-BE49-F238E27FC236}">
                  <a16:creationId xmlns:a16="http://schemas.microsoft.com/office/drawing/2014/main" id="{AF67DE83-2033-AE77-F4A1-1FE55F7F9733}"/>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164;p43">
              <a:extLst>
                <a:ext uri="{FF2B5EF4-FFF2-40B4-BE49-F238E27FC236}">
                  <a16:creationId xmlns:a16="http://schemas.microsoft.com/office/drawing/2014/main" id="{43B6393E-46D1-BB90-5F90-9CE1EACF677F}"/>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165;p43">
              <a:extLst>
                <a:ext uri="{FF2B5EF4-FFF2-40B4-BE49-F238E27FC236}">
                  <a16:creationId xmlns:a16="http://schemas.microsoft.com/office/drawing/2014/main" id="{0793CB58-B824-983B-1856-53B9DDE85455}"/>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166;p43">
              <a:extLst>
                <a:ext uri="{FF2B5EF4-FFF2-40B4-BE49-F238E27FC236}">
                  <a16:creationId xmlns:a16="http://schemas.microsoft.com/office/drawing/2014/main" id="{82E9A86F-757B-D206-17D6-AE05A95D7AD5}"/>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167;p43">
              <a:extLst>
                <a:ext uri="{FF2B5EF4-FFF2-40B4-BE49-F238E27FC236}">
                  <a16:creationId xmlns:a16="http://schemas.microsoft.com/office/drawing/2014/main" id="{E328D3E0-C6EB-08F4-1038-AAB45F2B0844}"/>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168;p43">
              <a:extLst>
                <a:ext uri="{FF2B5EF4-FFF2-40B4-BE49-F238E27FC236}">
                  <a16:creationId xmlns:a16="http://schemas.microsoft.com/office/drawing/2014/main" id="{BADED772-9C2D-CFF5-808F-DF778DF2B1EC}"/>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169;p43">
              <a:extLst>
                <a:ext uri="{FF2B5EF4-FFF2-40B4-BE49-F238E27FC236}">
                  <a16:creationId xmlns:a16="http://schemas.microsoft.com/office/drawing/2014/main" id="{C721B240-D934-3B3D-8607-8CDF90376BAF}"/>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170;p43">
              <a:extLst>
                <a:ext uri="{FF2B5EF4-FFF2-40B4-BE49-F238E27FC236}">
                  <a16:creationId xmlns:a16="http://schemas.microsoft.com/office/drawing/2014/main" id="{8CECE83D-ABB3-1772-2532-799A3DA885E3}"/>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171;p43">
              <a:extLst>
                <a:ext uri="{FF2B5EF4-FFF2-40B4-BE49-F238E27FC236}">
                  <a16:creationId xmlns:a16="http://schemas.microsoft.com/office/drawing/2014/main" id="{17AA7C07-C7D0-2E97-20A5-C56A7D09B4D3}"/>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172;p43">
              <a:extLst>
                <a:ext uri="{FF2B5EF4-FFF2-40B4-BE49-F238E27FC236}">
                  <a16:creationId xmlns:a16="http://schemas.microsoft.com/office/drawing/2014/main" id="{84A5B505-C2D6-8575-93FA-15B9F19EF1E2}"/>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173;p43">
              <a:extLst>
                <a:ext uri="{FF2B5EF4-FFF2-40B4-BE49-F238E27FC236}">
                  <a16:creationId xmlns:a16="http://schemas.microsoft.com/office/drawing/2014/main" id="{FFB750E3-F266-A183-5BCD-E113B91E4B93}"/>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174;p43">
              <a:extLst>
                <a:ext uri="{FF2B5EF4-FFF2-40B4-BE49-F238E27FC236}">
                  <a16:creationId xmlns:a16="http://schemas.microsoft.com/office/drawing/2014/main" id="{5515DA8D-D360-5D09-FF5A-53858BFE2364}"/>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175;p43">
              <a:extLst>
                <a:ext uri="{FF2B5EF4-FFF2-40B4-BE49-F238E27FC236}">
                  <a16:creationId xmlns:a16="http://schemas.microsoft.com/office/drawing/2014/main" id="{33B61AD2-E4FA-35B5-05A5-0CDAEECA26EE}"/>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176;p43">
              <a:extLst>
                <a:ext uri="{FF2B5EF4-FFF2-40B4-BE49-F238E27FC236}">
                  <a16:creationId xmlns:a16="http://schemas.microsoft.com/office/drawing/2014/main" id="{04AC546E-3601-0DB9-7C61-0A8A487195A4}"/>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2177;p43">
              <a:extLst>
                <a:ext uri="{FF2B5EF4-FFF2-40B4-BE49-F238E27FC236}">
                  <a16:creationId xmlns:a16="http://schemas.microsoft.com/office/drawing/2014/main" id="{E41114FA-DF69-CB8E-E23A-C5286B019D61}"/>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2178;p43">
              <a:extLst>
                <a:ext uri="{FF2B5EF4-FFF2-40B4-BE49-F238E27FC236}">
                  <a16:creationId xmlns:a16="http://schemas.microsoft.com/office/drawing/2014/main" id="{CC993A11-BA78-0145-2C5F-50A6D254F864}"/>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2179;p43">
              <a:extLst>
                <a:ext uri="{FF2B5EF4-FFF2-40B4-BE49-F238E27FC236}">
                  <a16:creationId xmlns:a16="http://schemas.microsoft.com/office/drawing/2014/main" id="{AF4A3440-AF0B-07BA-0BC6-81124BCB425F}"/>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2180;p43">
              <a:extLst>
                <a:ext uri="{FF2B5EF4-FFF2-40B4-BE49-F238E27FC236}">
                  <a16:creationId xmlns:a16="http://schemas.microsoft.com/office/drawing/2014/main" id="{393BC21E-0078-9E41-2521-6DC5EBF65D8A}"/>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2181;p43">
              <a:extLst>
                <a:ext uri="{FF2B5EF4-FFF2-40B4-BE49-F238E27FC236}">
                  <a16:creationId xmlns:a16="http://schemas.microsoft.com/office/drawing/2014/main" id="{F8DC20A0-B82D-4413-7EDC-0CE8A04FB9D3}"/>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2182;p43">
              <a:extLst>
                <a:ext uri="{FF2B5EF4-FFF2-40B4-BE49-F238E27FC236}">
                  <a16:creationId xmlns:a16="http://schemas.microsoft.com/office/drawing/2014/main" id="{250EA8CC-873B-13BF-81AF-6FA6F036E0E0}"/>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2183;p43">
              <a:extLst>
                <a:ext uri="{FF2B5EF4-FFF2-40B4-BE49-F238E27FC236}">
                  <a16:creationId xmlns:a16="http://schemas.microsoft.com/office/drawing/2014/main" id="{5223C032-4224-E0F8-EF97-9579B2696185}"/>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2184;p43">
              <a:extLst>
                <a:ext uri="{FF2B5EF4-FFF2-40B4-BE49-F238E27FC236}">
                  <a16:creationId xmlns:a16="http://schemas.microsoft.com/office/drawing/2014/main" id="{F5703C58-FD6F-3622-4E10-51488DC53589}"/>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2185;p43">
              <a:extLst>
                <a:ext uri="{FF2B5EF4-FFF2-40B4-BE49-F238E27FC236}">
                  <a16:creationId xmlns:a16="http://schemas.microsoft.com/office/drawing/2014/main" id="{BE0EDF96-AC9B-62A0-6AB5-A7BC183C7926}"/>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2186;p43">
              <a:extLst>
                <a:ext uri="{FF2B5EF4-FFF2-40B4-BE49-F238E27FC236}">
                  <a16:creationId xmlns:a16="http://schemas.microsoft.com/office/drawing/2014/main" id="{A78D7456-2091-D61C-6B50-830DF5215D14}"/>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2187;p43">
              <a:extLst>
                <a:ext uri="{FF2B5EF4-FFF2-40B4-BE49-F238E27FC236}">
                  <a16:creationId xmlns:a16="http://schemas.microsoft.com/office/drawing/2014/main" id="{EB86AF03-848B-E3FD-73A2-56BAA94A9D4B}"/>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2188;p43">
              <a:extLst>
                <a:ext uri="{FF2B5EF4-FFF2-40B4-BE49-F238E27FC236}">
                  <a16:creationId xmlns:a16="http://schemas.microsoft.com/office/drawing/2014/main" id="{AC5F292F-3654-C470-7826-17411EAC06D0}"/>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2189;p43">
              <a:extLst>
                <a:ext uri="{FF2B5EF4-FFF2-40B4-BE49-F238E27FC236}">
                  <a16:creationId xmlns:a16="http://schemas.microsoft.com/office/drawing/2014/main" id="{AE201139-2340-128B-D051-332765175BF6}"/>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2190;p43">
              <a:extLst>
                <a:ext uri="{FF2B5EF4-FFF2-40B4-BE49-F238E27FC236}">
                  <a16:creationId xmlns:a16="http://schemas.microsoft.com/office/drawing/2014/main" id="{7C88BE16-7917-5434-F634-D420B53DA4D5}"/>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2191;p43">
              <a:extLst>
                <a:ext uri="{FF2B5EF4-FFF2-40B4-BE49-F238E27FC236}">
                  <a16:creationId xmlns:a16="http://schemas.microsoft.com/office/drawing/2014/main" id="{A73E2744-F362-A439-006C-2AEA062F6FCC}"/>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2192;p43">
              <a:extLst>
                <a:ext uri="{FF2B5EF4-FFF2-40B4-BE49-F238E27FC236}">
                  <a16:creationId xmlns:a16="http://schemas.microsoft.com/office/drawing/2014/main" id="{76A1C5D6-6A8D-6862-74B6-916066C0D92F}"/>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2193;p43">
              <a:extLst>
                <a:ext uri="{FF2B5EF4-FFF2-40B4-BE49-F238E27FC236}">
                  <a16:creationId xmlns:a16="http://schemas.microsoft.com/office/drawing/2014/main" id="{37558686-C817-FF2B-56DE-F9E0741E1EA2}"/>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2194;p43">
              <a:extLst>
                <a:ext uri="{FF2B5EF4-FFF2-40B4-BE49-F238E27FC236}">
                  <a16:creationId xmlns:a16="http://schemas.microsoft.com/office/drawing/2014/main" id="{2D2D075E-EB6C-3E8B-7CF8-FB91897B3DC2}"/>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2195;p43">
              <a:extLst>
                <a:ext uri="{FF2B5EF4-FFF2-40B4-BE49-F238E27FC236}">
                  <a16:creationId xmlns:a16="http://schemas.microsoft.com/office/drawing/2014/main" id="{A4FA8887-13CE-F2DF-9341-7C527090C0F1}"/>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2196;p43">
              <a:extLst>
                <a:ext uri="{FF2B5EF4-FFF2-40B4-BE49-F238E27FC236}">
                  <a16:creationId xmlns:a16="http://schemas.microsoft.com/office/drawing/2014/main" id="{2B232922-7A37-D74A-2527-96B4A1B39BA0}"/>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2197;p43">
              <a:extLst>
                <a:ext uri="{FF2B5EF4-FFF2-40B4-BE49-F238E27FC236}">
                  <a16:creationId xmlns:a16="http://schemas.microsoft.com/office/drawing/2014/main" id="{81E7A6AA-465E-2AC1-3CE0-62A1A8B0E49C}"/>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2198;p43">
              <a:extLst>
                <a:ext uri="{FF2B5EF4-FFF2-40B4-BE49-F238E27FC236}">
                  <a16:creationId xmlns:a16="http://schemas.microsoft.com/office/drawing/2014/main" id="{5B4AF907-5AD0-63A8-1974-502174C5F3D4}"/>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2199;p43">
              <a:extLst>
                <a:ext uri="{FF2B5EF4-FFF2-40B4-BE49-F238E27FC236}">
                  <a16:creationId xmlns:a16="http://schemas.microsoft.com/office/drawing/2014/main" id="{4EE3B52E-29C4-CB54-A2C1-DAF90AE948E6}"/>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2200;p43">
              <a:extLst>
                <a:ext uri="{FF2B5EF4-FFF2-40B4-BE49-F238E27FC236}">
                  <a16:creationId xmlns:a16="http://schemas.microsoft.com/office/drawing/2014/main" id="{4EB2AF9E-C1FA-EA97-CECA-61423C9DCE39}"/>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2201;p43">
              <a:extLst>
                <a:ext uri="{FF2B5EF4-FFF2-40B4-BE49-F238E27FC236}">
                  <a16:creationId xmlns:a16="http://schemas.microsoft.com/office/drawing/2014/main" id="{01FFA1BB-C4D5-A660-D619-A0E2EA01E3B8}"/>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2202;p43">
              <a:extLst>
                <a:ext uri="{FF2B5EF4-FFF2-40B4-BE49-F238E27FC236}">
                  <a16:creationId xmlns:a16="http://schemas.microsoft.com/office/drawing/2014/main" id="{2703B606-579F-248A-D7E2-9121632F2E25}"/>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2203;p43">
              <a:extLst>
                <a:ext uri="{FF2B5EF4-FFF2-40B4-BE49-F238E27FC236}">
                  <a16:creationId xmlns:a16="http://schemas.microsoft.com/office/drawing/2014/main" id="{FCA16940-8F73-E12C-653A-74C968E14C40}"/>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2204;p43">
              <a:extLst>
                <a:ext uri="{FF2B5EF4-FFF2-40B4-BE49-F238E27FC236}">
                  <a16:creationId xmlns:a16="http://schemas.microsoft.com/office/drawing/2014/main" id="{BD366521-B46B-E2DF-C139-2AD33A708D5A}"/>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2205;p43">
              <a:extLst>
                <a:ext uri="{FF2B5EF4-FFF2-40B4-BE49-F238E27FC236}">
                  <a16:creationId xmlns:a16="http://schemas.microsoft.com/office/drawing/2014/main" id="{1B42AEF6-C021-2795-2597-CD44C04AD1A8}"/>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206;p43">
              <a:extLst>
                <a:ext uri="{FF2B5EF4-FFF2-40B4-BE49-F238E27FC236}">
                  <a16:creationId xmlns:a16="http://schemas.microsoft.com/office/drawing/2014/main" id="{003C5896-ABF3-1607-9FE6-CBB897708D52}"/>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207;p43">
              <a:extLst>
                <a:ext uri="{FF2B5EF4-FFF2-40B4-BE49-F238E27FC236}">
                  <a16:creationId xmlns:a16="http://schemas.microsoft.com/office/drawing/2014/main" id="{D4032F66-F868-F105-D708-EE7A5EB0F820}"/>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208;p43">
              <a:extLst>
                <a:ext uri="{FF2B5EF4-FFF2-40B4-BE49-F238E27FC236}">
                  <a16:creationId xmlns:a16="http://schemas.microsoft.com/office/drawing/2014/main" id="{2345D943-3416-E6B5-642E-57B510B7C885}"/>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209;p43">
              <a:extLst>
                <a:ext uri="{FF2B5EF4-FFF2-40B4-BE49-F238E27FC236}">
                  <a16:creationId xmlns:a16="http://schemas.microsoft.com/office/drawing/2014/main" id="{B9015A49-2BE8-F100-145E-8D835652201F}"/>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210;p43">
              <a:extLst>
                <a:ext uri="{FF2B5EF4-FFF2-40B4-BE49-F238E27FC236}">
                  <a16:creationId xmlns:a16="http://schemas.microsoft.com/office/drawing/2014/main" id="{DE68571B-CFC9-B951-CB00-8C0E691CC167}"/>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211;p43">
              <a:extLst>
                <a:ext uri="{FF2B5EF4-FFF2-40B4-BE49-F238E27FC236}">
                  <a16:creationId xmlns:a16="http://schemas.microsoft.com/office/drawing/2014/main" id="{5A273870-5E31-5D49-BBE2-568E872D7DBE}"/>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212;p43">
              <a:extLst>
                <a:ext uri="{FF2B5EF4-FFF2-40B4-BE49-F238E27FC236}">
                  <a16:creationId xmlns:a16="http://schemas.microsoft.com/office/drawing/2014/main" id="{D566AC53-53BE-2DBC-90E8-4BB143DD86AB}"/>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213;p43">
              <a:extLst>
                <a:ext uri="{FF2B5EF4-FFF2-40B4-BE49-F238E27FC236}">
                  <a16:creationId xmlns:a16="http://schemas.microsoft.com/office/drawing/2014/main" id="{176D5132-6EE0-EA81-F292-2B0FA210D25B}"/>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214;p43">
              <a:extLst>
                <a:ext uri="{FF2B5EF4-FFF2-40B4-BE49-F238E27FC236}">
                  <a16:creationId xmlns:a16="http://schemas.microsoft.com/office/drawing/2014/main" id="{D328A3F8-BBD1-9C9C-1B5B-B0C3927432A0}"/>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215;p43">
              <a:extLst>
                <a:ext uri="{FF2B5EF4-FFF2-40B4-BE49-F238E27FC236}">
                  <a16:creationId xmlns:a16="http://schemas.microsoft.com/office/drawing/2014/main" id="{A84CDF65-801F-05AE-E406-624982AB8FF5}"/>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216;p43">
              <a:extLst>
                <a:ext uri="{FF2B5EF4-FFF2-40B4-BE49-F238E27FC236}">
                  <a16:creationId xmlns:a16="http://schemas.microsoft.com/office/drawing/2014/main" id="{B720D947-9D9B-4285-5D19-A185923C671B}"/>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217;p43">
              <a:extLst>
                <a:ext uri="{FF2B5EF4-FFF2-40B4-BE49-F238E27FC236}">
                  <a16:creationId xmlns:a16="http://schemas.microsoft.com/office/drawing/2014/main" id="{669CEE0B-1555-B817-40FC-412E82926CBA}"/>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218;p43">
              <a:extLst>
                <a:ext uri="{FF2B5EF4-FFF2-40B4-BE49-F238E27FC236}">
                  <a16:creationId xmlns:a16="http://schemas.microsoft.com/office/drawing/2014/main" id="{4A74CF2F-7491-7A8D-D98A-C011BFDEADBE}"/>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219;p43">
              <a:extLst>
                <a:ext uri="{FF2B5EF4-FFF2-40B4-BE49-F238E27FC236}">
                  <a16:creationId xmlns:a16="http://schemas.microsoft.com/office/drawing/2014/main" id="{E5434740-3B2E-9BDD-0138-5DE8E0FCEF2B}"/>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220;p43">
              <a:extLst>
                <a:ext uri="{FF2B5EF4-FFF2-40B4-BE49-F238E27FC236}">
                  <a16:creationId xmlns:a16="http://schemas.microsoft.com/office/drawing/2014/main" id="{371B1AA1-6413-BF53-BFD0-59D9D26FE356}"/>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221;p43">
              <a:extLst>
                <a:ext uri="{FF2B5EF4-FFF2-40B4-BE49-F238E27FC236}">
                  <a16:creationId xmlns:a16="http://schemas.microsoft.com/office/drawing/2014/main" id="{7D16D44A-D788-A6D1-433B-6E67328837B5}"/>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222;p43">
              <a:extLst>
                <a:ext uri="{FF2B5EF4-FFF2-40B4-BE49-F238E27FC236}">
                  <a16:creationId xmlns:a16="http://schemas.microsoft.com/office/drawing/2014/main" id="{F6A19157-C1B1-6FE0-4BC6-F2FBCEC47D7F}"/>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223;p43">
              <a:extLst>
                <a:ext uri="{FF2B5EF4-FFF2-40B4-BE49-F238E27FC236}">
                  <a16:creationId xmlns:a16="http://schemas.microsoft.com/office/drawing/2014/main" id="{5695B852-811D-AF29-7C02-F394A611F2F2}"/>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224;p43">
              <a:extLst>
                <a:ext uri="{FF2B5EF4-FFF2-40B4-BE49-F238E27FC236}">
                  <a16:creationId xmlns:a16="http://schemas.microsoft.com/office/drawing/2014/main" id="{7C24C67A-9BEB-CF94-C52E-AA61BF30D1A1}"/>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225;p43">
              <a:extLst>
                <a:ext uri="{FF2B5EF4-FFF2-40B4-BE49-F238E27FC236}">
                  <a16:creationId xmlns:a16="http://schemas.microsoft.com/office/drawing/2014/main" id="{B5E68F2A-13A2-CBE9-0810-B32E00E62047}"/>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226;p43">
              <a:extLst>
                <a:ext uri="{FF2B5EF4-FFF2-40B4-BE49-F238E27FC236}">
                  <a16:creationId xmlns:a16="http://schemas.microsoft.com/office/drawing/2014/main" id="{34741608-6D92-D8FE-A04B-BC80CE2B993D}"/>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227;p43">
              <a:extLst>
                <a:ext uri="{FF2B5EF4-FFF2-40B4-BE49-F238E27FC236}">
                  <a16:creationId xmlns:a16="http://schemas.microsoft.com/office/drawing/2014/main" id="{81E42CA2-45C8-1548-30F4-873E9C0C49E7}"/>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228;p43">
              <a:extLst>
                <a:ext uri="{FF2B5EF4-FFF2-40B4-BE49-F238E27FC236}">
                  <a16:creationId xmlns:a16="http://schemas.microsoft.com/office/drawing/2014/main" id="{7217FB1C-5F1E-40BF-51E7-4E62FD92C8DE}"/>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229;p43">
              <a:extLst>
                <a:ext uri="{FF2B5EF4-FFF2-40B4-BE49-F238E27FC236}">
                  <a16:creationId xmlns:a16="http://schemas.microsoft.com/office/drawing/2014/main" id="{475B15BC-409E-2EBA-6450-EC7C5510A7D0}"/>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230;p43">
              <a:extLst>
                <a:ext uri="{FF2B5EF4-FFF2-40B4-BE49-F238E27FC236}">
                  <a16:creationId xmlns:a16="http://schemas.microsoft.com/office/drawing/2014/main" id="{019AEC76-83BF-8EDD-BA73-E69CC95FEBC9}"/>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231;p43">
              <a:extLst>
                <a:ext uri="{FF2B5EF4-FFF2-40B4-BE49-F238E27FC236}">
                  <a16:creationId xmlns:a16="http://schemas.microsoft.com/office/drawing/2014/main" id="{41624342-495D-3E4C-4850-360315BDDCB0}"/>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232;p43">
              <a:extLst>
                <a:ext uri="{FF2B5EF4-FFF2-40B4-BE49-F238E27FC236}">
                  <a16:creationId xmlns:a16="http://schemas.microsoft.com/office/drawing/2014/main" id="{3C257C79-9D4A-08D8-AA28-96956A484A13}"/>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233;p43">
              <a:extLst>
                <a:ext uri="{FF2B5EF4-FFF2-40B4-BE49-F238E27FC236}">
                  <a16:creationId xmlns:a16="http://schemas.microsoft.com/office/drawing/2014/main" id="{00EB70BB-C34E-A4A5-179D-EFE5DE4EB5D4}"/>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12132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p34"/>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a table</a:t>
            </a:r>
            <a:endParaRPr/>
          </a:p>
        </p:txBody>
      </p:sp>
      <p:graphicFrame>
        <p:nvGraphicFramePr>
          <p:cNvPr id="1149" name="Google Shape;1149;p34"/>
          <p:cNvGraphicFramePr/>
          <p:nvPr/>
        </p:nvGraphicFramePr>
        <p:xfrm>
          <a:off x="1132525" y="1232950"/>
          <a:ext cx="6878950" cy="3085325"/>
        </p:xfrm>
        <a:graphic>
          <a:graphicData uri="http://schemas.openxmlformats.org/drawingml/2006/table">
            <a:tbl>
              <a:tblPr>
                <a:noFill/>
                <a:tableStyleId>{4C252155-3F86-4ADA-A706-4A08011AA514}</a:tableStyleId>
              </a:tblPr>
              <a:tblGrid>
                <a:gridCol w="1301400">
                  <a:extLst>
                    <a:ext uri="{9D8B030D-6E8A-4147-A177-3AD203B41FA5}">
                      <a16:colId xmlns:a16="http://schemas.microsoft.com/office/drawing/2014/main" val="20000"/>
                    </a:ext>
                  </a:extLst>
                </a:gridCol>
                <a:gridCol w="1256650">
                  <a:extLst>
                    <a:ext uri="{9D8B030D-6E8A-4147-A177-3AD203B41FA5}">
                      <a16:colId xmlns:a16="http://schemas.microsoft.com/office/drawing/2014/main" val="20001"/>
                    </a:ext>
                  </a:extLst>
                </a:gridCol>
                <a:gridCol w="2160450">
                  <a:extLst>
                    <a:ext uri="{9D8B030D-6E8A-4147-A177-3AD203B41FA5}">
                      <a16:colId xmlns:a16="http://schemas.microsoft.com/office/drawing/2014/main" val="20002"/>
                    </a:ext>
                  </a:extLst>
                </a:gridCol>
                <a:gridCol w="2160450">
                  <a:extLst>
                    <a:ext uri="{9D8B030D-6E8A-4147-A177-3AD203B41FA5}">
                      <a16:colId xmlns:a16="http://schemas.microsoft.com/office/drawing/2014/main" val="20003"/>
                    </a:ext>
                  </a:extLst>
                </a:gridCol>
              </a:tblGrid>
              <a:tr h="620925">
                <a:tc>
                  <a:txBody>
                    <a:bodyPr/>
                    <a:lstStyle/>
                    <a:p>
                      <a:pPr marL="0" lvl="0" indent="0" algn="ctr" rtl="0">
                        <a:spcBef>
                          <a:spcPts val="0"/>
                        </a:spcBef>
                        <a:spcAft>
                          <a:spcPts val="0"/>
                        </a:spcAft>
                        <a:buNone/>
                      </a:pPr>
                      <a:r>
                        <a:rPr lang="en" sz="2400" b="1">
                          <a:solidFill>
                            <a:schemeClr val="dk1"/>
                          </a:solidFill>
                          <a:latin typeface="Nova Square"/>
                          <a:ea typeface="Nova Square"/>
                          <a:cs typeface="Nova Square"/>
                          <a:sym typeface="Nova Square"/>
                        </a:rPr>
                        <a:t>Year</a:t>
                      </a:r>
                      <a:endParaRPr sz="2400" b="1">
                        <a:solidFill>
                          <a:schemeClr val="dk1"/>
                        </a:solidFill>
                        <a:latin typeface="Nova Square"/>
                        <a:ea typeface="Nova Square"/>
                        <a:cs typeface="Nova Square"/>
                        <a:sym typeface="Nova Squar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2400" b="1">
                          <a:solidFill>
                            <a:schemeClr val="dk1"/>
                          </a:solidFill>
                          <a:latin typeface="Nova Square"/>
                          <a:ea typeface="Nova Square"/>
                          <a:cs typeface="Nova Square"/>
                          <a:sym typeface="Nova Square"/>
                        </a:rPr>
                        <a:t>Price</a:t>
                      </a:r>
                      <a:endParaRPr sz="2400" b="1">
                        <a:solidFill>
                          <a:schemeClr val="dk1"/>
                        </a:solidFill>
                        <a:latin typeface="Nova Square"/>
                        <a:ea typeface="Nova Square"/>
                        <a:cs typeface="Nova Square"/>
                        <a:sym typeface="Nova Squar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2400" b="1">
                          <a:solidFill>
                            <a:schemeClr val="dk1"/>
                          </a:solidFill>
                          <a:latin typeface="Nova Square"/>
                          <a:ea typeface="Nova Square"/>
                          <a:cs typeface="Nova Square"/>
                          <a:sym typeface="Nova Square"/>
                        </a:rPr>
                        <a:t>Departure</a:t>
                      </a:r>
                      <a:endParaRPr sz="2400" b="1">
                        <a:solidFill>
                          <a:schemeClr val="dk1"/>
                        </a:solidFill>
                        <a:latin typeface="Nova Square"/>
                        <a:ea typeface="Nova Square"/>
                        <a:cs typeface="Nova Square"/>
                        <a:sym typeface="Nova Squar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2400" b="1">
                          <a:solidFill>
                            <a:schemeClr val="dk1"/>
                          </a:solidFill>
                          <a:latin typeface="Nova Square"/>
                          <a:ea typeface="Nova Square"/>
                          <a:cs typeface="Nova Square"/>
                          <a:sym typeface="Nova Square"/>
                        </a:rPr>
                        <a:t>Destiny</a:t>
                      </a:r>
                      <a:endParaRPr sz="2400" b="1">
                        <a:solidFill>
                          <a:schemeClr val="dk1"/>
                        </a:solidFill>
                        <a:latin typeface="Nova Square"/>
                        <a:ea typeface="Nova Square"/>
                        <a:cs typeface="Nova Square"/>
                        <a:sym typeface="Nova Squar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16100">
                <a:tc>
                  <a:txBody>
                    <a:bodyPr/>
                    <a:lstStyle/>
                    <a:p>
                      <a:pPr marL="0" lvl="0" indent="0" algn="ctr" rtl="0">
                        <a:spcBef>
                          <a:spcPts val="0"/>
                        </a:spcBef>
                        <a:spcAft>
                          <a:spcPts val="0"/>
                        </a:spcAft>
                        <a:buNone/>
                      </a:pPr>
                      <a:r>
                        <a:rPr lang="en" b="1">
                          <a:solidFill>
                            <a:schemeClr val="dk1"/>
                          </a:solidFill>
                          <a:latin typeface="Arimo"/>
                          <a:ea typeface="Arimo"/>
                          <a:cs typeface="Arimo"/>
                          <a:sym typeface="Arimo"/>
                        </a:rPr>
                        <a:t>2010</a:t>
                      </a:r>
                      <a:endParaRPr b="1">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$20.30</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Madrid</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Barcelona</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10001"/>
                  </a:ext>
                </a:extLst>
              </a:tr>
              <a:tr h="616100">
                <a:tc>
                  <a:txBody>
                    <a:bodyPr/>
                    <a:lstStyle/>
                    <a:p>
                      <a:pPr marL="0" lvl="0" indent="0" algn="ctr" rtl="0">
                        <a:spcBef>
                          <a:spcPts val="0"/>
                        </a:spcBef>
                        <a:spcAft>
                          <a:spcPts val="0"/>
                        </a:spcAft>
                        <a:buNone/>
                      </a:pPr>
                      <a:r>
                        <a:rPr lang="en" b="1">
                          <a:solidFill>
                            <a:schemeClr val="dk1"/>
                          </a:solidFill>
                          <a:latin typeface="Arimo"/>
                          <a:ea typeface="Arimo"/>
                          <a:cs typeface="Arimo"/>
                          <a:sym typeface="Arimo"/>
                        </a:rPr>
                        <a:t>2012</a:t>
                      </a:r>
                      <a:endParaRPr b="1">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$43.90</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Italy</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Paris</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10002"/>
                  </a:ext>
                </a:extLst>
              </a:tr>
              <a:tr h="616100">
                <a:tc>
                  <a:txBody>
                    <a:bodyPr/>
                    <a:lstStyle/>
                    <a:p>
                      <a:pPr marL="0" lvl="0" indent="0" algn="ctr" rtl="0">
                        <a:spcBef>
                          <a:spcPts val="0"/>
                        </a:spcBef>
                        <a:spcAft>
                          <a:spcPts val="0"/>
                        </a:spcAft>
                        <a:buNone/>
                      </a:pPr>
                      <a:r>
                        <a:rPr lang="en" b="1">
                          <a:solidFill>
                            <a:schemeClr val="dk1"/>
                          </a:solidFill>
                          <a:latin typeface="Arimo"/>
                          <a:ea typeface="Arimo"/>
                          <a:cs typeface="Arimo"/>
                          <a:sym typeface="Arimo"/>
                        </a:rPr>
                        <a:t>2015</a:t>
                      </a:r>
                      <a:endParaRPr b="1">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$157.30</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New york</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Miami</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10003"/>
                  </a:ext>
                </a:extLst>
              </a:tr>
              <a:tr h="616100">
                <a:tc>
                  <a:txBody>
                    <a:bodyPr/>
                    <a:lstStyle/>
                    <a:p>
                      <a:pPr marL="0" lvl="0" indent="0" algn="ctr" rtl="0">
                        <a:spcBef>
                          <a:spcPts val="0"/>
                        </a:spcBef>
                        <a:spcAft>
                          <a:spcPts val="0"/>
                        </a:spcAft>
                        <a:buNone/>
                      </a:pPr>
                      <a:r>
                        <a:rPr lang="en" b="1">
                          <a:solidFill>
                            <a:schemeClr val="dk1"/>
                          </a:solidFill>
                          <a:latin typeface="Arimo"/>
                          <a:ea typeface="Arimo"/>
                          <a:cs typeface="Arimo"/>
                          <a:sym typeface="Arimo"/>
                        </a:rPr>
                        <a:t>2019</a:t>
                      </a:r>
                      <a:endParaRPr b="1">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$68.20</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a:solidFill>
                            <a:schemeClr val="dk1"/>
                          </a:solidFill>
                          <a:latin typeface="Arimo"/>
                          <a:ea typeface="Arimo"/>
                          <a:cs typeface="Arimo"/>
                          <a:sym typeface="Arimo"/>
                        </a:rPr>
                        <a:t>Osaka</a:t>
                      </a:r>
                      <a:endParaRPr>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dirty="0">
                          <a:solidFill>
                            <a:schemeClr val="dk1"/>
                          </a:solidFill>
                          <a:latin typeface="Arimo"/>
                          <a:ea typeface="Arimo"/>
                          <a:cs typeface="Arimo"/>
                          <a:sym typeface="Arimo"/>
                        </a:rPr>
                        <a:t>Tokyo</a:t>
                      </a:r>
                      <a:endParaRPr dirty="0">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10004"/>
                  </a:ext>
                </a:extLst>
              </a:tr>
            </a:tbl>
          </a:graphicData>
        </a:graphic>
      </p:graphicFrame>
      <p:sp>
        <p:nvSpPr>
          <p:cNvPr id="1150" name="Google Shape;1150;p34"/>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p:cNvGrpSpPr/>
          <p:nvPr/>
        </p:nvGrpSpPr>
        <p:grpSpPr>
          <a:xfrm rot="5400000">
            <a:off x="-361547" y="3902218"/>
            <a:ext cx="1686810" cy="795739"/>
            <a:chOff x="7486078" y="1255168"/>
            <a:chExt cx="1686810" cy="795739"/>
          </a:xfrm>
        </p:grpSpPr>
        <p:sp>
          <p:nvSpPr>
            <p:cNvPr id="1152" name="Google Shape;1152;p34"/>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83"/>
        <p:cNvGrpSpPr/>
        <p:nvPr/>
      </p:nvGrpSpPr>
      <p:grpSpPr>
        <a:xfrm>
          <a:off x="0" y="0"/>
          <a:ext cx="0" cy="0"/>
          <a:chOff x="0" y="0"/>
          <a:chExt cx="0" cy="0"/>
        </a:xfrm>
      </p:grpSpPr>
      <p:sp>
        <p:nvSpPr>
          <p:cNvPr id="1384" name="Google Shape;1384;p37"/>
          <p:cNvSpPr txBox="1">
            <a:spLocks noGrp="1"/>
          </p:cNvSpPr>
          <p:nvPr>
            <p:ph type="title"/>
          </p:nvPr>
        </p:nvSpPr>
        <p:spPr>
          <a:xfrm>
            <a:off x="715100" y="334125"/>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Product demo</a:t>
            </a:r>
            <a:endParaRPr/>
          </a:p>
        </p:txBody>
      </p:sp>
      <p:sp>
        <p:nvSpPr>
          <p:cNvPr id="1385" name="Google Shape;1385;p37"/>
          <p:cNvSpPr txBox="1">
            <a:spLocks noGrp="1"/>
          </p:cNvSpPr>
          <p:nvPr>
            <p:ph type="subTitle" idx="1"/>
          </p:nvPr>
        </p:nvSpPr>
        <p:spPr>
          <a:xfrm>
            <a:off x="1963450" y="3811600"/>
            <a:ext cx="5013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“Replace image”</a:t>
            </a:r>
            <a:endParaRPr/>
          </a:p>
        </p:txBody>
      </p:sp>
      <p:grpSp>
        <p:nvGrpSpPr>
          <p:cNvPr id="1386" name="Google Shape;1386;p37"/>
          <p:cNvGrpSpPr/>
          <p:nvPr/>
        </p:nvGrpSpPr>
        <p:grpSpPr>
          <a:xfrm>
            <a:off x="2498923" y="1309063"/>
            <a:ext cx="3942064" cy="2211275"/>
            <a:chOff x="4729131" y="1936699"/>
            <a:chExt cx="3820200" cy="2142916"/>
          </a:xfrm>
        </p:grpSpPr>
        <p:sp>
          <p:nvSpPr>
            <p:cNvPr id="1387" name="Google Shape;1387;p37"/>
            <p:cNvSpPr/>
            <p:nvPr/>
          </p:nvSpPr>
          <p:spPr>
            <a:xfrm>
              <a:off x="4928413" y="1936699"/>
              <a:ext cx="3421500" cy="1990200"/>
            </a:xfrm>
            <a:prstGeom prst="round2SameRect">
              <a:avLst>
                <a:gd name="adj1" fmla="val 9051"/>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7"/>
            <p:cNvSpPr/>
            <p:nvPr/>
          </p:nvSpPr>
          <p:spPr>
            <a:xfrm rot="10800000">
              <a:off x="4729131" y="3926915"/>
              <a:ext cx="3820200" cy="152700"/>
            </a:xfrm>
            <a:prstGeom prst="round2SameRect">
              <a:avLst>
                <a:gd name="adj1" fmla="val 50000"/>
                <a:gd name="adj2"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7"/>
            <p:cNvSpPr/>
            <p:nvPr/>
          </p:nvSpPr>
          <p:spPr>
            <a:xfrm>
              <a:off x="6606475" y="2008050"/>
              <a:ext cx="65400" cy="65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90" name="Google Shape;1390;p37"/>
          <p:cNvPicPr preferRelativeResize="0"/>
          <p:nvPr/>
        </p:nvPicPr>
        <p:blipFill rotWithShape="1">
          <a:blip r:embed="rId3">
            <a:alphaModFix/>
          </a:blip>
          <a:srcRect t="49" b="39"/>
          <a:stretch/>
        </p:blipFill>
        <p:spPr>
          <a:xfrm>
            <a:off x="2899239" y="1525812"/>
            <a:ext cx="3163500" cy="1777800"/>
          </a:xfrm>
          <a:prstGeom prst="round2SameRect">
            <a:avLst>
              <a:gd name="adj1" fmla="val 8541"/>
              <a:gd name="adj2" fmla="val 0"/>
            </a:avLst>
          </a:prstGeom>
          <a:noFill/>
          <a:ln>
            <a:noFill/>
          </a:ln>
        </p:spPr>
      </p:pic>
      <p:grpSp>
        <p:nvGrpSpPr>
          <p:cNvPr id="1391" name="Google Shape;1391;p37"/>
          <p:cNvGrpSpPr/>
          <p:nvPr/>
        </p:nvGrpSpPr>
        <p:grpSpPr>
          <a:xfrm>
            <a:off x="7486078" y="1255166"/>
            <a:ext cx="1686809" cy="795742"/>
            <a:chOff x="7486078" y="1255166"/>
            <a:chExt cx="1686809" cy="795742"/>
          </a:xfrm>
        </p:grpSpPr>
        <p:sp>
          <p:nvSpPr>
            <p:cNvPr id="1392" name="Google Shape;1392;p37"/>
            <p:cNvSpPr/>
            <p:nvPr/>
          </p:nvSpPr>
          <p:spPr>
            <a:xfrm rot="-5400000">
              <a:off x="8462828" y="1079224"/>
              <a:ext cx="85680" cy="1051568"/>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7"/>
            <p:cNvSpPr/>
            <p:nvPr/>
          </p:nvSpPr>
          <p:spPr>
            <a:xfrm rot="-5400000">
              <a:off x="8484188" y="1057864"/>
              <a:ext cx="42961" cy="1051568"/>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7"/>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7"/>
            <p:cNvSpPr/>
            <p:nvPr/>
          </p:nvSpPr>
          <p:spPr>
            <a:xfrm rot="-5400000">
              <a:off x="8803014" y="1534050"/>
              <a:ext cx="600729" cy="139018"/>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7"/>
            <p:cNvSpPr/>
            <p:nvPr/>
          </p:nvSpPr>
          <p:spPr>
            <a:xfrm rot="-5400000">
              <a:off x="7430443" y="1310800"/>
              <a:ext cx="779571" cy="668302"/>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7"/>
            <p:cNvSpPr/>
            <p:nvPr/>
          </p:nvSpPr>
          <p:spPr>
            <a:xfrm rot="-5400000">
              <a:off x="7461095" y="1349417"/>
              <a:ext cx="718268" cy="615205"/>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7"/>
            <p:cNvSpPr/>
            <p:nvPr/>
          </p:nvSpPr>
          <p:spPr>
            <a:xfrm rot="-5400000">
              <a:off x="7430685" y="1326729"/>
              <a:ext cx="779571" cy="668785"/>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7"/>
            <p:cNvSpPr/>
            <p:nvPr/>
          </p:nvSpPr>
          <p:spPr>
            <a:xfrm rot="5400000" flipH="1">
              <a:off x="7557790" y="1341121"/>
              <a:ext cx="524876" cy="524876"/>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7"/>
          <p:cNvGrpSpPr/>
          <p:nvPr/>
        </p:nvGrpSpPr>
        <p:grpSpPr>
          <a:xfrm>
            <a:off x="-1748487" y="2744931"/>
            <a:ext cx="3711937" cy="1777798"/>
            <a:chOff x="-1987314" y="2742625"/>
            <a:chExt cx="3711937" cy="1777798"/>
          </a:xfrm>
        </p:grpSpPr>
        <p:sp>
          <p:nvSpPr>
            <p:cNvPr id="1401" name="Google Shape;1401;p37"/>
            <p:cNvSpPr/>
            <p:nvPr/>
          </p:nvSpPr>
          <p:spPr>
            <a:xfrm>
              <a:off x="-1761285" y="3960115"/>
              <a:ext cx="3241747" cy="354722"/>
            </a:xfrm>
            <a:custGeom>
              <a:avLst/>
              <a:gdLst/>
              <a:ahLst/>
              <a:cxnLst/>
              <a:rect l="l" t="t" r="r" b="b"/>
              <a:pathLst>
                <a:path w="13955" h="1527" extrusionOk="0">
                  <a:moveTo>
                    <a:pt x="0" y="0"/>
                  </a:moveTo>
                  <a:lnTo>
                    <a:pt x="0" y="1526"/>
                  </a:lnTo>
                  <a:lnTo>
                    <a:pt x="13955" y="1526"/>
                  </a:lnTo>
                  <a:lnTo>
                    <a:pt x="139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7"/>
            <p:cNvSpPr/>
            <p:nvPr/>
          </p:nvSpPr>
          <p:spPr>
            <a:xfrm>
              <a:off x="-358883" y="4073013"/>
              <a:ext cx="436956" cy="100586"/>
            </a:xfrm>
            <a:custGeom>
              <a:avLst/>
              <a:gdLst/>
              <a:ahLst/>
              <a:cxnLst/>
              <a:rect l="l" t="t" r="r" b="b"/>
              <a:pathLst>
                <a:path w="1881" h="433" extrusionOk="0">
                  <a:moveTo>
                    <a:pt x="1" y="1"/>
                  </a:moveTo>
                  <a:lnTo>
                    <a:pt x="1" y="432"/>
                  </a:lnTo>
                  <a:lnTo>
                    <a:pt x="1880" y="432"/>
                  </a:lnTo>
                  <a:lnTo>
                    <a:pt x="18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7"/>
            <p:cNvSpPr/>
            <p:nvPr/>
          </p:nvSpPr>
          <p:spPr>
            <a:xfrm>
              <a:off x="-358883" y="4217040"/>
              <a:ext cx="436956" cy="69458"/>
            </a:xfrm>
            <a:custGeom>
              <a:avLst/>
              <a:gdLst/>
              <a:ahLst/>
              <a:cxnLst/>
              <a:rect l="l" t="t" r="r" b="b"/>
              <a:pathLst>
                <a:path w="1881" h="299" extrusionOk="0">
                  <a:moveTo>
                    <a:pt x="1" y="0"/>
                  </a:moveTo>
                  <a:lnTo>
                    <a:pt x="1" y="299"/>
                  </a:lnTo>
                  <a:lnTo>
                    <a:pt x="1880" y="299"/>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7"/>
            <p:cNvSpPr/>
            <p:nvPr/>
          </p:nvSpPr>
          <p:spPr>
            <a:xfrm>
              <a:off x="-1116649" y="4073013"/>
              <a:ext cx="1934362" cy="51803"/>
            </a:xfrm>
            <a:custGeom>
              <a:avLst/>
              <a:gdLst/>
              <a:ahLst/>
              <a:cxnLst/>
              <a:rect l="l" t="t" r="r" b="b"/>
              <a:pathLst>
                <a:path w="8327" h="223" extrusionOk="0">
                  <a:moveTo>
                    <a:pt x="1" y="1"/>
                  </a:moveTo>
                  <a:lnTo>
                    <a:pt x="1" y="222"/>
                  </a:lnTo>
                  <a:lnTo>
                    <a:pt x="8327" y="222"/>
                  </a:lnTo>
                  <a:lnTo>
                    <a:pt x="83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7"/>
            <p:cNvSpPr/>
            <p:nvPr/>
          </p:nvSpPr>
          <p:spPr>
            <a:xfrm>
              <a:off x="-723596" y="4103909"/>
              <a:ext cx="280154" cy="82467"/>
            </a:xfrm>
            <a:custGeom>
              <a:avLst/>
              <a:gdLst/>
              <a:ahLst/>
              <a:cxnLst/>
              <a:rect l="l" t="t" r="r" b="b"/>
              <a:pathLst>
                <a:path w="1206" h="355" extrusionOk="0">
                  <a:moveTo>
                    <a:pt x="0" y="1"/>
                  </a:moveTo>
                  <a:lnTo>
                    <a:pt x="222" y="354"/>
                  </a:lnTo>
                  <a:lnTo>
                    <a:pt x="985" y="354"/>
                  </a:lnTo>
                  <a:lnTo>
                    <a:pt x="1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7"/>
            <p:cNvSpPr/>
            <p:nvPr/>
          </p:nvSpPr>
          <p:spPr>
            <a:xfrm>
              <a:off x="-1525035" y="3854882"/>
              <a:ext cx="416282" cy="33451"/>
            </a:xfrm>
            <a:custGeom>
              <a:avLst/>
              <a:gdLst/>
              <a:ahLst/>
              <a:cxnLst/>
              <a:rect l="l" t="t" r="r" b="b"/>
              <a:pathLst>
                <a:path w="1792" h="144" extrusionOk="0">
                  <a:moveTo>
                    <a:pt x="0" y="0"/>
                  </a:moveTo>
                  <a:lnTo>
                    <a:pt x="0" y="144"/>
                  </a:lnTo>
                  <a:lnTo>
                    <a:pt x="1792" y="144"/>
                  </a:lnTo>
                  <a:lnTo>
                    <a:pt x="17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7"/>
            <p:cNvSpPr/>
            <p:nvPr/>
          </p:nvSpPr>
          <p:spPr>
            <a:xfrm>
              <a:off x="804713" y="3854882"/>
              <a:ext cx="413726" cy="33451"/>
            </a:xfrm>
            <a:custGeom>
              <a:avLst/>
              <a:gdLst/>
              <a:ahLst/>
              <a:cxnLst/>
              <a:rect l="l" t="t" r="r" b="b"/>
              <a:pathLst>
                <a:path w="1781" h="144" extrusionOk="0">
                  <a:moveTo>
                    <a:pt x="1" y="0"/>
                  </a:moveTo>
                  <a:lnTo>
                    <a:pt x="1" y="144"/>
                  </a:lnTo>
                  <a:lnTo>
                    <a:pt x="1781" y="144"/>
                  </a:lnTo>
                  <a:lnTo>
                    <a:pt x="17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7"/>
            <p:cNvSpPr/>
            <p:nvPr/>
          </p:nvSpPr>
          <p:spPr>
            <a:xfrm>
              <a:off x="565907" y="2788853"/>
              <a:ext cx="454843" cy="146581"/>
            </a:xfrm>
            <a:custGeom>
              <a:avLst/>
              <a:gdLst/>
              <a:ahLst/>
              <a:cxnLst/>
              <a:rect l="l" t="t" r="r" b="b"/>
              <a:pathLst>
                <a:path w="1958" h="631" extrusionOk="0">
                  <a:moveTo>
                    <a:pt x="0" y="0"/>
                  </a:moveTo>
                  <a:lnTo>
                    <a:pt x="0" y="630"/>
                  </a:lnTo>
                  <a:lnTo>
                    <a:pt x="1958" y="630"/>
                  </a:lnTo>
                  <a:lnTo>
                    <a:pt x="19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7"/>
            <p:cNvSpPr/>
            <p:nvPr/>
          </p:nvSpPr>
          <p:spPr>
            <a:xfrm>
              <a:off x="517124" y="2742625"/>
              <a:ext cx="552409" cy="74568"/>
            </a:xfrm>
            <a:custGeom>
              <a:avLst/>
              <a:gdLst/>
              <a:ahLst/>
              <a:cxnLst/>
              <a:rect l="l" t="t" r="r" b="b"/>
              <a:pathLst>
                <a:path w="2378" h="321" extrusionOk="0">
                  <a:moveTo>
                    <a:pt x="0" y="0"/>
                  </a:moveTo>
                  <a:lnTo>
                    <a:pt x="0" y="321"/>
                  </a:lnTo>
                  <a:lnTo>
                    <a:pt x="2378" y="321"/>
                  </a:lnTo>
                  <a:lnTo>
                    <a:pt x="237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7"/>
            <p:cNvSpPr/>
            <p:nvPr/>
          </p:nvSpPr>
          <p:spPr>
            <a:xfrm>
              <a:off x="-1319448" y="2788853"/>
              <a:ext cx="454843" cy="146581"/>
            </a:xfrm>
            <a:custGeom>
              <a:avLst/>
              <a:gdLst/>
              <a:ahLst/>
              <a:cxnLst/>
              <a:rect l="l" t="t" r="r" b="b"/>
              <a:pathLst>
                <a:path w="1958" h="631" extrusionOk="0">
                  <a:moveTo>
                    <a:pt x="0" y="0"/>
                  </a:moveTo>
                  <a:lnTo>
                    <a:pt x="0" y="630"/>
                  </a:lnTo>
                  <a:lnTo>
                    <a:pt x="1957" y="630"/>
                  </a:lnTo>
                  <a:lnTo>
                    <a:pt x="19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7"/>
            <p:cNvSpPr/>
            <p:nvPr/>
          </p:nvSpPr>
          <p:spPr>
            <a:xfrm>
              <a:off x="-1368464" y="2742625"/>
              <a:ext cx="552642" cy="74568"/>
            </a:xfrm>
            <a:custGeom>
              <a:avLst/>
              <a:gdLst/>
              <a:ahLst/>
              <a:cxnLst/>
              <a:rect l="l" t="t" r="r" b="b"/>
              <a:pathLst>
                <a:path w="2379" h="321" extrusionOk="0">
                  <a:moveTo>
                    <a:pt x="1" y="0"/>
                  </a:moveTo>
                  <a:lnTo>
                    <a:pt x="1" y="321"/>
                  </a:lnTo>
                  <a:lnTo>
                    <a:pt x="2378" y="321"/>
                  </a:lnTo>
                  <a:lnTo>
                    <a:pt x="237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7"/>
            <p:cNvSpPr/>
            <p:nvPr/>
          </p:nvSpPr>
          <p:spPr>
            <a:xfrm>
              <a:off x="-1987314" y="2855523"/>
              <a:ext cx="3673360" cy="966136"/>
            </a:xfrm>
            <a:custGeom>
              <a:avLst/>
              <a:gdLst/>
              <a:ahLst/>
              <a:cxnLst/>
              <a:rect l="l" t="t" r="r" b="b"/>
              <a:pathLst>
                <a:path w="15813" h="4159" extrusionOk="0">
                  <a:moveTo>
                    <a:pt x="2068" y="1"/>
                  </a:moveTo>
                  <a:cubicBezTo>
                    <a:pt x="918" y="1"/>
                    <a:pt x="0" y="941"/>
                    <a:pt x="0" y="2079"/>
                  </a:cubicBezTo>
                  <a:cubicBezTo>
                    <a:pt x="0" y="3229"/>
                    <a:pt x="929" y="4158"/>
                    <a:pt x="2068" y="4158"/>
                  </a:cubicBezTo>
                  <a:lnTo>
                    <a:pt x="13734" y="4158"/>
                  </a:lnTo>
                  <a:cubicBezTo>
                    <a:pt x="14884" y="4158"/>
                    <a:pt x="15812" y="3229"/>
                    <a:pt x="15812" y="2079"/>
                  </a:cubicBezTo>
                  <a:cubicBezTo>
                    <a:pt x="15812" y="941"/>
                    <a:pt x="14884" y="12"/>
                    <a:pt x="137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7"/>
            <p:cNvSpPr/>
            <p:nvPr/>
          </p:nvSpPr>
          <p:spPr>
            <a:xfrm>
              <a:off x="-1941086" y="2855523"/>
              <a:ext cx="3583460" cy="280154"/>
            </a:xfrm>
            <a:custGeom>
              <a:avLst/>
              <a:gdLst/>
              <a:ahLst/>
              <a:cxnLst/>
              <a:rect l="l" t="t" r="r" b="b"/>
              <a:pathLst>
                <a:path w="15426" h="1206" extrusionOk="0">
                  <a:moveTo>
                    <a:pt x="1880" y="1"/>
                  </a:moveTo>
                  <a:cubicBezTo>
                    <a:pt x="1073" y="1"/>
                    <a:pt x="332" y="476"/>
                    <a:pt x="0" y="1206"/>
                  </a:cubicBezTo>
                  <a:cubicBezTo>
                    <a:pt x="321" y="874"/>
                    <a:pt x="1040" y="642"/>
                    <a:pt x="1880" y="642"/>
                  </a:cubicBezTo>
                  <a:lnTo>
                    <a:pt x="13546" y="642"/>
                  </a:lnTo>
                  <a:cubicBezTo>
                    <a:pt x="14375" y="642"/>
                    <a:pt x="15094" y="874"/>
                    <a:pt x="15425" y="1206"/>
                  </a:cubicBezTo>
                  <a:cubicBezTo>
                    <a:pt x="15083" y="476"/>
                    <a:pt x="14353" y="1"/>
                    <a:pt x="135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7"/>
            <p:cNvSpPr/>
            <p:nvPr/>
          </p:nvSpPr>
          <p:spPr>
            <a:xfrm>
              <a:off x="-1941086" y="3544064"/>
              <a:ext cx="3583460" cy="277599"/>
            </a:xfrm>
            <a:custGeom>
              <a:avLst/>
              <a:gdLst/>
              <a:ahLst/>
              <a:cxnLst/>
              <a:rect l="l" t="t" r="r" b="b"/>
              <a:pathLst>
                <a:path w="15426" h="1195" extrusionOk="0">
                  <a:moveTo>
                    <a:pt x="0" y="0"/>
                  </a:moveTo>
                  <a:lnTo>
                    <a:pt x="0" y="0"/>
                  </a:lnTo>
                  <a:cubicBezTo>
                    <a:pt x="332" y="730"/>
                    <a:pt x="1073" y="1194"/>
                    <a:pt x="1880" y="1194"/>
                  </a:cubicBezTo>
                  <a:lnTo>
                    <a:pt x="13546" y="1194"/>
                  </a:lnTo>
                  <a:cubicBezTo>
                    <a:pt x="14353" y="1194"/>
                    <a:pt x="15083" y="730"/>
                    <a:pt x="15425" y="0"/>
                  </a:cubicBezTo>
                  <a:lnTo>
                    <a:pt x="15425" y="0"/>
                  </a:lnTo>
                  <a:cubicBezTo>
                    <a:pt x="15094" y="332"/>
                    <a:pt x="14375" y="564"/>
                    <a:pt x="13546" y="564"/>
                  </a:cubicBezTo>
                  <a:lnTo>
                    <a:pt x="1880" y="564"/>
                  </a:lnTo>
                  <a:cubicBezTo>
                    <a:pt x="1051" y="564"/>
                    <a:pt x="321" y="332"/>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7"/>
            <p:cNvSpPr/>
            <p:nvPr/>
          </p:nvSpPr>
          <p:spPr>
            <a:xfrm>
              <a:off x="-1347789" y="4067903"/>
              <a:ext cx="195364" cy="51571"/>
            </a:xfrm>
            <a:custGeom>
              <a:avLst/>
              <a:gdLst/>
              <a:ahLst/>
              <a:cxnLst/>
              <a:rect l="l" t="t" r="r" b="b"/>
              <a:pathLst>
                <a:path w="841" h="222" extrusionOk="0">
                  <a:moveTo>
                    <a:pt x="111" y="1"/>
                  </a:moveTo>
                  <a:cubicBezTo>
                    <a:pt x="56" y="1"/>
                    <a:pt x="0" y="45"/>
                    <a:pt x="0" y="111"/>
                  </a:cubicBezTo>
                  <a:cubicBezTo>
                    <a:pt x="0" y="167"/>
                    <a:pt x="56" y="222"/>
                    <a:pt x="111" y="222"/>
                  </a:cubicBezTo>
                  <a:lnTo>
                    <a:pt x="730" y="222"/>
                  </a:lnTo>
                  <a:cubicBezTo>
                    <a:pt x="797" y="222"/>
                    <a:pt x="841" y="178"/>
                    <a:pt x="841" y="111"/>
                  </a:cubicBezTo>
                  <a:cubicBezTo>
                    <a:pt x="841" y="45"/>
                    <a:pt x="797" y="1"/>
                    <a:pt x="7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7"/>
            <p:cNvSpPr/>
            <p:nvPr/>
          </p:nvSpPr>
          <p:spPr>
            <a:xfrm>
              <a:off x="-1473696" y="4052571"/>
              <a:ext cx="108019" cy="77356"/>
            </a:xfrm>
            <a:custGeom>
              <a:avLst/>
              <a:gdLst/>
              <a:ahLst/>
              <a:cxnLst/>
              <a:rect l="l" t="t" r="r" b="b"/>
              <a:pathLst>
                <a:path w="465" h="333" extrusionOk="0">
                  <a:moveTo>
                    <a:pt x="1" y="0"/>
                  </a:moveTo>
                  <a:lnTo>
                    <a:pt x="1" y="332"/>
                  </a:lnTo>
                  <a:lnTo>
                    <a:pt x="465" y="332"/>
                  </a:lnTo>
                  <a:lnTo>
                    <a:pt x="4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7"/>
            <p:cNvSpPr/>
            <p:nvPr/>
          </p:nvSpPr>
          <p:spPr>
            <a:xfrm>
              <a:off x="-1060200" y="4139916"/>
              <a:ext cx="442067" cy="38050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7"/>
            <p:cNvSpPr/>
            <p:nvPr/>
          </p:nvSpPr>
          <p:spPr>
            <a:xfrm>
              <a:off x="-988187" y="4212626"/>
              <a:ext cx="275043" cy="235785"/>
            </a:xfrm>
            <a:custGeom>
              <a:avLst/>
              <a:gdLst/>
              <a:ahLst/>
              <a:cxnLst/>
              <a:rect l="l" t="t" r="r" b="b"/>
              <a:pathLst>
                <a:path w="1184" h="1015" extrusionOk="0">
                  <a:moveTo>
                    <a:pt x="510" y="0"/>
                  </a:moveTo>
                  <a:cubicBezTo>
                    <a:pt x="251" y="0"/>
                    <a:pt x="0" y="200"/>
                    <a:pt x="0" y="506"/>
                  </a:cubicBezTo>
                  <a:cubicBezTo>
                    <a:pt x="0" y="782"/>
                    <a:pt x="233" y="1014"/>
                    <a:pt x="509" y="1014"/>
                  </a:cubicBezTo>
                  <a:cubicBezTo>
                    <a:pt x="962" y="1014"/>
                    <a:pt x="1184" y="461"/>
                    <a:pt x="863" y="152"/>
                  </a:cubicBezTo>
                  <a:cubicBezTo>
                    <a:pt x="762" y="47"/>
                    <a:pt x="63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7"/>
            <p:cNvSpPr/>
            <p:nvPr/>
          </p:nvSpPr>
          <p:spPr>
            <a:xfrm>
              <a:off x="-1959205" y="4139916"/>
              <a:ext cx="442067" cy="38050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7"/>
            <p:cNvSpPr/>
            <p:nvPr/>
          </p:nvSpPr>
          <p:spPr>
            <a:xfrm>
              <a:off x="-1889747" y="4212626"/>
              <a:ext cx="275043" cy="235785"/>
            </a:xfrm>
            <a:custGeom>
              <a:avLst/>
              <a:gdLst/>
              <a:ahLst/>
              <a:cxnLst/>
              <a:rect l="l" t="t" r="r" b="b"/>
              <a:pathLst>
                <a:path w="1184" h="1015" extrusionOk="0">
                  <a:moveTo>
                    <a:pt x="510" y="0"/>
                  </a:moveTo>
                  <a:cubicBezTo>
                    <a:pt x="251" y="0"/>
                    <a:pt x="0" y="200"/>
                    <a:pt x="0" y="506"/>
                  </a:cubicBezTo>
                  <a:cubicBezTo>
                    <a:pt x="0" y="782"/>
                    <a:pt x="232" y="1014"/>
                    <a:pt x="509" y="1014"/>
                  </a:cubicBezTo>
                  <a:cubicBezTo>
                    <a:pt x="962" y="1014"/>
                    <a:pt x="1183" y="461"/>
                    <a:pt x="863" y="152"/>
                  </a:cubicBezTo>
                  <a:cubicBezTo>
                    <a:pt x="762" y="47"/>
                    <a:pt x="63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7"/>
            <p:cNvSpPr/>
            <p:nvPr/>
          </p:nvSpPr>
          <p:spPr>
            <a:xfrm>
              <a:off x="-1840964" y="4258157"/>
              <a:ext cx="141471" cy="144026"/>
            </a:xfrm>
            <a:custGeom>
              <a:avLst/>
              <a:gdLst/>
              <a:ahLst/>
              <a:cxnLst/>
              <a:rect l="l" t="t" r="r" b="b"/>
              <a:pathLst>
                <a:path w="609" h="620" extrusionOk="0">
                  <a:moveTo>
                    <a:pt x="0" y="0"/>
                  </a:moveTo>
                  <a:lnTo>
                    <a:pt x="0" y="476"/>
                  </a:lnTo>
                  <a:cubicBezTo>
                    <a:pt x="0" y="553"/>
                    <a:pt x="56" y="608"/>
                    <a:pt x="133" y="619"/>
                  </a:cubicBezTo>
                  <a:lnTo>
                    <a:pt x="476" y="619"/>
                  </a:lnTo>
                  <a:cubicBezTo>
                    <a:pt x="542" y="619"/>
                    <a:pt x="609" y="553"/>
                    <a:pt x="609" y="476"/>
                  </a:cubicBezTo>
                  <a:lnTo>
                    <a:pt x="6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7"/>
            <p:cNvSpPr/>
            <p:nvPr/>
          </p:nvSpPr>
          <p:spPr>
            <a:xfrm>
              <a:off x="-939404" y="4258157"/>
              <a:ext cx="141471" cy="144026"/>
            </a:xfrm>
            <a:custGeom>
              <a:avLst/>
              <a:gdLst/>
              <a:ahLst/>
              <a:cxnLst/>
              <a:rect l="l" t="t" r="r" b="b"/>
              <a:pathLst>
                <a:path w="609" h="620" extrusionOk="0">
                  <a:moveTo>
                    <a:pt x="1" y="0"/>
                  </a:moveTo>
                  <a:lnTo>
                    <a:pt x="1" y="476"/>
                  </a:lnTo>
                  <a:cubicBezTo>
                    <a:pt x="1" y="553"/>
                    <a:pt x="56" y="608"/>
                    <a:pt x="133" y="619"/>
                  </a:cubicBezTo>
                  <a:lnTo>
                    <a:pt x="465" y="619"/>
                  </a:lnTo>
                  <a:cubicBezTo>
                    <a:pt x="542" y="619"/>
                    <a:pt x="609" y="553"/>
                    <a:pt x="609" y="476"/>
                  </a:cubicBezTo>
                  <a:lnTo>
                    <a:pt x="6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7"/>
            <p:cNvSpPr/>
            <p:nvPr/>
          </p:nvSpPr>
          <p:spPr>
            <a:xfrm>
              <a:off x="-903397" y="4296487"/>
              <a:ext cx="66902" cy="67135"/>
            </a:xfrm>
            <a:custGeom>
              <a:avLst/>
              <a:gdLst/>
              <a:ahLst/>
              <a:cxnLst/>
              <a:rect l="l" t="t" r="r" b="b"/>
              <a:pathLst>
                <a:path w="288" h="289" extrusionOk="0">
                  <a:moveTo>
                    <a:pt x="0" y="1"/>
                  </a:moveTo>
                  <a:lnTo>
                    <a:pt x="0" y="288"/>
                  </a:lnTo>
                  <a:lnTo>
                    <a:pt x="288" y="288"/>
                  </a:lnTo>
                  <a:lnTo>
                    <a:pt x="28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7"/>
            <p:cNvSpPr/>
            <p:nvPr/>
          </p:nvSpPr>
          <p:spPr>
            <a:xfrm>
              <a:off x="-1804957" y="4296487"/>
              <a:ext cx="66902" cy="67135"/>
            </a:xfrm>
            <a:custGeom>
              <a:avLst/>
              <a:gdLst/>
              <a:ahLst/>
              <a:cxnLst/>
              <a:rect l="l" t="t" r="r" b="b"/>
              <a:pathLst>
                <a:path w="288" h="289" extrusionOk="0">
                  <a:moveTo>
                    <a:pt x="0" y="1"/>
                  </a:moveTo>
                  <a:lnTo>
                    <a:pt x="0" y="288"/>
                  </a:lnTo>
                  <a:lnTo>
                    <a:pt x="288" y="288"/>
                  </a:lnTo>
                  <a:lnTo>
                    <a:pt x="28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7"/>
            <p:cNvSpPr/>
            <p:nvPr/>
          </p:nvSpPr>
          <p:spPr>
            <a:xfrm>
              <a:off x="-1840964" y="4227261"/>
              <a:ext cx="197920" cy="33683"/>
            </a:xfrm>
            <a:custGeom>
              <a:avLst/>
              <a:gdLst/>
              <a:ahLst/>
              <a:cxnLst/>
              <a:rect l="l" t="t" r="r" b="b"/>
              <a:pathLst>
                <a:path w="852" h="145" extrusionOk="0">
                  <a:moveTo>
                    <a:pt x="266" y="0"/>
                  </a:moveTo>
                  <a:lnTo>
                    <a:pt x="0" y="144"/>
                  </a:lnTo>
                  <a:lnTo>
                    <a:pt x="852" y="144"/>
                  </a:lnTo>
                  <a:cubicBezTo>
                    <a:pt x="852" y="100"/>
                    <a:pt x="852" y="56"/>
                    <a:pt x="852" y="11"/>
                  </a:cubicBezTo>
                  <a:lnTo>
                    <a:pt x="85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7"/>
            <p:cNvSpPr/>
            <p:nvPr/>
          </p:nvSpPr>
          <p:spPr>
            <a:xfrm>
              <a:off x="-990742" y="4227261"/>
              <a:ext cx="192809" cy="33683"/>
            </a:xfrm>
            <a:custGeom>
              <a:avLst/>
              <a:gdLst/>
              <a:ahLst/>
              <a:cxnLst/>
              <a:rect l="l" t="t" r="r" b="b"/>
              <a:pathLst>
                <a:path w="830" h="145" extrusionOk="0">
                  <a:moveTo>
                    <a:pt x="0" y="0"/>
                  </a:moveTo>
                  <a:cubicBezTo>
                    <a:pt x="0" y="56"/>
                    <a:pt x="0"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7"/>
            <p:cNvSpPr/>
            <p:nvPr/>
          </p:nvSpPr>
          <p:spPr>
            <a:xfrm>
              <a:off x="-1668829" y="4139916"/>
              <a:ext cx="696203" cy="254601"/>
            </a:xfrm>
            <a:custGeom>
              <a:avLst/>
              <a:gdLst/>
              <a:ahLst/>
              <a:cxnLst/>
              <a:rect l="l" t="t" r="r" b="b"/>
              <a:pathLst>
                <a:path w="2997" h="1096" extrusionOk="0">
                  <a:moveTo>
                    <a:pt x="0" y="0"/>
                  </a:moveTo>
                  <a:cubicBezTo>
                    <a:pt x="255" y="144"/>
                    <a:pt x="431" y="398"/>
                    <a:pt x="476" y="686"/>
                  </a:cubicBezTo>
                  <a:lnTo>
                    <a:pt x="564" y="686"/>
                  </a:lnTo>
                  <a:lnTo>
                    <a:pt x="564" y="752"/>
                  </a:lnTo>
                  <a:cubicBezTo>
                    <a:pt x="564" y="940"/>
                    <a:pt x="708" y="1095"/>
                    <a:pt x="896" y="1095"/>
                  </a:cubicBezTo>
                  <a:lnTo>
                    <a:pt x="2112" y="1095"/>
                  </a:lnTo>
                  <a:cubicBezTo>
                    <a:pt x="2300" y="1095"/>
                    <a:pt x="2444" y="940"/>
                    <a:pt x="2444" y="752"/>
                  </a:cubicBezTo>
                  <a:lnTo>
                    <a:pt x="2444" y="675"/>
                  </a:lnTo>
                  <a:lnTo>
                    <a:pt x="2521" y="675"/>
                  </a:lnTo>
                  <a:cubicBezTo>
                    <a:pt x="2566" y="387"/>
                    <a:pt x="2742" y="144"/>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7"/>
            <p:cNvSpPr/>
            <p:nvPr/>
          </p:nvSpPr>
          <p:spPr>
            <a:xfrm>
              <a:off x="-1365676" y="4178478"/>
              <a:ext cx="89900" cy="43905"/>
            </a:xfrm>
            <a:custGeom>
              <a:avLst/>
              <a:gdLst/>
              <a:ahLst/>
              <a:cxnLst/>
              <a:rect l="l" t="t" r="r" b="b"/>
              <a:pathLst>
                <a:path w="387" h="189" extrusionOk="0">
                  <a:moveTo>
                    <a:pt x="0" y="0"/>
                  </a:moveTo>
                  <a:lnTo>
                    <a:pt x="0" y="188"/>
                  </a:lnTo>
                  <a:lnTo>
                    <a:pt x="387" y="188"/>
                  </a:lnTo>
                  <a:lnTo>
                    <a:pt x="3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7"/>
            <p:cNvSpPr/>
            <p:nvPr/>
          </p:nvSpPr>
          <p:spPr>
            <a:xfrm>
              <a:off x="-1209105" y="4178478"/>
              <a:ext cx="90132" cy="43905"/>
            </a:xfrm>
            <a:custGeom>
              <a:avLst/>
              <a:gdLst/>
              <a:ahLst/>
              <a:cxnLst/>
              <a:rect l="l" t="t" r="r" b="b"/>
              <a:pathLst>
                <a:path w="388" h="189" extrusionOk="0">
                  <a:moveTo>
                    <a:pt x="1" y="0"/>
                  </a:moveTo>
                  <a:lnTo>
                    <a:pt x="1" y="188"/>
                  </a:lnTo>
                  <a:lnTo>
                    <a:pt x="388" y="188"/>
                  </a:lnTo>
                  <a:lnTo>
                    <a:pt x="3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7"/>
            <p:cNvSpPr/>
            <p:nvPr/>
          </p:nvSpPr>
          <p:spPr>
            <a:xfrm>
              <a:off x="-1460919" y="4299042"/>
              <a:ext cx="280386" cy="59469"/>
            </a:xfrm>
            <a:custGeom>
              <a:avLst/>
              <a:gdLst/>
              <a:ahLst/>
              <a:cxnLst/>
              <a:rect l="l" t="t" r="r" b="b"/>
              <a:pathLst>
                <a:path w="1207" h="256" extrusionOk="0">
                  <a:moveTo>
                    <a:pt x="1" y="1"/>
                  </a:moveTo>
                  <a:lnTo>
                    <a:pt x="233" y="255"/>
                  </a:lnTo>
                  <a:lnTo>
                    <a:pt x="974" y="255"/>
                  </a:lnTo>
                  <a:lnTo>
                    <a:pt x="1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7"/>
            <p:cNvSpPr/>
            <p:nvPr/>
          </p:nvSpPr>
          <p:spPr>
            <a:xfrm>
              <a:off x="-1519924" y="4178478"/>
              <a:ext cx="87577" cy="43905"/>
            </a:xfrm>
            <a:custGeom>
              <a:avLst/>
              <a:gdLst/>
              <a:ahLst/>
              <a:cxnLst/>
              <a:rect l="l" t="t" r="r" b="b"/>
              <a:pathLst>
                <a:path w="377" h="189" extrusionOk="0">
                  <a:moveTo>
                    <a:pt x="1" y="0"/>
                  </a:moveTo>
                  <a:lnTo>
                    <a:pt x="1" y="188"/>
                  </a:lnTo>
                  <a:lnTo>
                    <a:pt x="377" y="188"/>
                  </a:lnTo>
                  <a:lnTo>
                    <a:pt x="3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7"/>
            <p:cNvSpPr/>
            <p:nvPr/>
          </p:nvSpPr>
          <p:spPr>
            <a:xfrm>
              <a:off x="994735" y="4067903"/>
              <a:ext cx="195597" cy="51571"/>
            </a:xfrm>
            <a:custGeom>
              <a:avLst/>
              <a:gdLst/>
              <a:ahLst/>
              <a:cxnLst/>
              <a:rect l="l" t="t" r="r" b="b"/>
              <a:pathLst>
                <a:path w="842" h="222" extrusionOk="0">
                  <a:moveTo>
                    <a:pt x="112" y="1"/>
                  </a:moveTo>
                  <a:cubicBezTo>
                    <a:pt x="45" y="1"/>
                    <a:pt x="1" y="45"/>
                    <a:pt x="1" y="111"/>
                  </a:cubicBezTo>
                  <a:cubicBezTo>
                    <a:pt x="1" y="178"/>
                    <a:pt x="45" y="222"/>
                    <a:pt x="112" y="222"/>
                  </a:cubicBezTo>
                  <a:lnTo>
                    <a:pt x="731" y="222"/>
                  </a:lnTo>
                  <a:cubicBezTo>
                    <a:pt x="786" y="222"/>
                    <a:pt x="841" y="178"/>
                    <a:pt x="841" y="111"/>
                  </a:cubicBezTo>
                  <a:cubicBezTo>
                    <a:pt x="841" y="45"/>
                    <a:pt x="786" y="1"/>
                    <a:pt x="7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7"/>
            <p:cNvSpPr/>
            <p:nvPr/>
          </p:nvSpPr>
          <p:spPr>
            <a:xfrm>
              <a:off x="866505" y="4052571"/>
              <a:ext cx="108019" cy="77356"/>
            </a:xfrm>
            <a:custGeom>
              <a:avLst/>
              <a:gdLst/>
              <a:ahLst/>
              <a:cxnLst/>
              <a:rect l="l" t="t" r="r" b="b"/>
              <a:pathLst>
                <a:path w="465" h="333" extrusionOk="0">
                  <a:moveTo>
                    <a:pt x="0" y="0"/>
                  </a:moveTo>
                  <a:lnTo>
                    <a:pt x="0" y="332"/>
                  </a:lnTo>
                  <a:lnTo>
                    <a:pt x="464" y="332"/>
                  </a:lnTo>
                  <a:lnTo>
                    <a:pt x="4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7"/>
            <p:cNvSpPr/>
            <p:nvPr/>
          </p:nvSpPr>
          <p:spPr>
            <a:xfrm>
              <a:off x="1282556" y="4139916"/>
              <a:ext cx="442067" cy="380507"/>
            </a:xfrm>
            <a:custGeom>
              <a:avLst/>
              <a:gdLst/>
              <a:ahLst/>
              <a:cxnLst/>
              <a:rect l="l" t="t" r="r" b="b"/>
              <a:pathLst>
                <a:path w="1903" h="1638" extrusionOk="0">
                  <a:moveTo>
                    <a:pt x="808" y="0"/>
                  </a:moveTo>
                  <a:cubicBezTo>
                    <a:pt x="365" y="0"/>
                    <a:pt x="0" y="365"/>
                    <a:pt x="0" y="819"/>
                  </a:cubicBezTo>
                  <a:cubicBezTo>
                    <a:pt x="0" y="1311"/>
                    <a:pt x="399" y="1638"/>
                    <a:pt x="814" y="1638"/>
                  </a:cubicBezTo>
                  <a:cubicBezTo>
                    <a:pt x="1014" y="1638"/>
                    <a:pt x="1217" y="1562"/>
                    <a:pt x="1383" y="1394"/>
                  </a:cubicBezTo>
                  <a:cubicBezTo>
                    <a:pt x="1902" y="885"/>
                    <a:pt x="1537" y="0"/>
                    <a:pt x="8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7"/>
            <p:cNvSpPr/>
            <p:nvPr/>
          </p:nvSpPr>
          <p:spPr>
            <a:xfrm>
              <a:off x="1352711" y="4212626"/>
              <a:ext cx="274346" cy="235785"/>
            </a:xfrm>
            <a:custGeom>
              <a:avLst/>
              <a:gdLst/>
              <a:ahLst/>
              <a:cxnLst/>
              <a:rect l="l" t="t" r="r" b="b"/>
              <a:pathLst>
                <a:path w="1181" h="1015" extrusionOk="0">
                  <a:moveTo>
                    <a:pt x="510" y="0"/>
                  </a:moveTo>
                  <a:cubicBezTo>
                    <a:pt x="249" y="0"/>
                    <a:pt x="1" y="200"/>
                    <a:pt x="8" y="506"/>
                  </a:cubicBezTo>
                  <a:cubicBezTo>
                    <a:pt x="8" y="782"/>
                    <a:pt x="229" y="1014"/>
                    <a:pt x="506" y="1014"/>
                  </a:cubicBezTo>
                  <a:cubicBezTo>
                    <a:pt x="959" y="1014"/>
                    <a:pt x="1180" y="461"/>
                    <a:pt x="870" y="152"/>
                  </a:cubicBezTo>
                  <a:cubicBezTo>
                    <a:pt x="766" y="47"/>
                    <a:pt x="636"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7"/>
            <p:cNvSpPr/>
            <p:nvPr/>
          </p:nvSpPr>
          <p:spPr>
            <a:xfrm>
              <a:off x="380996" y="4139916"/>
              <a:ext cx="442067" cy="380507"/>
            </a:xfrm>
            <a:custGeom>
              <a:avLst/>
              <a:gdLst/>
              <a:ahLst/>
              <a:cxnLst/>
              <a:rect l="l" t="t" r="r" b="b"/>
              <a:pathLst>
                <a:path w="1903" h="1638" extrusionOk="0">
                  <a:moveTo>
                    <a:pt x="807" y="0"/>
                  </a:moveTo>
                  <a:cubicBezTo>
                    <a:pt x="365" y="0"/>
                    <a:pt x="0" y="365"/>
                    <a:pt x="0" y="819"/>
                  </a:cubicBezTo>
                  <a:cubicBezTo>
                    <a:pt x="0" y="1311"/>
                    <a:pt x="399" y="1638"/>
                    <a:pt x="817" y="1638"/>
                  </a:cubicBezTo>
                  <a:cubicBezTo>
                    <a:pt x="1019" y="1638"/>
                    <a:pt x="1225" y="1562"/>
                    <a:pt x="1393" y="1394"/>
                  </a:cubicBezTo>
                  <a:cubicBezTo>
                    <a:pt x="1902" y="885"/>
                    <a:pt x="1537" y="0"/>
                    <a:pt x="8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7"/>
            <p:cNvSpPr/>
            <p:nvPr/>
          </p:nvSpPr>
          <p:spPr>
            <a:xfrm>
              <a:off x="452777" y="4212626"/>
              <a:ext cx="275043" cy="235785"/>
            </a:xfrm>
            <a:custGeom>
              <a:avLst/>
              <a:gdLst/>
              <a:ahLst/>
              <a:cxnLst/>
              <a:rect l="l" t="t" r="r" b="b"/>
              <a:pathLst>
                <a:path w="1184" h="1015" extrusionOk="0">
                  <a:moveTo>
                    <a:pt x="505" y="0"/>
                  </a:moveTo>
                  <a:cubicBezTo>
                    <a:pt x="247" y="0"/>
                    <a:pt x="1" y="200"/>
                    <a:pt x="1" y="506"/>
                  </a:cubicBezTo>
                  <a:cubicBezTo>
                    <a:pt x="1" y="782"/>
                    <a:pt x="222" y="1014"/>
                    <a:pt x="498" y="1014"/>
                  </a:cubicBezTo>
                  <a:cubicBezTo>
                    <a:pt x="952" y="1014"/>
                    <a:pt x="1184" y="472"/>
                    <a:pt x="863" y="152"/>
                  </a:cubicBezTo>
                  <a:cubicBezTo>
                    <a:pt x="759" y="47"/>
                    <a:pt x="630" y="0"/>
                    <a:pt x="5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7"/>
            <p:cNvSpPr/>
            <p:nvPr/>
          </p:nvSpPr>
          <p:spPr>
            <a:xfrm>
              <a:off x="499005" y="4258157"/>
              <a:ext cx="144258" cy="144026"/>
            </a:xfrm>
            <a:custGeom>
              <a:avLst/>
              <a:gdLst/>
              <a:ahLst/>
              <a:cxnLst/>
              <a:rect l="l" t="t" r="r" b="b"/>
              <a:pathLst>
                <a:path w="621" h="620" extrusionOk="0">
                  <a:moveTo>
                    <a:pt x="1" y="0"/>
                  </a:moveTo>
                  <a:lnTo>
                    <a:pt x="1" y="476"/>
                  </a:lnTo>
                  <a:cubicBezTo>
                    <a:pt x="1" y="553"/>
                    <a:pt x="56" y="608"/>
                    <a:pt x="134" y="619"/>
                  </a:cubicBezTo>
                  <a:lnTo>
                    <a:pt x="476" y="619"/>
                  </a:lnTo>
                  <a:cubicBezTo>
                    <a:pt x="554" y="619"/>
                    <a:pt x="620" y="553"/>
                    <a:pt x="620" y="476"/>
                  </a:cubicBezTo>
                  <a:lnTo>
                    <a:pt x="6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7"/>
            <p:cNvSpPr/>
            <p:nvPr/>
          </p:nvSpPr>
          <p:spPr>
            <a:xfrm>
              <a:off x="1400797" y="4258157"/>
              <a:ext cx="141471" cy="144026"/>
            </a:xfrm>
            <a:custGeom>
              <a:avLst/>
              <a:gdLst/>
              <a:ahLst/>
              <a:cxnLst/>
              <a:rect l="l" t="t" r="r" b="b"/>
              <a:pathLst>
                <a:path w="609" h="620" extrusionOk="0">
                  <a:moveTo>
                    <a:pt x="0" y="0"/>
                  </a:moveTo>
                  <a:lnTo>
                    <a:pt x="0" y="476"/>
                  </a:lnTo>
                  <a:cubicBezTo>
                    <a:pt x="0" y="553"/>
                    <a:pt x="55"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7"/>
            <p:cNvSpPr/>
            <p:nvPr/>
          </p:nvSpPr>
          <p:spPr>
            <a:xfrm>
              <a:off x="1436572" y="4296487"/>
              <a:ext cx="67135" cy="67135"/>
            </a:xfrm>
            <a:custGeom>
              <a:avLst/>
              <a:gdLst/>
              <a:ahLst/>
              <a:cxnLst/>
              <a:rect l="l" t="t" r="r" b="b"/>
              <a:pathLst>
                <a:path w="289" h="289" extrusionOk="0">
                  <a:moveTo>
                    <a:pt x="1" y="1"/>
                  </a:moveTo>
                  <a:lnTo>
                    <a:pt x="1" y="288"/>
                  </a:lnTo>
                  <a:lnTo>
                    <a:pt x="288" y="288"/>
                  </a:lnTo>
                  <a:lnTo>
                    <a:pt x="28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7"/>
            <p:cNvSpPr/>
            <p:nvPr/>
          </p:nvSpPr>
          <p:spPr>
            <a:xfrm>
              <a:off x="535011" y="4296487"/>
              <a:ext cx="67135" cy="67135"/>
            </a:xfrm>
            <a:custGeom>
              <a:avLst/>
              <a:gdLst/>
              <a:ahLst/>
              <a:cxnLst/>
              <a:rect l="l" t="t" r="r" b="b"/>
              <a:pathLst>
                <a:path w="289" h="289" extrusionOk="0">
                  <a:moveTo>
                    <a:pt x="1" y="1"/>
                  </a:moveTo>
                  <a:lnTo>
                    <a:pt x="1" y="288"/>
                  </a:lnTo>
                  <a:lnTo>
                    <a:pt x="288" y="288"/>
                  </a:lnTo>
                  <a:lnTo>
                    <a:pt x="28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7"/>
            <p:cNvSpPr/>
            <p:nvPr/>
          </p:nvSpPr>
          <p:spPr>
            <a:xfrm>
              <a:off x="499005" y="4227261"/>
              <a:ext cx="200707" cy="33683"/>
            </a:xfrm>
            <a:custGeom>
              <a:avLst/>
              <a:gdLst/>
              <a:ahLst/>
              <a:cxnLst/>
              <a:rect l="l" t="t" r="r" b="b"/>
              <a:pathLst>
                <a:path w="864" h="145" extrusionOk="0">
                  <a:moveTo>
                    <a:pt x="277" y="0"/>
                  </a:moveTo>
                  <a:lnTo>
                    <a:pt x="1" y="144"/>
                  </a:lnTo>
                  <a:lnTo>
                    <a:pt x="852" y="144"/>
                  </a:lnTo>
                  <a:lnTo>
                    <a:pt x="852" y="11"/>
                  </a:lnTo>
                  <a:cubicBezTo>
                    <a:pt x="852"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7"/>
            <p:cNvSpPr/>
            <p:nvPr/>
          </p:nvSpPr>
          <p:spPr>
            <a:xfrm>
              <a:off x="1349226" y="4227261"/>
              <a:ext cx="193041" cy="33683"/>
            </a:xfrm>
            <a:custGeom>
              <a:avLst/>
              <a:gdLst/>
              <a:ahLst/>
              <a:cxnLst/>
              <a:rect l="l" t="t" r="r" b="b"/>
              <a:pathLst>
                <a:path w="831" h="145" extrusionOk="0">
                  <a:moveTo>
                    <a:pt x="1" y="0"/>
                  </a:moveTo>
                  <a:cubicBezTo>
                    <a:pt x="1" y="45"/>
                    <a:pt x="1" y="100"/>
                    <a:pt x="1" y="144"/>
                  </a:cubicBezTo>
                  <a:lnTo>
                    <a:pt x="830" y="144"/>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7"/>
            <p:cNvSpPr/>
            <p:nvPr/>
          </p:nvSpPr>
          <p:spPr>
            <a:xfrm>
              <a:off x="673695" y="4139916"/>
              <a:ext cx="693880" cy="254601"/>
            </a:xfrm>
            <a:custGeom>
              <a:avLst/>
              <a:gdLst/>
              <a:ahLst/>
              <a:cxnLst/>
              <a:rect l="l" t="t" r="r" b="b"/>
              <a:pathLst>
                <a:path w="2987" h="1096" extrusionOk="0">
                  <a:moveTo>
                    <a:pt x="1" y="0"/>
                  </a:moveTo>
                  <a:cubicBezTo>
                    <a:pt x="255" y="144"/>
                    <a:pt x="432" y="398"/>
                    <a:pt x="465" y="686"/>
                  </a:cubicBezTo>
                  <a:lnTo>
                    <a:pt x="554" y="686"/>
                  </a:lnTo>
                  <a:lnTo>
                    <a:pt x="554" y="752"/>
                  </a:lnTo>
                  <a:cubicBezTo>
                    <a:pt x="554" y="940"/>
                    <a:pt x="697" y="1095"/>
                    <a:pt x="885" y="1095"/>
                  </a:cubicBezTo>
                  <a:lnTo>
                    <a:pt x="2102" y="1095"/>
                  </a:lnTo>
                  <a:cubicBezTo>
                    <a:pt x="2290" y="1095"/>
                    <a:pt x="2433" y="940"/>
                    <a:pt x="2433" y="752"/>
                  </a:cubicBezTo>
                  <a:lnTo>
                    <a:pt x="2433" y="675"/>
                  </a:lnTo>
                  <a:lnTo>
                    <a:pt x="2511" y="675"/>
                  </a:lnTo>
                  <a:cubicBezTo>
                    <a:pt x="2555" y="387"/>
                    <a:pt x="2732"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7"/>
            <p:cNvSpPr/>
            <p:nvPr/>
          </p:nvSpPr>
          <p:spPr>
            <a:xfrm>
              <a:off x="976848" y="4178478"/>
              <a:ext cx="87577" cy="43905"/>
            </a:xfrm>
            <a:custGeom>
              <a:avLst/>
              <a:gdLst/>
              <a:ahLst/>
              <a:cxnLst/>
              <a:rect l="l" t="t" r="r" b="b"/>
              <a:pathLst>
                <a:path w="377" h="189" extrusionOk="0">
                  <a:moveTo>
                    <a:pt x="1" y="0"/>
                  </a:moveTo>
                  <a:lnTo>
                    <a:pt x="1" y="188"/>
                  </a:lnTo>
                  <a:lnTo>
                    <a:pt x="376" y="188"/>
                  </a:lnTo>
                  <a:lnTo>
                    <a:pt x="3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7"/>
            <p:cNvSpPr/>
            <p:nvPr/>
          </p:nvSpPr>
          <p:spPr>
            <a:xfrm>
              <a:off x="1130863" y="4178478"/>
              <a:ext cx="90132" cy="43905"/>
            </a:xfrm>
            <a:custGeom>
              <a:avLst/>
              <a:gdLst/>
              <a:ahLst/>
              <a:cxnLst/>
              <a:rect l="l" t="t" r="r" b="b"/>
              <a:pathLst>
                <a:path w="388" h="189" extrusionOk="0">
                  <a:moveTo>
                    <a:pt x="1" y="0"/>
                  </a:moveTo>
                  <a:lnTo>
                    <a:pt x="1" y="188"/>
                  </a:lnTo>
                  <a:lnTo>
                    <a:pt x="388" y="188"/>
                  </a:lnTo>
                  <a:lnTo>
                    <a:pt x="3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7"/>
            <p:cNvSpPr/>
            <p:nvPr/>
          </p:nvSpPr>
          <p:spPr>
            <a:xfrm>
              <a:off x="881837" y="4299042"/>
              <a:ext cx="277599" cy="59469"/>
            </a:xfrm>
            <a:custGeom>
              <a:avLst/>
              <a:gdLst/>
              <a:ahLst/>
              <a:cxnLst/>
              <a:rect l="l" t="t" r="r" b="b"/>
              <a:pathLst>
                <a:path w="1195" h="256" extrusionOk="0">
                  <a:moveTo>
                    <a:pt x="0" y="1"/>
                  </a:moveTo>
                  <a:lnTo>
                    <a:pt x="222" y="255"/>
                  </a:lnTo>
                  <a:lnTo>
                    <a:pt x="962" y="255"/>
                  </a:lnTo>
                  <a:lnTo>
                    <a:pt x="11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7"/>
            <p:cNvSpPr/>
            <p:nvPr/>
          </p:nvSpPr>
          <p:spPr>
            <a:xfrm>
              <a:off x="820277" y="4178478"/>
              <a:ext cx="87345" cy="43905"/>
            </a:xfrm>
            <a:custGeom>
              <a:avLst/>
              <a:gdLst/>
              <a:ahLst/>
              <a:cxnLst/>
              <a:rect l="l" t="t" r="r" b="b"/>
              <a:pathLst>
                <a:path w="376" h="189" extrusionOk="0">
                  <a:moveTo>
                    <a:pt x="0" y="0"/>
                  </a:moveTo>
                  <a:lnTo>
                    <a:pt x="0" y="188"/>
                  </a:lnTo>
                  <a:lnTo>
                    <a:pt x="376" y="188"/>
                  </a:lnTo>
                  <a:lnTo>
                    <a:pt x="3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7"/>
            <p:cNvSpPr/>
            <p:nvPr/>
          </p:nvSpPr>
          <p:spPr>
            <a:xfrm>
              <a:off x="-1483917" y="3751973"/>
              <a:ext cx="334047" cy="228815"/>
            </a:xfrm>
            <a:custGeom>
              <a:avLst/>
              <a:gdLst/>
              <a:ahLst/>
              <a:cxnLst/>
              <a:rect l="l" t="t" r="r" b="b"/>
              <a:pathLst>
                <a:path w="1438" h="985" extrusionOk="0">
                  <a:moveTo>
                    <a:pt x="0" y="1"/>
                  </a:moveTo>
                  <a:lnTo>
                    <a:pt x="0" y="985"/>
                  </a:lnTo>
                  <a:lnTo>
                    <a:pt x="1438" y="985"/>
                  </a:lnTo>
                  <a:lnTo>
                    <a:pt x="14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7"/>
            <p:cNvSpPr/>
            <p:nvPr/>
          </p:nvSpPr>
          <p:spPr>
            <a:xfrm>
              <a:off x="845830" y="3775203"/>
              <a:ext cx="331492" cy="228815"/>
            </a:xfrm>
            <a:custGeom>
              <a:avLst/>
              <a:gdLst/>
              <a:ahLst/>
              <a:cxnLst/>
              <a:rect l="l" t="t" r="r" b="b"/>
              <a:pathLst>
                <a:path w="1427" h="985" extrusionOk="0">
                  <a:moveTo>
                    <a:pt x="1" y="0"/>
                  </a:moveTo>
                  <a:lnTo>
                    <a:pt x="1" y="984"/>
                  </a:lnTo>
                  <a:lnTo>
                    <a:pt x="1427" y="984"/>
                  </a:lnTo>
                  <a:lnTo>
                    <a:pt x="142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7"/>
            <p:cNvSpPr/>
            <p:nvPr/>
          </p:nvSpPr>
          <p:spPr>
            <a:xfrm>
              <a:off x="-1987314" y="3921553"/>
              <a:ext cx="3675915" cy="115918"/>
            </a:xfrm>
            <a:custGeom>
              <a:avLst/>
              <a:gdLst/>
              <a:ahLst/>
              <a:cxnLst/>
              <a:rect l="l" t="t" r="r" b="b"/>
              <a:pathLst>
                <a:path w="15824" h="499" extrusionOk="0">
                  <a:moveTo>
                    <a:pt x="0" y="1"/>
                  </a:moveTo>
                  <a:lnTo>
                    <a:pt x="0" y="498"/>
                  </a:lnTo>
                  <a:lnTo>
                    <a:pt x="15823" y="498"/>
                  </a:lnTo>
                  <a:lnTo>
                    <a:pt x="158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2" name="Google Shape;1452;p37"/>
          <p:cNvGrpSpPr/>
          <p:nvPr/>
        </p:nvGrpSpPr>
        <p:grpSpPr>
          <a:xfrm>
            <a:off x="7589915" y="2462477"/>
            <a:ext cx="1151549" cy="2060253"/>
            <a:chOff x="-3882175" y="2494675"/>
            <a:chExt cx="1407074" cy="2517416"/>
          </a:xfrm>
        </p:grpSpPr>
        <p:sp>
          <p:nvSpPr>
            <p:cNvPr id="1453" name="Google Shape;1453;p37"/>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7"/>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7"/>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7"/>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7"/>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7"/>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7"/>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7"/>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7"/>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7"/>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7"/>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67"/>
        <p:cNvGrpSpPr/>
        <p:nvPr/>
      </p:nvGrpSpPr>
      <p:grpSpPr>
        <a:xfrm>
          <a:off x="0" y="0"/>
          <a:ext cx="0" cy="0"/>
          <a:chOff x="0" y="0"/>
          <a:chExt cx="0" cy="0"/>
        </a:xfrm>
      </p:grpSpPr>
      <p:sp>
        <p:nvSpPr>
          <p:cNvPr id="1468" name="Google Shape;1468;p38"/>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a map</a:t>
            </a:r>
            <a:endParaRPr b="1"/>
          </a:p>
        </p:txBody>
      </p:sp>
      <p:grpSp>
        <p:nvGrpSpPr>
          <p:cNvPr id="1469" name="Google Shape;1469;p38"/>
          <p:cNvGrpSpPr/>
          <p:nvPr/>
        </p:nvGrpSpPr>
        <p:grpSpPr>
          <a:xfrm>
            <a:off x="719992" y="1764091"/>
            <a:ext cx="4515770" cy="2405715"/>
            <a:chOff x="233350" y="949250"/>
            <a:chExt cx="7137300" cy="3802300"/>
          </a:xfrm>
        </p:grpSpPr>
        <p:sp>
          <p:nvSpPr>
            <p:cNvPr id="1470" name="Google Shape;1470;p3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1" name="Google Shape;1521;p38"/>
          <p:cNvSpPr txBox="1"/>
          <p:nvPr/>
        </p:nvSpPr>
        <p:spPr>
          <a:xfrm>
            <a:off x="5798925" y="2051425"/>
            <a:ext cx="2625000" cy="2346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Arimo"/>
                <a:ea typeface="Arimo"/>
                <a:cs typeface="Arimo"/>
                <a:sym typeface="Arimo"/>
              </a:rPr>
              <a:t>Mercury is the closest planet to the Sun and the smallest one in the entire Solar System. This planet's name has nothing to do with the liquid metal, since Mercury was named after the Roman messenger god. Despite being closer to the Sun than Venus</a:t>
            </a:r>
            <a:endParaRPr>
              <a:solidFill>
                <a:schemeClr val="dk1"/>
              </a:solidFill>
              <a:latin typeface="Arimo"/>
              <a:ea typeface="Arimo"/>
              <a:cs typeface="Arimo"/>
              <a:sym typeface="Arimo"/>
            </a:endParaRPr>
          </a:p>
        </p:txBody>
      </p:sp>
      <p:sp>
        <p:nvSpPr>
          <p:cNvPr id="1522" name="Google Shape;1522;p38"/>
          <p:cNvSpPr txBox="1"/>
          <p:nvPr/>
        </p:nvSpPr>
        <p:spPr>
          <a:xfrm>
            <a:off x="5798925" y="1726775"/>
            <a:ext cx="2625000" cy="425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Nova Square"/>
                <a:ea typeface="Nova Square"/>
                <a:cs typeface="Nova Square"/>
                <a:sym typeface="Nova Square"/>
              </a:rPr>
              <a:t>Mercury</a:t>
            </a:r>
            <a:endParaRPr sz="2400" b="1">
              <a:solidFill>
                <a:schemeClr val="dk1"/>
              </a:solidFill>
              <a:latin typeface="Nova Square"/>
              <a:ea typeface="Nova Square"/>
              <a:cs typeface="Nova Square"/>
              <a:sym typeface="Nova Square"/>
            </a:endParaRPr>
          </a:p>
        </p:txBody>
      </p:sp>
      <p:sp>
        <p:nvSpPr>
          <p:cNvPr id="1523" name="Google Shape;1523;p38"/>
          <p:cNvSpPr/>
          <p:nvPr/>
        </p:nvSpPr>
        <p:spPr>
          <a:xfrm>
            <a:off x="5506725" y="1764100"/>
            <a:ext cx="236400" cy="23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8"/>
          <p:cNvSpPr/>
          <p:nvPr/>
        </p:nvSpPr>
        <p:spPr>
          <a:xfrm>
            <a:off x="1536300" y="2371825"/>
            <a:ext cx="236400" cy="23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8"/>
          <p:cNvSpPr/>
          <p:nvPr/>
        </p:nvSpPr>
        <p:spPr>
          <a:xfrm>
            <a:off x="4875050" y="3673825"/>
            <a:ext cx="236400" cy="23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8"/>
          <p:cNvSpPr/>
          <p:nvPr/>
        </p:nvSpPr>
        <p:spPr>
          <a:xfrm>
            <a:off x="2730850" y="2161350"/>
            <a:ext cx="236400" cy="23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7" name="Google Shape;1527;p38"/>
          <p:cNvGrpSpPr/>
          <p:nvPr/>
        </p:nvGrpSpPr>
        <p:grpSpPr>
          <a:xfrm>
            <a:off x="166169" y="3215588"/>
            <a:ext cx="685663" cy="1453244"/>
            <a:chOff x="152700" y="2332825"/>
            <a:chExt cx="1036527" cy="2197225"/>
          </a:xfrm>
        </p:grpSpPr>
        <p:sp>
          <p:nvSpPr>
            <p:cNvPr id="1528" name="Google Shape;1528;p38"/>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8"/>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8"/>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8"/>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8"/>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8"/>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8"/>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8"/>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8"/>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8"/>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8"/>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42"/>
        <p:cNvGrpSpPr/>
        <p:nvPr/>
      </p:nvGrpSpPr>
      <p:grpSpPr>
        <a:xfrm>
          <a:off x="0" y="0"/>
          <a:ext cx="0" cy="0"/>
          <a:chOff x="0" y="0"/>
          <a:chExt cx="0" cy="0"/>
        </a:xfrm>
      </p:grpSpPr>
      <p:sp>
        <p:nvSpPr>
          <p:cNvPr id="1543" name="Google Shape;1543;p39"/>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Our history</a:t>
            </a:r>
            <a:endParaRPr/>
          </a:p>
        </p:txBody>
      </p:sp>
      <p:sp>
        <p:nvSpPr>
          <p:cNvPr id="1544" name="Google Shape;1544;p39"/>
          <p:cNvSpPr txBox="1"/>
          <p:nvPr/>
        </p:nvSpPr>
        <p:spPr>
          <a:xfrm>
            <a:off x="2620738" y="3617100"/>
            <a:ext cx="2305500" cy="52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rimo"/>
                <a:ea typeface="Arimo"/>
                <a:cs typeface="Arimo"/>
                <a:sym typeface="Arimo"/>
              </a:rPr>
              <a:t>Jupiter is the biggest planet in the Solar System</a:t>
            </a:r>
            <a:endParaRPr>
              <a:solidFill>
                <a:schemeClr val="dk1"/>
              </a:solidFill>
              <a:latin typeface="Arimo"/>
              <a:ea typeface="Arimo"/>
              <a:cs typeface="Arimo"/>
              <a:sym typeface="Arimo"/>
            </a:endParaRPr>
          </a:p>
        </p:txBody>
      </p:sp>
      <p:sp>
        <p:nvSpPr>
          <p:cNvPr id="1545" name="Google Shape;1545;p39"/>
          <p:cNvSpPr txBox="1"/>
          <p:nvPr/>
        </p:nvSpPr>
        <p:spPr>
          <a:xfrm>
            <a:off x="1023688" y="1559425"/>
            <a:ext cx="2305500" cy="52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rimo"/>
                <a:ea typeface="Arimo"/>
                <a:cs typeface="Arimo"/>
                <a:sym typeface="Arimo"/>
              </a:rPr>
              <a:t>Mercury is the smallest planet in the Solar System</a:t>
            </a:r>
            <a:endParaRPr>
              <a:solidFill>
                <a:schemeClr val="dk1"/>
              </a:solidFill>
              <a:latin typeface="Arimo"/>
              <a:ea typeface="Arimo"/>
              <a:cs typeface="Arimo"/>
              <a:sym typeface="Arimo"/>
            </a:endParaRPr>
          </a:p>
        </p:txBody>
      </p:sp>
      <p:sp>
        <p:nvSpPr>
          <p:cNvPr id="1546" name="Google Shape;1546;p39"/>
          <p:cNvSpPr txBox="1"/>
          <p:nvPr/>
        </p:nvSpPr>
        <p:spPr>
          <a:xfrm>
            <a:off x="4217785" y="1559425"/>
            <a:ext cx="2305500" cy="52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rimo"/>
                <a:ea typeface="Arimo"/>
                <a:cs typeface="Arimo"/>
                <a:sym typeface="Arimo"/>
              </a:rPr>
              <a:t>Venus is the second planet from the Sun</a:t>
            </a:r>
            <a:endParaRPr>
              <a:solidFill>
                <a:schemeClr val="dk1"/>
              </a:solidFill>
              <a:latin typeface="Arimo"/>
              <a:ea typeface="Arimo"/>
              <a:cs typeface="Arimo"/>
              <a:sym typeface="Arimo"/>
            </a:endParaRPr>
          </a:p>
        </p:txBody>
      </p:sp>
      <p:sp>
        <p:nvSpPr>
          <p:cNvPr id="1547" name="Google Shape;1547;p39"/>
          <p:cNvSpPr txBox="1"/>
          <p:nvPr/>
        </p:nvSpPr>
        <p:spPr>
          <a:xfrm>
            <a:off x="5814812" y="3617150"/>
            <a:ext cx="2305500" cy="52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rimo"/>
                <a:ea typeface="Arimo"/>
                <a:cs typeface="Arimo"/>
                <a:sym typeface="Arimo"/>
              </a:rPr>
              <a:t>Despite being red, Mars is actually a cold place</a:t>
            </a:r>
            <a:endParaRPr>
              <a:solidFill>
                <a:schemeClr val="dk1"/>
              </a:solidFill>
              <a:latin typeface="Arimo"/>
              <a:ea typeface="Arimo"/>
              <a:cs typeface="Arimo"/>
              <a:sym typeface="Arimo"/>
            </a:endParaRPr>
          </a:p>
        </p:txBody>
      </p:sp>
      <p:sp>
        <p:nvSpPr>
          <p:cNvPr id="1548" name="Google Shape;1548;p39"/>
          <p:cNvSpPr txBox="1"/>
          <p:nvPr/>
        </p:nvSpPr>
        <p:spPr>
          <a:xfrm>
            <a:off x="1023688" y="1175425"/>
            <a:ext cx="23055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Nova Square"/>
                <a:ea typeface="Nova Square"/>
                <a:cs typeface="Nova Square"/>
                <a:sym typeface="Nova Square"/>
              </a:rPr>
              <a:t>2XXX</a:t>
            </a:r>
            <a:endParaRPr sz="2400" b="1">
              <a:solidFill>
                <a:schemeClr val="dk1"/>
              </a:solidFill>
              <a:latin typeface="Nova Square"/>
              <a:ea typeface="Nova Square"/>
              <a:cs typeface="Nova Square"/>
              <a:sym typeface="Nova Square"/>
            </a:endParaRPr>
          </a:p>
        </p:txBody>
      </p:sp>
      <p:sp>
        <p:nvSpPr>
          <p:cNvPr id="1549" name="Google Shape;1549;p39"/>
          <p:cNvSpPr txBox="1"/>
          <p:nvPr/>
        </p:nvSpPr>
        <p:spPr>
          <a:xfrm>
            <a:off x="4217785" y="1175425"/>
            <a:ext cx="23055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Nova Square"/>
                <a:ea typeface="Nova Square"/>
                <a:cs typeface="Nova Square"/>
                <a:sym typeface="Nova Square"/>
              </a:rPr>
              <a:t>2XXX</a:t>
            </a:r>
            <a:endParaRPr sz="2400" b="1">
              <a:solidFill>
                <a:schemeClr val="dk1"/>
              </a:solidFill>
              <a:latin typeface="Nova Square"/>
              <a:ea typeface="Nova Square"/>
              <a:cs typeface="Nova Square"/>
              <a:sym typeface="Nova Square"/>
            </a:endParaRPr>
          </a:p>
        </p:txBody>
      </p:sp>
      <p:sp>
        <p:nvSpPr>
          <p:cNvPr id="1550" name="Google Shape;1550;p39"/>
          <p:cNvSpPr txBox="1"/>
          <p:nvPr/>
        </p:nvSpPr>
        <p:spPr>
          <a:xfrm>
            <a:off x="5814812" y="3233150"/>
            <a:ext cx="23055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Nova Square"/>
                <a:ea typeface="Nova Square"/>
                <a:cs typeface="Nova Square"/>
                <a:sym typeface="Nova Square"/>
              </a:rPr>
              <a:t>2XXX</a:t>
            </a:r>
            <a:endParaRPr sz="2400" b="1">
              <a:solidFill>
                <a:schemeClr val="dk1"/>
              </a:solidFill>
              <a:latin typeface="Nova Square"/>
              <a:ea typeface="Nova Square"/>
              <a:cs typeface="Nova Square"/>
              <a:sym typeface="Nova Square"/>
            </a:endParaRPr>
          </a:p>
        </p:txBody>
      </p:sp>
      <p:sp>
        <p:nvSpPr>
          <p:cNvPr id="1551" name="Google Shape;1551;p39"/>
          <p:cNvSpPr txBox="1"/>
          <p:nvPr/>
        </p:nvSpPr>
        <p:spPr>
          <a:xfrm>
            <a:off x="2620738" y="3233150"/>
            <a:ext cx="23055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Nova Square"/>
                <a:ea typeface="Nova Square"/>
                <a:cs typeface="Nova Square"/>
                <a:sym typeface="Nova Square"/>
              </a:rPr>
              <a:t>2XXX</a:t>
            </a:r>
            <a:endParaRPr sz="2400" b="1">
              <a:solidFill>
                <a:schemeClr val="dk1"/>
              </a:solidFill>
              <a:latin typeface="Nova Square"/>
              <a:ea typeface="Nova Square"/>
              <a:cs typeface="Nova Square"/>
              <a:sym typeface="Nova Square"/>
            </a:endParaRPr>
          </a:p>
        </p:txBody>
      </p:sp>
      <p:sp>
        <p:nvSpPr>
          <p:cNvPr id="1552" name="Google Shape;1552;p39"/>
          <p:cNvSpPr txBox="1"/>
          <p:nvPr/>
        </p:nvSpPr>
        <p:spPr>
          <a:xfrm>
            <a:off x="1809700" y="2312637"/>
            <a:ext cx="733500" cy="73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lt1"/>
                </a:solidFill>
                <a:latin typeface="Nova Square"/>
                <a:ea typeface="Nova Square"/>
                <a:cs typeface="Nova Square"/>
                <a:sym typeface="Nova Square"/>
              </a:rPr>
              <a:t>01</a:t>
            </a:r>
            <a:endParaRPr sz="3000" b="1">
              <a:solidFill>
                <a:schemeClr val="lt1"/>
              </a:solidFill>
              <a:latin typeface="Nova Square"/>
              <a:ea typeface="Nova Square"/>
              <a:cs typeface="Nova Square"/>
              <a:sym typeface="Nova Square"/>
            </a:endParaRPr>
          </a:p>
        </p:txBody>
      </p:sp>
      <p:sp>
        <p:nvSpPr>
          <p:cNvPr id="1553" name="Google Shape;1553;p39"/>
          <p:cNvSpPr txBox="1"/>
          <p:nvPr/>
        </p:nvSpPr>
        <p:spPr>
          <a:xfrm>
            <a:off x="3406742" y="2312637"/>
            <a:ext cx="733500" cy="73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lt1"/>
                </a:solidFill>
                <a:latin typeface="Nova Square"/>
                <a:ea typeface="Nova Square"/>
                <a:cs typeface="Nova Square"/>
                <a:sym typeface="Nova Square"/>
              </a:rPr>
              <a:t>02</a:t>
            </a:r>
            <a:endParaRPr sz="3000" b="1">
              <a:solidFill>
                <a:schemeClr val="lt1"/>
              </a:solidFill>
              <a:latin typeface="Nova Square"/>
              <a:ea typeface="Nova Square"/>
              <a:cs typeface="Nova Square"/>
              <a:sym typeface="Nova Square"/>
            </a:endParaRPr>
          </a:p>
        </p:txBody>
      </p:sp>
      <p:sp>
        <p:nvSpPr>
          <p:cNvPr id="1554" name="Google Shape;1554;p39"/>
          <p:cNvSpPr txBox="1"/>
          <p:nvPr/>
        </p:nvSpPr>
        <p:spPr>
          <a:xfrm>
            <a:off x="5003783" y="2312637"/>
            <a:ext cx="733500" cy="73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lt1"/>
                </a:solidFill>
                <a:latin typeface="Nova Square"/>
                <a:ea typeface="Nova Square"/>
                <a:cs typeface="Nova Square"/>
                <a:sym typeface="Nova Square"/>
              </a:rPr>
              <a:t>03</a:t>
            </a:r>
            <a:endParaRPr sz="3000" b="1">
              <a:solidFill>
                <a:schemeClr val="lt1"/>
              </a:solidFill>
              <a:latin typeface="Nova Square"/>
              <a:ea typeface="Nova Square"/>
              <a:cs typeface="Nova Square"/>
              <a:sym typeface="Nova Square"/>
            </a:endParaRPr>
          </a:p>
        </p:txBody>
      </p:sp>
      <p:sp>
        <p:nvSpPr>
          <p:cNvPr id="1555" name="Google Shape;1555;p39"/>
          <p:cNvSpPr txBox="1"/>
          <p:nvPr/>
        </p:nvSpPr>
        <p:spPr>
          <a:xfrm>
            <a:off x="6600825" y="2312637"/>
            <a:ext cx="733500" cy="73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lt1"/>
                </a:solidFill>
                <a:latin typeface="Nova Square"/>
                <a:ea typeface="Nova Square"/>
                <a:cs typeface="Nova Square"/>
                <a:sym typeface="Nova Square"/>
              </a:rPr>
              <a:t>04</a:t>
            </a:r>
            <a:endParaRPr sz="3000" b="1">
              <a:solidFill>
                <a:schemeClr val="lt1"/>
              </a:solidFill>
              <a:latin typeface="Nova Square"/>
              <a:ea typeface="Nova Square"/>
              <a:cs typeface="Nova Square"/>
              <a:sym typeface="Nova Square"/>
            </a:endParaRPr>
          </a:p>
        </p:txBody>
      </p:sp>
      <p:cxnSp>
        <p:nvCxnSpPr>
          <p:cNvPr id="1556" name="Google Shape;1556;p39"/>
          <p:cNvCxnSpPr>
            <a:stCxn id="1552" idx="3"/>
            <a:endCxn id="1553" idx="1"/>
          </p:cNvCxnSpPr>
          <p:nvPr/>
        </p:nvCxnSpPr>
        <p:spPr>
          <a:xfrm>
            <a:off x="2543200" y="2679387"/>
            <a:ext cx="863400" cy="0"/>
          </a:xfrm>
          <a:prstGeom prst="straightConnector1">
            <a:avLst/>
          </a:prstGeom>
          <a:noFill/>
          <a:ln w="19050" cap="flat" cmpd="sng">
            <a:solidFill>
              <a:schemeClr val="accent4"/>
            </a:solidFill>
            <a:prstDash val="solid"/>
            <a:round/>
            <a:headEnd type="none" w="med" len="med"/>
            <a:tailEnd type="none" w="med" len="med"/>
          </a:ln>
        </p:spPr>
      </p:cxnSp>
      <p:cxnSp>
        <p:nvCxnSpPr>
          <p:cNvPr id="1557" name="Google Shape;1557;p39"/>
          <p:cNvCxnSpPr>
            <a:stCxn id="1553" idx="3"/>
            <a:endCxn id="1554" idx="1"/>
          </p:cNvCxnSpPr>
          <p:nvPr/>
        </p:nvCxnSpPr>
        <p:spPr>
          <a:xfrm>
            <a:off x="4140242" y="2679387"/>
            <a:ext cx="863400" cy="0"/>
          </a:xfrm>
          <a:prstGeom prst="straightConnector1">
            <a:avLst/>
          </a:prstGeom>
          <a:noFill/>
          <a:ln w="19050" cap="flat" cmpd="sng">
            <a:solidFill>
              <a:schemeClr val="accent4"/>
            </a:solidFill>
            <a:prstDash val="solid"/>
            <a:round/>
            <a:headEnd type="none" w="med" len="med"/>
            <a:tailEnd type="none" w="med" len="med"/>
          </a:ln>
        </p:spPr>
      </p:cxnSp>
      <p:cxnSp>
        <p:nvCxnSpPr>
          <p:cNvPr id="1558" name="Google Shape;1558;p39"/>
          <p:cNvCxnSpPr>
            <a:stCxn id="1554" idx="3"/>
            <a:endCxn id="1555" idx="1"/>
          </p:cNvCxnSpPr>
          <p:nvPr/>
        </p:nvCxnSpPr>
        <p:spPr>
          <a:xfrm>
            <a:off x="5737283" y="2679387"/>
            <a:ext cx="863400" cy="0"/>
          </a:xfrm>
          <a:prstGeom prst="straightConnector1">
            <a:avLst/>
          </a:prstGeom>
          <a:noFill/>
          <a:ln w="19050" cap="flat" cmpd="sng">
            <a:solidFill>
              <a:schemeClr val="accent4"/>
            </a:solidFill>
            <a:prstDash val="solid"/>
            <a:round/>
            <a:headEnd type="none" w="med" len="med"/>
            <a:tailEnd type="none" w="med" len="med"/>
          </a:ln>
        </p:spPr>
      </p:cxnSp>
      <p:grpSp>
        <p:nvGrpSpPr>
          <p:cNvPr id="1559" name="Google Shape;1559;p39"/>
          <p:cNvGrpSpPr/>
          <p:nvPr/>
        </p:nvGrpSpPr>
        <p:grpSpPr>
          <a:xfrm flipH="1">
            <a:off x="-2177632" y="3346410"/>
            <a:ext cx="4355263" cy="1068479"/>
            <a:chOff x="261325" y="2162222"/>
            <a:chExt cx="3789821" cy="929678"/>
          </a:xfrm>
        </p:grpSpPr>
        <p:sp>
          <p:nvSpPr>
            <p:cNvPr id="1560" name="Google Shape;1560;p39"/>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9"/>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9"/>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9"/>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9"/>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9"/>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9"/>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9"/>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9"/>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9"/>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9"/>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9"/>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9"/>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9"/>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9"/>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9"/>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9"/>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9"/>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9"/>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9"/>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9"/>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9"/>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9"/>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9"/>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9"/>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9"/>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9"/>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9"/>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9"/>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9"/>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9"/>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9"/>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9"/>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9"/>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9"/>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9"/>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9"/>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9"/>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9"/>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9"/>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9"/>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9"/>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9"/>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9"/>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9"/>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9"/>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9"/>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9"/>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9"/>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9"/>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9"/>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9"/>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9"/>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9"/>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9"/>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9"/>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9"/>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9"/>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9"/>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9"/>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9"/>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9"/>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9"/>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9"/>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9"/>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9"/>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9"/>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9"/>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9"/>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9"/>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9"/>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9"/>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9"/>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9"/>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9"/>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9"/>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9"/>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9"/>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9"/>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9"/>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9"/>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9"/>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9"/>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9"/>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9"/>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9"/>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9"/>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9"/>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9"/>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9"/>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9"/>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9"/>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9"/>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9"/>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9"/>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9"/>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9"/>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9"/>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9"/>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9"/>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9"/>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9"/>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9"/>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9"/>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9"/>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9"/>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9"/>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9"/>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9"/>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9"/>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9"/>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9"/>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9"/>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9"/>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9"/>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9"/>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9"/>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9"/>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9"/>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9"/>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9"/>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9"/>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9"/>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9"/>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9"/>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9"/>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9"/>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9"/>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9"/>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9"/>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9"/>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9"/>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9"/>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9"/>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9"/>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9"/>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9"/>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9"/>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9"/>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9"/>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9"/>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9"/>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9"/>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9"/>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9"/>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9"/>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39"/>
          <p:cNvGrpSpPr/>
          <p:nvPr/>
        </p:nvGrpSpPr>
        <p:grpSpPr>
          <a:xfrm>
            <a:off x="-657980" y="4422312"/>
            <a:ext cx="9966245" cy="1555435"/>
            <a:chOff x="-657980" y="4445837"/>
            <a:chExt cx="9966245" cy="1555435"/>
          </a:xfrm>
        </p:grpSpPr>
        <p:grpSp>
          <p:nvGrpSpPr>
            <p:cNvPr id="1710" name="Google Shape;1710;p39"/>
            <p:cNvGrpSpPr/>
            <p:nvPr/>
          </p:nvGrpSpPr>
          <p:grpSpPr>
            <a:xfrm flipH="1">
              <a:off x="6319595" y="4445837"/>
              <a:ext cx="2988670" cy="1555435"/>
              <a:chOff x="247500" y="3377600"/>
              <a:chExt cx="2497635" cy="1299879"/>
            </a:xfrm>
          </p:grpSpPr>
          <p:sp>
            <p:nvSpPr>
              <p:cNvPr id="1711" name="Google Shape;1711;p39"/>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9"/>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9"/>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9"/>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9"/>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9"/>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9"/>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9"/>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9"/>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9"/>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9"/>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9"/>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9"/>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9"/>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9"/>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9"/>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9"/>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5" name="Google Shape;1745;p39"/>
            <p:cNvGrpSpPr/>
            <p:nvPr/>
          </p:nvGrpSpPr>
          <p:grpSpPr>
            <a:xfrm flipH="1">
              <a:off x="3990354" y="4445837"/>
              <a:ext cx="2988670" cy="1555435"/>
              <a:chOff x="2194050" y="3377600"/>
              <a:chExt cx="2497635" cy="1299879"/>
            </a:xfrm>
          </p:grpSpPr>
          <p:sp>
            <p:nvSpPr>
              <p:cNvPr id="1746" name="Google Shape;1746;p39"/>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9"/>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9"/>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9"/>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9"/>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9"/>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9"/>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9"/>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9"/>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9"/>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9"/>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39"/>
            <p:cNvGrpSpPr/>
            <p:nvPr/>
          </p:nvGrpSpPr>
          <p:grpSpPr>
            <a:xfrm flipH="1">
              <a:off x="1671299" y="4445837"/>
              <a:ext cx="2988670" cy="1555435"/>
              <a:chOff x="247500" y="3377600"/>
              <a:chExt cx="2497635" cy="1299879"/>
            </a:xfrm>
          </p:grpSpPr>
          <p:sp>
            <p:nvSpPr>
              <p:cNvPr id="1777" name="Google Shape;1777;p39"/>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9"/>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9"/>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9"/>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9"/>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9"/>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9"/>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9"/>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9"/>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9"/>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9"/>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9"/>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9"/>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9"/>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9"/>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9"/>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9"/>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9"/>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9"/>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9"/>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9"/>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9"/>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9"/>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9"/>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9"/>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0" name="Google Shape;1810;p39"/>
            <p:cNvGrpSpPr/>
            <p:nvPr/>
          </p:nvGrpSpPr>
          <p:grpSpPr>
            <a:xfrm flipH="1">
              <a:off x="-657980" y="4445837"/>
              <a:ext cx="2988670" cy="1555435"/>
              <a:chOff x="247500" y="3377600"/>
              <a:chExt cx="2497635" cy="1299879"/>
            </a:xfrm>
          </p:grpSpPr>
          <p:sp>
            <p:nvSpPr>
              <p:cNvPr id="1811" name="Google Shape;1811;p39"/>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9"/>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9"/>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9"/>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9"/>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9"/>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9"/>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9"/>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9"/>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9"/>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9"/>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9"/>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9"/>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9"/>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9"/>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9"/>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9"/>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9"/>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9"/>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9"/>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9"/>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9"/>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9"/>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9"/>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9"/>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9"/>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9"/>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9"/>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9"/>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9"/>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9"/>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9"/>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9"/>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7"/>
        <p:cNvGrpSpPr/>
        <p:nvPr/>
      </p:nvGrpSpPr>
      <p:grpSpPr>
        <a:xfrm>
          <a:off x="0" y="0"/>
          <a:ext cx="0" cy="0"/>
          <a:chOff x="0" y="0"/>
          <a:chExt cx="0" cy="0"/>
        </a:xfrm>
      </p:grpSpPr>
      <p:sp>
        <p:nvSpPr>
          <p:cNvPr id="1848" name="Google Shape;1848;p40"/>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You can use an infographic</a:t>
            </a:r>
            <a:endParaRPr/>
          </a:p>
        </p:txBody>
      </p:sp>
      <p:sp>
        <p:nvSpPr>
          <p:cNvPr id="1849" name="Google Shape;1849;p40"/>
          <p:cNvSpPr txBox="1"/>
          <p:nvPr/>
        </p:nvSpPr>
        <p:spPr>
          <a:xfrm>
            <a:off x="3994750" y="1419712"/>
            <a:ext cx="733500" cy="73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lt1"/>
                </a:solidFill>
                <a:latin typeface="Nova Square"/>
                <a:ea typeface="Nova Square"/>
                <a:cs typeface="Nova Square"/>
                <a:sym typeface="Nova Square"/>
              </a:rPr>
              <a:t>01</a:t>
            </a:r>
            <a:endParaRPr sz="3000" b="1">
              <a:solidFill>
                <a:schemeClr val="lt1"/>
              </a:solidFill>
              <a:latin typeface="Nova Square"/>
              <a:ea typeface="Nova Square"/>
              <a:cs typeface="Nova Square"/>
              <a:sym typeface="Nova Square"/>
            </a:endParaRPr>
          </a:p>
        </p:txBody>
      </p:sp>
      <p:sp>
        <p:nvSpPr>
          <p:cNvPr id="1850" name="Google Shape;1850;p40"/>
          <p:cNvSpPr txBox="1"/>
          <p:nvPr/>
        </p:nvSpPr>
        <p:spPr>
          <a:xfrm>
            <a:off x="3994750" y="2526187"/>
            <a:ext cx="733500" cy="73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lt1"/>
                </a:solidFill>
                <a:latin typeface="Nova Square"/>
                <a:ea typeface="Nova Square"/>
                <a:cs typeface="Nova Square"/>
                <a:sym typeface="Nova Square"/>
              </a:rPr>
              <a:t>02</a:t>
            </a:r>
            <a:endParaRPr sz="3000" b="1">
              <a:solidFill>
                <a:schemeClr val="lt1"/>
              </a:solidFill>
              <a:latin typeface="Nova Square"/>
              <a:ea typeface="Nova Square"/>
              <a:cs typeface="Nova Square"/>
              <a:sym typeface="Nova Square"/>
            </a:endParaRPr>
          </a:p>
        </p:txBody>
      </p:sp>
      <p:sp>
        <p:nvSpPr>
          <p:cNvPr id="1851" name="Google Shape;1851;p40"/>
          <p:cNvSpPr txBox="1"/>
          <p:nvPr/>
        </p:nvSpPr>
        <p:spPr>
          <a:xfrm>
            <a:off x="3994750" y="3632662"/>
            <a:ext cx="733500" cy="73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lt1"/>
                </a:solidFill>
                <a:latin typeface="Nova Square"/>
                <a:ea typeface="Nova Square"/>
                <a:cs typeface="Nova Square"/>
                <a:sym typeface="Nova Square"/>
              </a:rPr>
              <a:t>03</a:t>
            </a:r>
            <a:endParaRPr sz="3000" b="1">
              <a:solidFill>
                <a:schemeClr val="lt1"/>
              </a:solidFill>
              <a:latin typeface="Nova Square"/>
              <a:ea typeface="Nova Square"/>
              <a:cs typeface="Nova Square"/>
              <a:sym typeface="Nova Square"/>
            </a:endParaRPr>
          </a:p>
        </p:txBody>
      </p:sp>
      <p:sp>
        <p:nvSpPr>
          <p:cNvPr id="1852" name="Google Shape;1852;p40"/>
          <p:cNvSpPr txBox="1"/>
          <p:nvPr/>
        </p:nvSpPr>
        <p:spPr>
          <a:xfrm>
            <a:off x="5229075" y="1714900"/>
            <a:ext cx="2305500" cy="5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rimo"/>
                <a:ea typeface="Arimo"/>
                <a:cs typeface="Arimo"/>
                <a:sym typeface="Arimo"/>
              </a:rPr>
              <a:t>Mercury is the smallest planet in the Solar System</a:t>
            </a:r>
            <a:endParaRPr>
              <a:solidFill>
                <a:schemeClr val="dk1"/>
              </a:solidFill>
              <a:latin typeface="Arimo"/>
              <a:ea typeface="Arimo"/>
              <a:cs typeface="Arimo"/>
              <a:sym typeface="Arimo"/>
            </a:endParaRPr>
          </a:p>
        </p:txBody>
      </p:sp>
      <p:sp>
        <p:nvSpPr>
          <p:cNvPr id="1853" name="Google Shape;1853;p40"/>
          <p:cNvSpPr txBox="1"/>
          <p:nvPr/>
        </p:nvSpPr>
        <p:spPr>
          <a:xfrm>
            <a:off x="5229098" y="2821375"/>
            <a:ext cx="2305500" cy="5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rimo"/>
                <a:ea typeface="Arimo"/>
                <a:cs typeface="Arimo"/>
                <a:sym typeface="Arimo"/>
              </a:rPr>
              <a:t>Venus is the second planet from the Sun</a:t>
            </a:r>
            <a:endParaRPr>
              <a:solidFill>
                <a:schemeClr val="dk1"/>
              </a:solidFill>
              <a:latin typeface="Arimo"/>
              <a:ea typeface="Arimo"/>
              <a:cs typeface="Arimo"/>
              <a:sym typeface="Arimo"/>
            </a:endParaRPr>
          </a:p>
        </p:txBody>
      </p:sp>
      <p:sp>
        <p:nvSpPr>
          <p:cNvPr id="1854" name="Google Shape;1854;p40"/>
          <p:cNvSpPr txBox="1"/>
          <p:nvPr/>
        </p:nvSpPr>
        <p:spPr>
          <a:xfrm>
            <a:off x="5229099" y="3927850"/>
            <a:ext cx="2305500" cy="5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rimo"/>
                <a:ea typeface="Arimo"/>
                <a:cs typeface="Arimo"/>
                <a:sym typeface="Arimo"/>
              </a:rPr>
              <a:t>Despite being red, Mars is actually a cold place</a:t>
            </a:r>
            <a:endParaRPr>
              <a:solidFill>
                <a:schemeClr val="dk1"/>
              </a:solidFill>
              <a:latin typeface="Arimo"/>
              <a:ea typeface="Arimo"/>
              <a:cs typeface="Arimo"/>
              <a:sym typeface="Arimo"/>
            </a:endParaRPr>
          </a:p>
        </p:txBody>
      </p:sp>
      <p:sp>
        <p:nvSpPr>
          <p:cNvPr id="1855" name="Google Shape;1855;p40"/>
          <p:cNvSpPr txBox="1"/>
          <p:nvPr/>
        </p:nvSpPr>
        <p:spPr>
          <a:xfrm>
            <a:off x="5229075" y="1330900"/>
            <a:ext cx="2305500" cy="484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Nova Square"/>
                <a:ea typeface="Nova Square"/>
                <a:cs typeface="Nova Square"/>
                <a:sym typeface="Nova Square"/>
              </a:rPr>
              <a:t>Mercury</a:t>
            </a:r>
            <a:endParaRPr sz="2400" b="1">
              <a:solidFill>
                <a:schemeClr val="dk1"/>
              </a:solidFill>
              <a:latin typeface="Nova Square"/>
              <a:ea typeface="Nova Square"/>
              <a:cs typeface="Nova Square"/>
              <a:sym typeface="Nova Square"/>
            </a:endParaRPr>
          </a:p>
        </p:txBody>
      </p:sp>
      <p:sp>
        <p:nvSpPr>
          <p:cNvPr id="1856" name="Google Shape;1856;p40"/>
          <p:cNvSpPr txBox="1"/>
          <p:nvPr/>
        </p:nvSpPr>
        <p:spPr>
          <a:xfrm>
            <a:off x="5229098" y="2437375"/>
            <a:ext cx="2305500" cy="484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Nova Square"/>
                <a:ea typeface="Nova Square"/>
                <a:cs typeface="Nova Square"/>
                <a:sym typeface="Nova Square"/>
              </a:rPr>
              <a:t>Venus</a:t>
            </a:r>
            <a:endParaRPr sz="2400" b="1">
              <a:solidFill>
                <a:schemeClr val="dk1"/>
              </a:solidFill>
              <a:latin typeface="Nova Square"/>
              <a:ea typeface="Nova Square"/>
              <a:cs typeface="Nova Square"/>
              <a:sym typeface="Nova Square"/>
            </a:endParaRPr>
          </a:p>
        </p:txBody>
      </p:sp>
      <p:sp>
        <p:nvSpPr>
          <p:cNvPr id="1857" name="Google Shape;1857;p40"/>
          <p:cNvSpPr txBox="1"/>
          <p:nvPr/>
        </p:nvSpPr>
        <p:spPr>
          <a:xfrm>
            <a:off x="5229099" y="3543850"/>
            <a:ext cx="2305500" cy="484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Nova Square"/>
                <a:ea typeface="Nova Square"/>
                <a:cs typeface="Nova Square"/>
                <a:sym typeface="Nova Square"/>
              </a:rPr>
              <a:t>Mars</a:t>
            </a:r>
            <a:endParaRPr sz="2400" b="1">
              <a:solidFill>
                <a:schemeClr val="dk1"/>
              </a:solidFill>
              <a:latin typeface="Nova Square"/>
              <a:ea typeface="Nova Square"/>
              <a:cs typeface="Nova Square"/>
              <a:sym typeface="Nova Square"/>
            </a:endParaRPr>
          </a:p>
        </p:txBody>
      </p:sp>
      <p:sp>
        <p:nvSpPr>
          <p:cNvPr id="1858" name="Google Shape;1858;p40"/>
          <p:cNvSpPr txBox="1"/>
          <p:nvPr/>
        </p:nvSpPr>
        <p:spPr>
          <a:xfrm>
            <a:off x="1609399" y="2650525"/>
            <a:ext cx="1308600" cy="484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lt1"/>
                </a:solidFill>
                <a:latin typeface="Nova Square"/>
                <a:ea typeface="Nova Square"/>
                <a:cs typeface="Nova Square"/>
                <a:sym typeface="Nova Square"/>
              </a:rPr>
              <a:t>Train</a:t>
            </a:r>
            <a:endParaRPr sz="2400" b="1">
              <a:solidFill>
                <a:schemeClr val="lt1"/>
              </a:solidFill>
              <a:latin typeface="Nova Square"/>
              <a:ea typeface="Nova Square"/>
              <a:cs typeface="Nova Square"/>
              <a:sym typeface="Nova Square"/>
            </a:endParaRPr>
          </a:p>
        </p:txBody>
      </p:sp>
      <p:cxnSp>
        <p:nvCxnSpPr>
          <p:cNvPr id="1859" name="Google Shape;1859;p40"/>
          <p:cNvCxnSpPr>
            <a:stCxn id="1858" idx="0"/>
            <a:endCxn id="1849" idx="1"/>
          </p:cNvCxnSpPr>
          <p:nvPr/>
        </p:nvCxnSpPr>
        <p:spPr>
          <a:xfrm rot="-5400000">
            <a:off x="2697199" y="1353025"/>
            <a:ext cx="864000" cy="1731000"/>
          </a:xfrm>
          <a:prstGeom prst="bentConnector2">
            <a:avLst/>
          </a:prstGeom>
          <a:noFill/>
          <a:ln w="19050" cap="flat" cmpd="sng">
            <a:solidFill>
              <a:schemeClr val="accent4"/>
            </a:solidFill>
            <a:prstDash val="solid"/>
            <a:round/>
            <a:headEnd type="none" w="med" len="med"/>
            <a:tailEnd type="none" w="med" len="med"/>
          </a:ln>
        </p:spPr>
      </p:cxnSp>
      <p:cxnSp>
        <p:nvCxnSpPr>
          <p:cNvPr id="1860" name="Google Shape;1860;p40"/>
          <p:cNvCxnSpPr>
            <a:stCxn id="1858" idx="2"/>
            <a:endCxn id="1851" idx="1"/>
          </p:cNvCxnSpPr>
          <p:nvPr/>
        </p:nvCxnSpPr>
        <p:spPr>
          <a:xfrm rot="-5400000" flipH="1">
            <a:off x="2697199" y="2701825"/>
            <a:ext cx="864000" cy="1731000"/>
          </a:xfrm>
          <a:prstGeom prst="bentConnector2">
            <a:avLst/>
          </a:prstGeom>
          <a:noFill/>
          <a:ln w="19050" cap="flat" cmpd="sng">
            <a:solidFill>
              <a:schemeClr val="accent4"/>
            </a:solidFill>
            <a:prstDash val="solid"/>
            <a:round/>
            <a:headEnd type="none" w="med" len="med"/>
            <a:tailEnd type="none" w="med" len="med"/>
          </a:ln>
        </p:spPr>
      </p:cxnSp>
      <p:cxnSp>
        <p:nvCxnSpPr>
          <p:cNvPr id="1861" name="Google Shape;1861;p40"/>
          <p:cNvCxnSpPr>
            <a:stCxn id="1858" idx="3"/>
            <a:endCxn id="1850" idx="1"/>
          </p:cNvCxnSpPr>
          <p:nvPr/>
        </p:nvCxnSpPr>
        <p:spPr>
          <a:xfrm>
            <a:off x="2917999" y="2892925"/>
            <a:ext cx="1076700" cy="0"/>
          </a:xfrm>
          <a:prstGeom prst="straightConnector1">
            <a:avLst/>
          </a:prstGeom>
          <a:noFill/>
          <a:ln w="19050" cap="flat" cmpd="sng">
            <a:solidFill>
              <a:schemeClr val="accent4"/>
            </a:solidFill>
            <a:prstDash val="solid"/>
            <a:round/>
            <a:headEnd type="none" w="med" len="med"/>
            <a:tailEnd type="none" w="med" len="med"/>
          </a:ln>
        </p:spPr>
      </p:cxnSp>
      <p:grpSp>
        <p:nvGrpSpPr>
          <p:cNvPr id="1862" name="Google Shape;1862;p40"/>
          <p:cNvGrpSpPr/>
          <p:nvPr/>
        </p:nvGrpSpPr>
        <p:grpSpPr>
          <a:xfrm>
            <a:off x="7" y="2997417"/>
            <a:ext cx="931483" cy="1666529"/>
            <a:chOff x="-3882175" y="2494675"/>
            <a:chExt cx="1407074" cy="2517416"/>
          </a:xfrm>
        </p:grpSpPr>
        <p:sp>
          <p:nvSpPr>
            <p:cNvPr id="1863" name="Google Shape;1863;p40"/>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0"/>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0"/>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0"/>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0"/>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0"/>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0"/>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0"/>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0"/>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0"/>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0"/>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4" name="Google Shape;1874;p40"/>
          <p:cNvGrpSpPr/>
          <p:nvPr/>
        </p:nvGrpSpPr>
        <p:grpSpPr>
          <a:xfrm>
            <a:off x="8186727" y="3160181"/>
            <a:ext cx="709503" cy="1503780"/>
            <a:chOff x="152700" y="2332825"/>
            <a:chExt cx="1036527" cy="2197225"/>
          </a:xfrm>
        </p:grpSpPr>
        <p:sp>
          <p:nvSpPr>
            <p:cNvPr id="1875" name="Google Shape;1875;p40"/>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0"/>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0"/>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0"/>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0"/>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0"/>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0"/>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0"/>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0"/>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0"/>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0"/>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41"/>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This is a graph</a:t>
            </a:r>
            <a:endParaRPr/>
          </a:p>
        </p:txBody>
      </p:sp>
      <p:sp>
        <p:nvSpPr>
          <p:cNvPr id="1891" name="Google Shape;1891;p41"/>
          <p:cNvSpPr txBox="1">
            <a:spLocks noGrp="1"/>
          </p:cNvSpPr>
          <p:nvPr>
            <p:ph type="subTitle" idx="4294967295"/>
          </p:nvPr>
        </p:nvSpPr>
        <p:spPr>
          <a:xfrm>
            <a:off x="902600" y="4185039"/>
            <a:ext cx="4409100" cy="3621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200"/>
              <a:t>Follow the link in the graph to modify its data and then paste the new one here. </a:t>
            </a:r>
            <a:r>
              <a:rPr lang="en" sz="1200" b="1">
                <a:uFill>
                  <a:noFill/>
                </a:uFill>
                <a:hlinkClick r:id="rId3"/>
              </a:rPr>
              <a:t>For more info, click here</a:t>
            </a:r>
            <a:endParaRPr sz="1200" b="1"/>
          </a:p>
        </p:txBody>
      </p:sp>
      <p:sp>
        <p:nvSpPr>
          <p:cNvPr id="1892" name="Google Shape;1892;p41"/>
          <p:cNvSpPr txBox="1"/>
          <p:nvPr/>
        </p:nvSpPr>
        <p:spPr>
          <a:xfrm>
            <a:off x="5935863" y="1714900"/>
            <a:ext cx="2305500" cy="5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rimo"/>
                <a:ea typeface="Arimo"/>
                <a:cs typeface="Arimo"/>
                <a:sym typeface="Arimo"/>
              </a:rPr>
              <a:t>Mercury is the smallest planet in the Solar System</a:t>
            </a:r>
            <a:endParaRPr>
              <a:solidFill>
                <a:schemeClr val="dk1"/>
              </a:solidFill>
              <a:latin typeface="Arimo"/>
              <a:ea typeface="Arimo"/>
              <a:cs typeface="Arimo"/>
              <a:sym typeface="Arimo"/>
            </a:endParaRPr>
          </a:p>
        </p:txBody>
      </p:sp>
      <p:sp>
        <p:nvSpPr>
          <p:cNvPr id="1893" name="Google Shape;1893;p41"/>
          <p:cNvSpPr txBox="1"/>
          <p:nvPr/>
        </p:nvSpPr>
        <p:spPr>
          <a:xfrm>
            <a:off x="5935885" y="2821375"/>
            <a:ext cx="2305500" cy="5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rimo"/>
                <a:ea typeface="Arimo"/>
                <a:cs typeface="Arimo"/>
                <a:sym typeface="Arimo"/>
              </a:rPr>
              <a:t>Venus is the second planet from the Sun</a:t>
            </a:r>
            <a:endParaRPr>
              <a:solidFill>
                <a:schemeClr val="dk1"/>
              </a:solidFill>
              <a:latin typeface="Arimo"/>
              <a:ea typeface="Arimo"/>
              <a:cs typeface="Arimo"/>
              <a:sym typeface="Arimo"/>
            </a:endParaRPr>
          </a:p>
        </p:txBody>
      </p:sp>
      <p:sp>
        <p:nvSpPr>
          <p:cNvPr id="1894" name="Google Shape;1894;p41"/>
          <p:cNvSpPr txBox="1"/>
          <p:nvPr/>
        </p:nvSpPr>
        <p:spPr>
          <a:xfrm>
            <a:off x="5935887" y="3927850"/>
            <a:ext cx="2305500" cy="5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rimo"/>
                <a:ea typeface="Arimo"/>
                <a:cs typeface="Arimo"/>
                <a:sym typeface="Arimo"/>
              </a:rPr>
              <a:t>Despite being red, Mars is actually a cold place</a:t>
            </a:r>
            <a:endParaRPr>
              <a:solidFill>
                <a:schemeClr val="dk1"/>
              </a:solidFill>
              <a:latin typeface="Arimo"/>
              <a:ea typeface="Arimo"/>
              <a:cs typeface="Arimo"/>
              <a:sym typeface="Arimo"/>
            </a:endParaRPr>
          </a:p>
        </p:txBody>
      </p:sp>
      <p:sp>
        <p:nvSpPr>
          <p:cNvPr id="1895" name="Google Shape;1895;p41"/>
          <p:cNvSpPr txBox="1"/>
          <p:nvPr/>
        </p:nvSpPr>
        <p:spPr>
          <a:xfrm>
            <a:off x="5935863" y="1330900"/>
            <a:ext cx="2305500" cy="484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Nova Square"/>
                <a:ea typeface="Nova Square"/>
                <a:cs typeface="Nova Square"/>
                <a:sym typeface="Nova Square"/>
              </a:rPr>
              <a:t>Mercury</a:t>
            </a:r>
            <a:endParaRPr sz="2400" b="1">
              <a:solidFill>
                <a:schemeClr val="dk1"/>
              </a:solidFill>
              <a:latin typeface="Nova Square"/>
              <a:ea typeface="Nova Square"/>
              <a:cs typeface="Nova Square"/>
              <a:sym typeface="Nova Square"/>
            </a:endParaRPr>
          </a:p>
        </p:txBody>
      </p:sp>
      <p:sp>
        <p:nvSpPr>
          <p:cNvPr id="1896" name="Google Shape;1896;p41"/>
          <p:cNvSpPr txBox="1"/>
          <p:nvPr/>
        </p:nvSpPr>
        <p:spPr>
          <a:xfrm>
            <a:off x="5935885" y="2437375"/>
            <a:ext cx="2305500" cy="484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Nova Square"/>
                <a:ea typeface="Nova Square"/>
                <a:cs typeface="Nova Square"/>
                <a:sym typeface="Nova Square"/>
              </a:rPr>
              <a:t>Venus</a:t>
            </a:r>
            <a:endParaRPr sz="2400" b="1">
              <a:solidFill>
                <a:schemeClr val="dk1"/>
              </a:solidFill>
              <a:latin typeface="Nova Square"/>
              <a:ea typeface="Nova Square"/>
              <a:cs typeface="Nova Square"/>
              <a:sym typeface="Nova Square"/>
            </a:endParaRPr>
          </a:p>
        </p:txBody>
      </p:sp>
      <p:sp>
        <p:nvSpPr>
          <p:cNvPr id="1897" name="Google Shape;1897;p41"/>
          <p:cNvSpPr txBox="1"/>
          <p:nvPr/>
        </p:nvSpPr>
        <p:spPr>
          <a:xfrm>
            <a:off x="5935887" y="3543850"/>
            <a:ext cx="2305500" cy="484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Nova Square"/>
                <a:ea typeface="Nova Square"/>
                <a:cs typeface="Nova Square"/>
                <a:sym typeface="Nova Square"/>
              </a:rPr>
              <a:t>Mars</a:t>
            </a:r>
            <a:endParaRPr sz="2400" b="1">
              <a:solidFill>
                <a:schemeClr val="dk1"/>
              </a:solidFill>
              <a:latin typeface="Nova Square"/>
              <a:ea typeface="Nova Square"/>
              <a:cs typeface="Nova Square"/>
              <a:sym typeface="Nova Square"/>
            </a:endParaRPr>
          </a:p>
        </p:txBody>
      </p:sp>
      <p:sp>
        <p:nvSpPr>
          <p:cNvPr id="1898" name="Google Shape;1898;p41"/>
          <p:cNvSpPr/>
          <p:nvPr/>
        </p:nvSpPr>
        <p:spPr>
          <a:xfrm>
            <a:off x="5650638" y="1455100"/>
            <a:ext cx="236400" cy="23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41"/>
          <p:cNvSpPr/>
          <p:nvPr/>
        </p:nvSpPr>
        <p:spPr>
          <a:xfrm>
            <a:off x="5650638" y="2561575"/>
            <a:ext cx="236400" cy="236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1"/>
          <p:cNvSpPr/>
          <p:nvPr/>
        </p:nvSpPr>
        <p:spPr>
          <a:xfrm>
            <a:off x="5650638" y="3668050"/>
            <a:ext cx="236400" cy="236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01" name="Google Shape;1901;p41" title="Points scored">
            <a:hlinkClick r:id="rId4"/>
          </p:cNvPr>
          <p:cNvPicPr preferRelativeResize="0"/>
          <p:nvPr/>
        </p:nvPicPr>
        <p:blipFill>
          <a:blip r:embed="rId5">
            <a:alphaModFix/>
          </a:blip>
          <a:stretch>
            <a:fillRect/>
          </a:stretch>
        </p:blipFill>
        <p:spPr>
          <a:xfrm>
            <a:off x="991312" y="1371474"/>
            <a:ext cx="4231701" cy="2616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05"/>
        <p:cNvGrpSpPr/>
        <p:nvPr/>
      </p:nvGrpSpPr>
      <p:grpSpPr>
        <a:xfrm>
          <a:off x="0" y="0"/>
          <a:ext cx="0" cy="0"/>
          <a:chOff x="0" y="0"/>
          <a:chExt cx="0" cy="0"/>
        </a:xfrm>
      </p:grpSpPr>
      <p:sp>
        <p:nvSpPr>
          <p:cNvPr id="1906" name="Google Shape;1906;p42"/>
          <p:cNvSpPr txBox="1">
            <a:spLocks noGrp="1"/>
          </p:cNvSpPr>
          <p:nvPr>
            <p:ph type="title"/>
          </p:nvPr>
        </p:nvSpPr>
        <p:spPr>
          <a:xfrm>
            <a:off x="1987500" y="780525"/>
            <a:ext cx="5169000" cy="115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21 Million</a:t>
            </a:r>
            <a:endParaRPr/>
          </a:p>
        </p:txBody>
      </p:sp>
      <p:sp>
        <p:nvSpPr>
          <p:cNvPr id="1907" name="Google Shape;1907;p42"/>
          <p:cNvSpPr txBox="1">
            <a:spLocks noGrp="1"/>
          </p:cNvSpPr>
          <p:nvPr>
            <p:ph type="subTitle" idx="1"/>
          </p:nvPr>
        </p:nvSpPr>
        <p:spPr>
          <a:xfrm>
            <a:off x="1987500" y="2051800"/>
            <a:ext cx="5169000" cy="37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Big numbers catch your audience’s attention</a:t>
            </a:r>
            <a:endParaRPr/>
          </a:p>
        </p:txBody>
      </p:sp>
      <p:grpSp>
        <p:nvGrpSpPr>
          <p:cNvPr id="1908" name="Google Shape;1908;p42"/>
          <p:cNvGrpSpPr/>
          <p:nvPr/>
        </p:nvGrpSpPr>
        <p:grpSpPr>
          <a:xfrm>
            <a:off x="-261650" y="2954393"/>
            <a:ext cx="9582300" cy="1649595"/>
            <a:chOff x="-261650" y="2954393"/>
            <a:chExt cx="9582300" cy="1649595"/>
          </a:xfrm>
        </p:grpSpPr>
        <p:grpSp>
          <p:nvGrpSpPr>
            <p:cNvPr id="1909" name="Google Shape;1909;p42"/>
            <p:cNvGrpSpPr/>
            <p:nvPr/>
          </p:nvGrpSpPr>
          <p:grpSpPr>
            <a:xfrm>
              <a:off x="2324298" y="2954393"/>
              <a:ext cx="3853025" cy="1649595"/>
              <a:chOff x="-1795175" y="2679375"/>
              <a:chExt cx="4495421" cy="1924624"/>
            </a:xfrm>
          </p:grpSpPr>
          <p:sp>
            <p:nvSpPr>
              <p:cNvPr id="1910" name="Google Shape;1910;p42"/>
              <p:cNvSpPr/>
              <p:nvPr/>
            </p:nvSpPr>
            <p:spPr>
              <a:xfrm>
                <a:off x="850262" y="2964225"/>
                <a:ext cx="330448" cy="219617"/>
              </a:xfrm>
              <a:custGeom>
                <a:avLst/>
                <a:gdLst/>
                <a:ahLst/>
                <a:cxnLst/>
                <a:rect l="l" t="t" r="r" b="b"/>
                <a:pathLst>
                  <a:path w="1616" h="1074" extrusionOk="0">
                    <a:moveTo>
                      <a:pt x="1538" y="1"/>
                    </a:moveTo>
                    <a:lnTo>
                      <a:pt x="1" y="996"/>
                    </a:lnTo>
                    <a:lnTo>
                      <a:pt x="67" y="1074"/>
                    </a:lnTo>
                    <a:lnTo>
                      <a:pt x="1615" y="78"/>
                    </a:ln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2"/>
              <p:cNvSpPr/>
              <p:nvPr/>
            </p:nvSpPr>
            <p:spPr>
              <a:xfrm>
                <a:off x="325755" y="2964225"/>
                <a:ext cx="332697" cy="219617"/>
              </a:xfrm>
              <a:custGeom>
                <a:avLst/>
                <a:gdLst/>
                <a:ahLst/>
                <a:cxnLst/>
                <a:rect l="l" t="t" r="r" b="b"/>
                <a:pathLst>
                  <a:path w="1627" h="1074" extrusionOk="0">
                    <a:moveTo>
                      <a:pt x="78" y="1"/>
                    </a:moveTo>
                    <a:lnTo>
                      <a:pt x="1" y="78"/>
                    </a:lnTo>
                    <a:lnTo>
                      <a:pt x="1549" y="1074"/>
                    </a:lnTo>
                    <a:lnTo>
                      <a:pt x="1626"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2"/>
              <p:cNvSpPr/>
              <p:nvPr/>
            </p:nvSpPr>
            <p:spPr>
              <a:xfrm>
                <a:off x="739635" y="2679375"/>
                <a:ext cx="441074" cy="301002"/>
              </a:xfrm>
              <a:custGeom>
                <a:avLst/>
                <a:gdLst/>
                <a:ahLst/>
                <a:cxnLst/>
                <a:rect l="l" t="t" r="r" b="b"/>
                <a:pathLst>
                  <a:path w="2157" h="1472" extrusionOk="0">
                    <a:moveTo>
                      <a:pt x="67" y="1"/>
                    </a:moveTo>
                    <a:lnTo>
                      <a:pt x="0" y="78"/>
                    </a:lnTo>
                    <a:lnTo>
                      <a:pt x="2156" y="1471"/>
                    </a:lnTo>
                    <a:lnTo>
                      <a:pt x="2156" y="1350"/>
                    </a:lnTo>
                    <a:lnTo>
                      <a:pt x="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2"/>
              <p:cNvSpPr/>
              <p:nvPr/>
            </p:nvSpPr>
            <p:spPr>
              <a:xfrm>
                <a:off x="325755" y="2679375"/>
                <a:ext cx="443323" cy="301002"/>
              </a:xfrm>
              <a:custGeom>
                <a:avLst/>
                <a:gdLst/>
                <a:ahLst/>
                <a:cxnLst/>
                <a:rect l="l" t="t" r="r" b="b"/>
                <a:pathLst>
                  <a:path w="2168" h="1472" extrusionOk="0">
                    <a:moveTo>
                      <a:pt x="2091" y="1"/>
                    </a:moveTo>
                    <a:lnTo>
                      <a:pt x="1" y="1350"/>
                    </a:lnTo>
                    <a:lnTo>
                      <a:pt x="1" y="1471"/>
                    </a:lnTo>
                    <a:lnTo>
                      <a:pt x="2168" y="78"/>
                    </a:lnTo>
                    <a:lnTo>
                      <a:pt x="20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2"/>
              <p:cNvSpPr/>
              <p:nvPr/>
            </p:nvSpPr>
            <p:spPr>
              <a:xfrm>
                <a:off x="753131" y="2964225"/>
                <a:ext cx="332493" cy="219617"/>
              </a:xfrm>
              <a:custGeom>
                <a:avLst/>
                <a:gdLst/>
                <a:ahLst/>
                <a:cxnLst/>
                <a:rect l="l" t="t" r="r" b="b"/>
                <a:pathLst>
                  <a:path w="1626" h="1074" extrusionOk="0">
                    <a:moveTo>
                      <a:pt x="1549" y="1"/>
                    </a:moveTo>
                    <a:lnTo>
                      <a:pt x="1" y="996"/>
                    </a:lnTo>
                    <a:lnTo>
                      <a:pt x="78" y="1074"/>
                    </a:lnTo>
                    <a:lnTo>
                      <a:pt x="1626" y="78"/>
                    </a:lnTo>
                    <a:lnTo>
                      <a:pt x="15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2"/>
              <p:cNvSpPr/>
              <p:nvPr/>
            </p:nvSpPr>
            <p:spPr>
              <a:xfrm>
                <a:off x="230874" y="2964225"/>
                <a:ext cx="330243" cy="219617"/>
              </a:xfrm>
              <a:custGeom>
                <a:avLst/>
                <a:gdLst/>
                <a:ahLst/>
                <a:cxnLst/>
                <a:rect l="l" t="t" r="r" b="b"/>
                <a:pathLst>
                  <a:path w="1615" h="1074" extrusionOk="0">
                    <a:moveTo>
                      <a:pt x="78" y="1"/>
                    </a:moveTo>
                    <a:lnTo>
                      <a:pt x="0" y="78"/>
                    </a:lnTo>
                    <a:lnTo>
                      <a:pt x="1537" y="1074"/>
                    </a:lnTo>
                    <a:lnTo>
                      <a:pt x="1615"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2"/>
              <p:cNvSpPr/>
              <p:nvPr/>
            </p:nvSpPr>
            <p:spPr>
              <a:xfrm>
                <a:off x="642300" y="2679375"/>
                <a:ext cx="443323" cy="301002"/>
              </a:xfrm>
              <a:custGeom>
                <a:avLst/>
                <a:gdLst/>
                <a:ahLst/>
                <a:cxnLst/>
                <a:rect l="l" t="t" r="r" b="b"/>
                <a:pathLst>
                  <a:path w="2168" h="1472" extrusionOk="0">
                    <a:moveTo>
                      <a:pt x="78" y="1"/>
                    </a:moveTo>
                    <a:lnTo>
                      <a:pt x="1" y="78"/>
                    </a:lnTo>
                    <a:lnTo>
                      <a:pt x="2168" y="1471"/>
                    </a:lnTo>
                    <a:lnTo>
                      <a:pt x="2168" y="1350"/>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2"/>
              <p:cNvSpPr/>
              <p:nvPr/>
            </p:nvSpPr>
            <p:spPr>
              <a:xfrm>
                <a:off x="230874" y="2679375"/>
                <a:ext cx="441074" cy="301002"/>
              </a:xfrm>
              <a:custGeom>
                <a:avLst/>
                <a:gdLst/>
                <a:ahLst/>
                <a:cxnLst/>
                <a:rect l="l" t="t" r="r" b="b"/>
                <a:pathLst>
                  <a:path w="2157" h="1472" extrusionOk="0">
                    <a:moveTo>
                      <a:pt x="2090" y="1"/>
                    </a:moveTo>
                    <a:lnTo>
                      <a:pt x="0" y="1350"/>
                    </a:lnTo>
                    <a:lnTo>
                      <a:pt x="0" y="1471"/>
                    </a:lnTo>
                    <a:lnTo>
                      <a:pt x="2156" y="78"/>
                    </a:lnTo>
                    <a:lnTo>
                      <a:pt x="20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2"/>
              <p:cNvSpPr/>
              <p:nvPr/>
            </p:nvSpPr>
            <p:spPr>
              <a:xfrm>
                <a:off x="-1297047" y="4325490"/>
                <a:ext cx="274623" cy="234953"/>
              </a:xfrm>
              <a:custGeom>
                <a:avLst/>
                <a:gdLst/>
                <a:ahLst/>
                <a:cxnLst/>
                <a:rect l="l" t="t" r="r" b="b"/>
                <a:pathLst>
                  <a:path w="1343" h="1149" extrusionOk="0">
                    <a:moveTo>
                      <a:pt x="768" y="337"/>
                    </a:moveTo>
                    <a:cubicBezTo>
                      <a:pt x="888" y="337"/>
                      <a:pt x="1004" y="434"/>
                      <a:pt x="1004" y="576"/>
                    </a:cubicBezTo>
                    <a:cubicBezTo>
                      <a:pt x="1004" y="697"/>
                      <a:pt x="893" y="808"/>
                      <a:pt x="771" y="808"/>
                    </a:cubicBezTo>
                    <a:cubicBezTo>
                      <a:pt x="561" y="808"/>
                      <a:pt x="451" y="553"/>
                      <a:pt x="605" y="410"/>
                    </a:cubicBezTo>
                    <a:cubicBezTo>
                      <a:pt x="652" y="359"/>
                      <a:pt x="710" y="337"/>
                      <a:pt x="768" y="337"/>
                    </a:cubicBezTo>
                    <a:close/>
                    <a:moveTo>
                      <a:pt x="758" y="0"/>
                    </a:moveTo>
                    <a:cubicBezTo>
                      <a:pt x="247" y="0"/>
                      <a:pt x="0" y="623"/>
                      <a:pt x="351" y="985"/>
                    </a:cubicBezTo>
                    <a:cubicBezTo>
                      <a:pt x="468" y="1098"/>
                      <a:pt x="612" y="1149"/>
                      <a:pt x="753" y="1149"/>
                    </a:cubicBezTo>
                    <a:cubicBezTo>
                      <a:pt x="1053" y="1149"/>
                      <a:pt x="1343" y="918"/>
                      <a:pt x="1335" y="565"/>
                    </a:cubicBezTo>
                    <a:cubicBezTo>
                      <a:pt x="1335" y="255"/>
                      <a:pt x="1081" y="1"/>
                      <a:pt x="771" y="1"/>
                    </a:cubicBezTo>
                    <a:cubicBezTo>
                      <a:pt x="767" y="1"/>
                      <a:pt x="762" y="0"/>
                      <a:pt x="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2"/>
              <p:cNvSpPr/>
              <p:nvPr/>
            </p:nvSpPr>
            <p:spPr>
              <a:xfrm>
                <a:off x="-1356552" y="4280299"/>
                <a:ext cx="377888" cy="323495"/>
              </a:xfrm>
              <a:custGeom>
                <a:avLst/>
                <a:gdLst/>
                <a:ahLst/>
                <a:cxnLst/>
                <a:rect l="l" t="t" r="r" b="b"/>
                <a:pathLst>
                  <a:path w="1848" h="1582" extrusionOk="0">
                    <a:moveTo>
                      <a:pt x="1050" y="215"/>
                    </a:moveTo>
                    <a:cubicBezTo>
                      <a:pt x="1345" y="215"/>
                      <a:pt x="1626" y="443"/>
                      <a:pt x="1626" y="786"/>
                    </a:cubicBezTo>
                    <a:cubicBezTo>
                      <a:pt x="1626" y="1106"/>
                      <a:pt x="1372" y="1361"/>
                      <a:pt x="1062" y="1361"/>
                    </a:cubicBezTo>
                    <a:cubicBezTo>
                      <a:pt x="1058" y="1361"/>
                      <a:pt x="1053" y="1361"/>
                      <a:pt x="1049" y="1361"/>
                    </a:cubicBezTo>
                    <a:cubicBezTo>
                      <a:pt x="538" y="1361"/>
                      <a:pt x="291" y="749"/>
                      <a:pt x="642" y="387"/>
                    </a:cubicBezTo>
                    <a:cubicBezTo>
                      <a:pt x="761" y="269"/>
                      <a:pt x="907" y="215"/>
                      <a:pt x="1050"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2"/>
              <p:cNvSpPr/>
              <p:nvPr/>
            </p:nvSpPr>
            <p:spPr>
              <a:xfrm>
                <a:off x="-1205028"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8" y="471"/>
                      <a:pt x="554" y="374"/>
                      <a:pt x="554" y="233"/>
                    </a:cubicBezTo>
                    <a:cubicBezTo>
                      <a:pt x="554" y="100"/>
                      <a:pt x="454"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2"/>
              <p:cNvSpPr/>
              <p:nvPr/>
            </p:nvSpPr>
            <p:spPr>
              <a:xfrm>
                <a:off x="-1094197" y="4280299"/>
                <a:ext cx="165224" cy="323495"/>
              </a:xfrm>
              <a:custGeom>
                <a:avLst/>
                <a:gdLst/>
                <a:ahLst/>
                <a:cxnLst/>
                <a:rect l="l" t="t" r="r" b="b"/>
                <a:pathLst>
                  <a:path w="808" h="1582" extrusionOk="0">
                    <a:moveTo>
                      <a:pt x="0" y="0"/>
                    </a:moveTo>
                    <a:cubicBezTo>
                      <a:pt x="421" y="12"/>
                      <a:pt x="763" y="365"/>
                      <a:pt x="763" y="786"/>
                    </a:cubicBezTo>
                    <a:cubicBezTo>
                      <a:pt x="763" y="1217"/>
                      <a:pt x="421" y="1560"/>
                      <a:pt x="0"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2"/>
              <p:cNvSpPr/>
              <p:nvPr/>
            </p:nvSpPr>
            <p:spPr>
              <a:xfrm>
                <a:off x="-1137139" y="4280094"/>
                <a:ext cx="203667" cy="323904"/>
              </a:xfrm>
              <a:custGeom>
                <a:avLst/>
                <a:gdLst/>
                <a:ahLst/>
                <a:cxnLst/>
                <a:rect l="l" t="t" r="r" b="b"/>
                <a:pathLst>
                  <a:path w="996" h="1584" extrusionOk="0">
                    <a:moveTo>
                      <a:pt x="39" y="0"/>
                    </a:moveTo>
                    <a:cubicBezTo>
                      <a:pt x="27" y="0"/>
                      <a:pt x="13" y="1"/>
                      <a:pt x="0" y="1"/>
                    </a:cubicBezTo>
                    <a:lnTo>
                      <a:pt x="78" y="1"/>
                    </a:lnTo>
                    <a:cubicBezTo>
                      <a:pt x="66" y="1"/>
                      <a:pt x="53" y="0"/>
                      <a:pt x="39" y="0"/>
                    </a:cubicBezTo>
                    <a:close/>
                    <a:moveTo>
                      <a:pt x="78" y="1"/>
                    </a:moveTo>
                    <a:cubicBezTo>
                      <a:pt x="496" y="22"/>
                      <a:pt x="830" y="370"/>
                      <a:pt x="830" y="787"/>
                    </a:cubicBezTo>
                    <a:cubicBezTo>
                      <a:pt x="830" y="1214"/>
                      <a:pt x="496" y="1562"/>
                      <a:pt x="78" y="1583"/>
                    </a:cubicBezTo>
                    <a:lnTo>
                      <a:pt x="199" y="1583"/>
                    </a:lnTo>
                    <a:cubicBezTo>
                      <a:pt x="642" y="1583"/>
                      <a:pt x="996" y="1229"/>
                      <a:pt x="996" y="787"/>
                    </a:cubicBezTo>
                    <a:cubicBezTo>
                      <a:pt x="996" y="355"/>
                      <a:pt x="642" y="1"/>
                      <a:pt x="210" y="1"/>
                    </a:cubicBezTo>
                    <a:close/>
                    <a:moveTo>
                      <a:pt x="0" y="1583"/>
                    </a:moveTo>
                    <a:cubicBezTo>
                      <a:pt x="13" y="1583"/>
                      <a:pt x="27" y="1584"/>
                      <a:pt x="39" y="1584"/>
                    </a:cubicBezTo>
                    <a:cubicBezTo>
                      <a:pt x="53" y="1584"/>
                      <a:pt x="66"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2"/>
              <p:cNvSpPr/>
              <p:nvPr/>
            </p:nvSpPr>
            <p:spPr>
              <a:xfrm>
                <a:off x="-1150635"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66" y="1582"/>
                    </a:lnTo>
                    <a:cubicBezTo>
                      <a:pt x="509" y="1582"/>
                      <a:pt x="863" y="1228"/>
                      <a:pt x="863" y="786"/>
                    </a:cubicBezTo>
                    <a:cubicBezTo>
                      <a:pt x="863" y="354"/>
                      <a:pt x="509"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2"/>
              <p:cNvSpPr/>
              <p:nvPr/>
            </p:nvSpPr>
            <p:spPr>
              <a:xfrm>
                <a:off x="-1301545" y="4325286"/>
                <a:ext cx="166860" cy="233522"/>
              </a:xfrm>
              <a:custGeom>
                <a:avLst/>
                <a:gdLst/>
                <a:ahLst/>
                <a:cxnLst/>
                <a:rect l="l" t="t" r="r" b="b"/>
                <a:pathLst>
                  <a:path w="816" h="1142" extrusionOk="0">
                    <a:moveTo>
                      <a:pt x="751" y="0"/>
                    </a:moveTo>
                    <a:cubicBezTo>
                      <a:pt x="0" y="0"/>
                      <a:pt x="0" y="1142"/>
                      <a:pt x="751" y="1142"/>
                    </a:cubicBezTo>
                    <a:cubicBezTo>
                      <a:pt x="765" y="1142"/>
                      <a:pt x="779" y="1141"/>
                      <a:pt x="793" y="1141"/>
                    </a:cubicBezTo>
                    <a:lnTo>
                      <a:pt x="815" y="1141"/>
                    </a:lnTo>
                    <a:cubicBezTo>
                      <a:pt x="517" y="1129"/>
                      <a:pt x="274" y="875"/>
                      <a:pt x="274" y="566"/>
                    </a:cubicBezTo>
                    <a:cubicBezTo>
                      <a:pt x="274" y="267"/>
                      <a:pt x="517" y="13"/>
                      <a:pt x="815"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2"/>
              <p:cNvSpPr/>
              <p:nvPr/>
            </p:nvSpPr>
            <p:spPr>
              <a:xfrm>
                <a:off x="-1134889" y="4391130"/>
                <a:ext cx="70343" cy="97335"/>
              </a:xfrm>
              <a:custGeom>
                <a:avLst/>
                <a:gdLst/>
                <a:ahLst/>
                <a:cxnLst/>
                <a:rect l="l" t="t" r="r" b="b"/>
                <a:pathLst>
                  <a:path w="344" h="476" extrusionOk="0">
                    <a:moveTo>
                      <a:pt x="34" y="0"/>
                    </a:moveTo>
                    <a:lnTo>
                      <a:pt x="34" y="11"/>
                    </a:lnTo>
                    <a:lnTo>
                      <a:pt x="0" y="11"/>
                    </a:lnTo>
                    <a:cubicBezTo>
                      <a:pt x="288" y="45"/>
                      <a:pt x="288" y="443"/>
                      <a:pt x="0"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2"/>
              <p:cNvSpPr/>
              <p:nvPr/>
            </p:nvSpPr>
            <p:spPr>
              <a:xfrm>
                <a:off x="-1299910" y="4379679"/>
                <a:ext cx="377684" cy="45600"/>
              </a:xfrm>
              <a:custGeom>
                <a:avLst/>
                <a:gdLst/>
                <a:ahLst/>
                <a:cxnLst/>
                <a:rect l="l" t="t" r="r" b="b"/>
                <a:pathLst>
                  <a:path w="1847" h="223" extrusionOk="0">
                    <a:moveTo>
                      <a:pt x="56" y="1"/>
                    </a:moveTo>
                    <a:cubicBezTo>
                      <a:pt x="22" y="67"/>
                      <a:pt x="0" y="145"/>
                      <a:pt x="0" y="222"/>
                    </a:cubicBezTo>
                    <a:lnTo>
                      <a:pt x="1847" y="222"/>
                    </a:lnTo>
                    <a:cubicBezTo>
                      <a:pt x="1836" y="145"/>
                      <a:pt x="1814"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2"/>
              <p:cNvSpPr/>
              <p:nvPr/>
            </p:nvSpPr>
            <p:spPr>
              <a:xfrm>
                <a:off x="-872534" y="4325490"/>
                <a:ext cx="273805" cy="235158"/>
              </a:xfrm>
              <a:custGeom>
                <a:avLst/>
                <a:gdLst/>
                <a:ahLst/>
                <a:cxnLst/>
                <a:rect l="l" t="t" r="r" b="b"/>
                <a:pathLst>
                  <a:path w="1339" h="1150" extrusionOk="0">
                    <a:moveTo>
                      <a:pt x="767" y="337"/>
                    </a:moveTo>
                    <a:cubicBezTo>
                      <a:pt x="890" y="337"/>
                      <a:pt x="1006" y="434"/>
                      <a:pt x="1006" y="576"/>
                    </a:cubicBezTo>
                    <a:cubicBezTo>
                      <a:pt x="995" y="697"/>
                      <a:pt x="896" y="808"/>
                      <a:pt x="763" y="808"/>
                    </a:cubicBezTo>
                    <a:cubicBezTo>
                      <a:pt x="553" y="808"/>
                      <a:pt x="453" y="553"/>
                      <a:pt x="597" y="410"/>
                    </a:cubicBezTo>
                    <a:cubicBezTo>
                      <a:pt x="647" y="359"/>
                      <a:pt x="708" y="337"/>
                      <a:pt x="767" y="337"/>
                    </a:cubicBezTo>
                    <a:close/>
                    <a:moveTo>
                      <a:pt x="763" y="1"/>
                    </a:moveTo>
                    <a:cubicBezTo>
                      <a:pt x="254" y="1"/>
                      <a:pt x="0" y="620"/>
                      <a:pt x="365" y="985"/>
                    </a:cubicBezTo>
                    <a:cubicBezTo>
                      <a:pt x="479" y="1098"/>
                      <a:pt x="619" y="1149"/>
                      <a:pt x="758"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2"/>
              <p:cNvSpPr/>
              <p:nvPr/>
            </p:nvSpPr>
            <p:spPr>
              <a:xfrm>
                <a:off x="-933675" y="4280299"/>
                <a:ext cx="380138" cy="323495"/>
              </a:xfrm>
              <a:custGeom>
                <a:avLst/>
                <a:gdLst/>
                <a:ahLst/>
                <a:cxnLst/>
                <a:rect l="l" t="t" r="r" b="b"/>
                <a:pathLst>
                  <a:path w="1859" h="1582" extrusionOk="0">
                    <a:moveTo>
                      <a:pt x="1064" y="215"/>
                    </a:moveTo>
                    <a:cubicBezTo>
                      <a:pt x="1356" y="215"/>
                      <a:pt x="1637" y="443"/>
                      <a:pt x="1637" y="786"/>
                    </a:cubicBezTo>
                    <a:cubicBezTo>
                      <a:pt x="1637" y="1106"/>
                      <a:pt x="1383" y="1361"/>
                      <a:pt x="1062" y="1361"/>
                    </a:cubicBezTo>
                    <a:cubicBezTo>
                      <a:pt x="553" y="1361"/>
                      <a:pt x="299" y="741"/>
                      <a:pt x="664" y="387"/>
                    </a:cubicBezTo>
                    <a:cubicBezTo>
                      <a:pt x="779" y="269"/>
                      <a:pt x="923" y="215"/>
                      <a:pt x="1064" y="215"/>
                    </a:cubicBezTo>
                    <a:close/>
                    <a:moveTo>
                      <a:pt x="1062" y="0"/>
                    </a:moveTo>
                    <a:cubicBezTo>
                      <a:pt x="354" y="0"/>
                      <a:pt x="1" y="852"/>
                      <a:pt x="509" y="1349"/>
                    </a:cubicBezTo>
                    <a:cubicBezTo>
                      <a:pt x="670" y="1510"/>
                      <a:pt x="867" y="1582"/>
                      <a:pt x="1061" y="1582"/>
                    </a:cubicBezTo>
                    <a:cubicBezTo>
                      <a:pt x="1468"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2"/>
              <p:cNvSpPr/>
              <p:nvPr/>
            </p:nvSpPr>
            <p:spPr>
              <a:xfrm>
                <a:off x="-779901" y="4393380"/>
                <a:ext cx="113285" cy="96312"/>
              </a:xfrm>
              <a:custGeom>
                <a:avLst/>
                <a:gdLst/>
                <a:ahLst/>
                <a:cxnLst/>
                <a:rect l="l" t="t" r="r" b="b"/>
                <a:pathLst>
                  <a:path w="554" h="471" extrusionOk="0">
                    <a:moveTo>
                      <a:pt x="310" y="0"/>
                    </a:moveTo>
                    <a:cubicBezTo>
                      <a:pt x="100" y="0"/>
                      <a:pt x="0" y="255"/>
                      <a:pt x="144" y="398"/>
                    </a:cubicBezTo>
                    <a:cubicBezTo>
                      <a:pt x="194" y="449"/>
                      <a:pt x="255" y="471"/>
                      <a:pt x="314" y="471"/>
                    </a:cubicBezTo>
                    <a:cubicBezTo>
                      <a:pt x="437" y="471"/>
                      <a:pt x="553" y="374"/>
                      <a:pt x="553" y="233"/>
                    </a:cubicBezTo>
                    <a:cubicBezTo>
                      <a:pt x="553" y="100"/>
                      <a:pt x="443"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2"/>
              <p:cNvSpPr/>
              <p:nvPr/>
            </p:nvSpPr>
            <p:spPr>
              <a:xfrm>
                <a:off x="-669070" y="4280094"/>
                <a:ext cx="178720" cy="323904"/>
              </a:xfrm>
              <a:custGeom>
                <a:avLst/>
                <a:gdLst/>
                <a:ahLst/>
                <a:cxnLst/>
                <a:rect l="l" t="t" r="r" b="b"/>
                <a:pathLst>
                  <a:path w="874" h="1584" extrusionOk="0">
                    <a:moveTo>
                      <a:pt x="84" y="0"/>
                    </a:moveTo>
                    <a:cubicBezTo>
                      <a:pt x="71" y="0"/>
                      <a:pt x="58" y="1"/>
                      <a:pt x="45" y="1"/>
                    </a:cubicBezTo>
                    <a:lnTo>
                      <a:pt x="0" y="1"/>
                    </a:lnTo>
                    <a:cubicBezTo>
                      <a:pt x="420" y="13"/>
                      <a:pt x="752" y="366"/>
                      <a:pt x="752" y="787"/>
                    </a:cubicBezTo>
                    <a:cubicBezTo>
                      <a:pt x="752" y="1218"/>
                      <a:pt x="420" y="1561"/>
                      <a:pt x="0" y="1583"/>
                    </a:cubicBezTo>
                    <a:lnTo>
                      <a:pt x="45" y="1583"/>
                    </a:lnTo>
                    <a:cubicBezTo>
                      <a:pt x="58" y="1583"/>
                      <a:pt x="71" y="1584"/>
                      <a:pt x="84" y="1584"/>
                    </a:cubicBezTo>
                    <a:cubicBezTo>
                      <a:pt x="519" y="1584"/>
                      <a:pt x="874" y="1227"/>
                      <a:pt x="874" y="787"/>
                    </a:cubicBezTo>
                    <a:cubicBezTo>
                      <a:pt x="874" y="357"/>
                      <a:pt x="519" y="0"/>
                      <a:pt x="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2"/>
              <p:cNvSpPr/>
              <p:nvPr/>
            </p:nvSpPr>
            <p:spPr>
              <a:xfrm>
                <a:off x="-712012" y="4280094"/>
                <a:ext cx="203667" cy="323904"/>
              </a:xfrm>
              <a:custGeom>
                <a:avLst/>
                <a:gdLst/>
                <a:ahLst/>
                <a:cxnLst/>
                <a:rect l="l" t="t" r="r" b="b"/>
                <a:pathLst>
                  <a:path w="996" h="1584" extrusionOk="0">
                    <a:moveTo>
                      <a:pt x="39" y="0"/>
                    </a:moveTo>
                    <a:cubicBezTo>
                      <a:pt x="26" y="0"/>
                      <a:pt x="13" y="1"/>
                      <a:pt x="0" y="1"/>
                    </a:cubicBezTo>
                    <a:lnTo>
                      <a:pt x="78" y="1"/>
                    </a:lnTo>
                    <a:cubicBezTo>
                      <a:pt x="65" y="1"/>
                      <a:pt x="52" y="0"/>
                      <a:pt x="39" y="0"/>
                    </a:cubicBezTo>
                    <a:close/>
                    <a:moveTo>
                      <a:pt x="78" y="1"/>
                    </a:moveTo>
                    <a:cubicBezTo>
                      <a:pt x="496" y="22"/>
                      <a:pt x="830" y="370"/>
                      <a:pt x="830" y="787"/>
                    </a:cubicBezTo>
                    <a:cubicBezTo>
                      <a:pt x="830" y="1214"/>
                      <a:pt x="496" y="1562"/>
                      <a:pt x="78" y="1583"/>
                    </a:cubicBezTo>
                    <a:lnTo>
                      <a:pt x="210" y="1583"/>
                    </a:lnTo>
                    <a:cubicBezTo>
                      <a:pt x="642" y="1583"/>
                      <a:pt x="995" y="1229"/>
                      <a:pt x="995" y="787"/>
                    </a:cubicBezTo>
                    <a:cubicBezTo>
                      <a:pt x="995" y="355"/>
                      <a:pt x="642" y="1"/>
                      <a:pt x="210" y="1"/>
                    </a:cubicBezTo>
                    <a:close/>
                    <a:moveTo>
                      <a:pt x="0" y="1583"/>
                    </a:moveTo>
                    <a:cubicBezTo>
                      <a:pt x="13" y="1583"/>
                      <a:pt x="26" y="1584"/>
                      <a:pt x="39" y="1584"/>
                    </a:cubicBezTo>
                    <a:cubicBezTo>
                      <a:pt x="52" y="1584"/>
                      <a:pt x="65"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2"/>
              <p:cNvSpPr/>
              <p:nvPr/>
            </p:nvSpPr>
            <p:spPr>
              <a:xfrm>
                <a:off x="-725712" y="4280299"/>
                <a:ext cx="176675" cy="323495"/>
              </a:xfrm>
              <a:custGeom>
                <a:avLst/>
                <a:gdLst/>
                <a:ahLst/>
                <a:cxnLst/>
                <a:rect l="l" t="t" r="r" b="b"/>
                <a:pathLst>
                  <a:path w="864" h="1582" extrusionOk="0">
                    <a:moveTo>
                      <a:pt x="1" y="0"/>
                    </a:moveTo>
                    <a:cubicBezTo>
                      <a:pt x="421" y="12"/>
                      <a:pt x="753" y="365"/>
                      <a:pt x="753" y="786"/>
                    </a:cubicBezTo>
                    <a:cubicBezTo>
                      <a:pt x="753" y="1217"/>
                      <a:pt x="421" y="1560"/>
                      <a:pt x="1"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2"/>
              <p:cNvSpPr/>
              <p:nvPr/>
            </p:nvSpPr>
            <p:spPr>
              <a:xfrm>
                <a:off x="-876623"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74"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2"/>
              <p:cNvSpPr/>
              <p:nvPr/>
            </p:nvSpPr>
            <p:spPr>
              <a:xfrm>
                <a:off x="-709763" y="4391130"/>
                <a:ext cx="70343" cy="97335"/>
              </a:xfrm>
              <a:custGeom>
                <a:avLst/>
                <a:gdLst/>
                <a:ahLst/>
                <a:cxnLst/>
                <a:rect l="l" t="t" r="r" b="b"/>
                <a:pathLst>
                  <a:path w="344" h="476" extrusionOk="0">
                    <a:moveTo>
                      <a:pt x="33" y="0"/>
                    </a:moveTo>
                    <a:lnTo>
                      <a:pt x="33" y="11"/>
                    </a:lnTo>
                    <a:lnTo>
                      <a:pt x="0" y="11"/>
                    </a:lnTo>
                    <a:cubicBezTo>
                      <a:pt x="277" y="45"/>
                      <a:pt x="277"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2"/>
              <p:cNvSpPr/>
              <p:nvPr/>
            </p:nvSpPr>
            <p:spPr>
              <a:xfrm>
                <a:off x="-877237" y="4379679"/>
                <a:ext cx="377888" cy="45600"/>
              </a:xfrm>
              <a:custGeom>
                <a:avLst/>
                <a:gdLst/>
                <a:ahLst/>
                <a:cxnLst/>
                <a:rect l="l" t="t" r="r" b="b"/>
                <a:pathLst>
                  <a:path w="1848" h="223" extrusionOk="0">
                    <a:moveTo>
                      <a:pt x="56" y="1"/>
                    </a:moveTo>
                    <a:cubicBezTo>
                      <a:pt x="34" y="67"/>
                      <a:pt x="12" y="145"/>
                      <a:pt x="1" y="222"/>
                    </a:cubicBezTo>
                    <a:lnTo>
                      <a:pt x="1848" y="222"/>
                    </a:lnTo>
                    <a:cubicBezTo>
                      <a:pt x="1848"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2"/>
              <p:cNvSpPr/>
              <p:nvPr/>
            </p:nvSpPr>
            <p:spPr>
              <a:xfrm>
                <a:off x="-1410741" y="4379679"/>
                <a:ext cx="667235" cy="178924"/>
              </a:xfrm>
              <a:custGeom>
                <a:avLst/>
                <a:gdLst/>
                <a:ahLst/>
                <a:cxnLst/>
                <a:rect l="l" t="t" r="r" b="b"/>
                <a:pathLst>
                  <a:path w="3263" h="875" extrusionOk="0">
                    <a:moveTo>
                      <a:pt x="0" y="1"/>
                    </a:moveTo>
                    <a:lnTo>
                      <a:pt x="0" y="875"/>
                    </a:lnTo>
                    <a:lnTo>
                      <a:pt x="3262" y="875"/>
                    </a:lnTo>
                    <a:lnTo>
                      <a:pt x="3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2"/>
              <p:cNvSpPr/>
              <p:nvPr/>
            </p:nvSpPr>
            <p:spPr>
              <a:xfrm>
                <a:off x="-156676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3" y="808"/>
                    </a:cubicBezTo>
                    <a:cubicBezTo>
                      <a:pt x="553" y="808"/>
                      <a:pt x="454" y="553"/>
                      <a:pt x="598" y="410"/>
                    </a:cubicBezTo>
                    <a:cubicBezTo>
                      <a:pt x="648" y="359"/>
                      <a:pt x="709" y="337"/>
                      <a:pt x="768" y="337"/>
                    </a:cubicBezTo>
                    <a:close/>
                    <a:moveTo>
                      <a:pt x="763" y="1"/>
                    </a:moveTo>
                    <a:cubicBezTo>
                      <a:pt x="255" y="1"/>
                      <a:pt x="0" y="620"/>
                      <a:pt x="354" y="985"/>
                    </a:cubicBezTo>
                    <a:cubicBezTo>
                      <a:pt x="471" y="1098"/>
                      <a:pt x="615" y="1149"/>
                      <a:pt x="755" y="1149"/>
                    </a:cubicBezTo>
                    <a:cubicBezTo>
                      <a:pt x="1053"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2"/>
              <p:cNvSpPr/>
              <p:nvPr/>
            </p:nvSpPr>
            <p:spPr>
              <a:xfrm>
                <a:off x="-1627905"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4" y="1361"/>
                      <a:pt x="299" y="741"/>
                      <a:pt x="653" y="387"/>
                    </a:cubicBezTo>
                    <a:cubicBezTo>
                      <a:pt x="772" y="269"/>
                      <a:pt x="918" y="215"/>
                      <a:pt x="1061" y="215"/>
                    </a:cubicBezTo>
                    <a:close/>
                    <a:moveTo>
                      <a:pt x="1062" y="0"/>
                    </a:moveTo>
                    <a:cubicBezTo>
                      <a:pt x="355" y="0"/>
                      <a:pt x="1" y="852"/>
                      <a:pt x="498" y="1349"/>
                    </a:cubicBezTo>
                    <a:cubicBezTo>
                      <a:pt x="663" y="1510"/>
                      <a:pt x="862" y="1582"/>
                      <a:pt x="1058" y="1582"/>
                    </a:cubicBezTo>
                    <a:cubicBezTo>
                      <a:pt x="1468" y="1582"/>
                      <a:pt x="1859" y="1265"/>
                      <a:pt x="1859" y="786"/>
                    </a:cubicBezTo>
                    <a:cubicBezTo>
                      <a:pt x="1859" y="354"/>
                      <a:pt x="1505"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2"/>
              <p:cNvSpPr/>
              <p:nvPr/>
            </p:nvSpPr>
            <p:spPr>
              <a:xfrm>
                <a:off x="-1474132" y="4393380"/>
                <a:ext cx="113285" cy="96312"/>
              </a:xfrm>
              <a:custGeom>
                <a:avLst/>
                <a:gdLst/>
                <a:ahLst/>
                <a:cxnLst/>
                <a:rect l="l" t="t" r="r" b="b"/>
                <a:pathLst>
                  <a:path w="554" h="471" extrusionOk="0">
                    <a:moveTo>
                      <a:pt x="310" y="0"/>
                    </a:moveTo>
                    <a:cubicBezTo>
                      <a:pt x="100" y="0"/>
                      <a:pt x="1" y="255"/>
                      <a:pt x="145" y="398"/>
                    </a:cubicBezTo>
                    <a:cubicBezTo>
                      <a:pt x="195" y="449"/>
                      <a:pt x="256" y="471"/>
                      <a:pt x="315" y="471"/>
                    </a:cubicBezTo>
                    <a:cubicBezTo>
                      <a:pt x="438" y="471"/>
                      <a:pt x="554" y="374"/>
                      <a:pt x="554" y="233"/>
                    </a:cubicBezTo>
                    <a:cubicBezTo>
                      <a:pt x="554"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2"/>
              <p:cNvSpPr/>
              <p:nvPr/>
            </p:nvSpPr>
            <p:spPr>
              <a:xfrm>
                <a:off x="-1363300" y="4280299"/>
                <a:ext cx="165224" cy="323495"/>
              </a:xfrm>
              <a:custGeom>
                <a:avLst/>
                <a:gdLst/>
                <a:ahLst/>
                <a:cxnLst/>
                <a:rect l="l" t="t" r="r" b="b"/>
                <a:pathLst>
                  <a:path w="808" h="1582" extrusionOk="0">
                    <a:moveTo>
                      <a:pt x="1" y="0"/>
                    </a:moveTo>
                    <a:cubicBezTo>
                      <a:pt x="421" y="12"/>
                      <a:pt x="764" y="365"/>
                      <a:pt x="764" y="786"/>
                    </a:cubicBezTo>
                    <a:cubicBezTo>
                      <a:pt x="764" y="1217"/>
                      <a:pt x="421" y="1560"/>
                      <a:pt x="1"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2"/>
              <p:cNvSpPr/>
              <p:nvPr/>
            </p:nvSpPr>
            <p:spPr>
              <a:xfrm>
                <a:off x="-1406242" y="4280299"/>
                <a:ext cx="203667" cy="323495"/>
              </a:xfrm>
              <a:custGeom>
                <a:avLst/>
                <a:gdLst/>
                <a:ahLst/>
                <a:cxnLst/>
                <a:rect l="l" t="t" r="r" b="b"/>
                <a:pathLst>
                  <a:path w="996" h="1582" extrusionOk="0">
                    <a:moveTo>
                      <a:pt x="1" y="0"/>
                    </a:moveTo>
                    <a:cubicBezTo>
                      <a:pt x="421" y="12"/>
                      <a:pt x="763" y="365"/>
                      <a:pt x="763" y="786"/>
                    </a:cubicBezTo>
                    <a:cubicBezTo>
                      <a:pt x="763" y="1217"/>
                      <a:pt x="421" y="1560"/>
                      <a:pt x="1" y="1582"/>
                    </a:cubicBezTo>
                    <a:lnTo>
                      <a:pt x="211" y="1582"/>
                    </a:lnTo>
                    <a:cubicBezTo>
                      <a:pt x="642" y="1582"/>
                      <a:pt x="996" y="1228"/>
                      <a:pt x="996" y="786"/>
                    </a:cubicBezTo>
                    <a:cubicBezTo>
                      <a:pt x="996" y="354"/>
                      <a:pt x="642"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2"/>
              <p:cNvSpPr/>
              <p:nvPr/>
            </p:nvSpPr>
            <p:spPr>
              <a:xfrm>
                <a:off x="-1419738"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78"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2"/>
              <p:cNvSpPr/>
              <p:nvPr/>
            </p:nvSpPr>
            <p:spPr>
              <a:xfrm>
                <a:off x="-1570649" y="4325286"/>
                <a:ext cx="166860" cy="233522"/>
              </a:xfrm>
              <a:custGeom>
                <a:avLst/>
                <a:gdLst/>
                <a:ahLst/>
                <a:cxnLst/>
                <a:rect l="l" t="t" r="r" b="b"/>
                <a:pathLst>
                  <a:path w="816" h="1142" extrusionOk="0">
                    <a:moveTo>
                      <a:pt x="741" y="0"/>
                    </a:moveTo>
                    <a:cubicBezTo>
                      <a:pt x="0" y="0"/>
                      <a:pt x="0" y="1142"/>
                      <a:pt x="741" y="1142"/>
                    </a:cubicBezTo>
                    <a:cubicBezTo>
                      <a:pt x="754" y="1142"/>
                      <a:pt x="768" y="1141"/>
                      <a:pt x="782" y="1141"/>
                    </a:cubicBezTo>
                    <a:lnTo>
                      <a:pt x="816" y="1141"/>
                    </a:lnTo>
                    <a:cubicBezTo>
                      <a:pt x="506" y="1129"/>
                      <a:pt x="263" y="875"/>
                      <a:pt x="274" y="566"/>
                    </a:cubicBezTo>
                    <a:cubicBezTo>
                      <a:pt x="274" y="267"/>
                      <a:pt x="506" y="13"/>
                      <a:pt x="816" y="2"/>
                    </a:cubicBezTo>
                    <a:lnTo>
                      <a:pt x="782" y="2"/>
                    </a:lnTo>
                    <a:cubicBezTo>
                      <a:pt x="768" y="1"/>
                      <a:pt x="754"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2"/>
              <p:cNvSpPr/>
              <p:nvPr/>
            </p:nvSpPr>
            <p:spPr>
              <a:xfrm>
                <a:off x="-1403993"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2"/>
              <p:cNvSpPr/>
              <p:nvPr/>
            </p:nvSpPr>
            <p:spPr>
              <a:xfrm>
                <a:off x="-1571263" y="4379679"/>
                <a:ext cx="377684" cy="45600"/>
              </a:xfrm>
              <a:custGeom>
                <a:avLst/>
                <a:gdLst/>
                <a:ahLst/>
                <a:cxnLst/>
                <a:rect l="l" t="t" r="r" b="b"/>
                <a:pathLst>
                  <a:path w="1847" h="223" extrusionOk="0">
                    <a:moveTo>
                      <a:pt x="56" y="1"/>
                    </a:moveTo>
                    <a:cubicBezTo>
                      <a:pt x="22" y="67"/>
                      <a:pt x="11" y="145"/>
                      <a:pt x="0" y="222"/>
                    </a:cubicBezTo>
                    <a:lnTo>
                      <a:pt x="1847" y="222"/>
                    </a:lnTo>
                    <a:cubicBezTo>
                      <a:pt x="1836"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2"/>
              <p:cNvSpPr/>
              <p:nvPr/>
            </p:nvSpPr>
            <p:spPr>
              <a:xfrm>
                <a:off x="-1143887" y="4325490"/>
                <a:ext cx="276055" cy="235158"/>
              </a:xfrm>
              <a:custGeom>
                <a:avLst/>
                <a:gdLst/>
                <a:ahLst/>
                <a:cxnLst/>
                <a:rect l="l" t="t" r="r" b="b"/>
                <a:pathLst>
                  <a:path w="1350" h="1150" extrusionOk="0">
                    <a:moveTo>
                      <a:pt x="771" y="337"/>
                    </a:moveTo>
                    <a:cubicBezTo>
                      <a:pt x="890" y="337"/>
                      <a:pt x="1006" y="434"/>
                      <a:pt x="1006" y="576"/>
                    </a:cubicBezTo>
                    <a:cubicBezTo>
                      <a:pt x="1006" y="697"/>
                      <a:pt x="907" y="808"/>
                      <a:pt x="774" y="808"/>
                    </a:cubicBezTo>
                    <a:cubicBezTo>
                      <a:pt x="564" y="808"/>
                      <a:pt x="454" y="553"/>
                      <a:pt x="608" y="410"/>
                    </a:cubicBezTo>
                    <a:cubicBezTo>
                      <a:pt x="655" y="359"/>
                      <a:pt x="713" y="337"/>
                      <a:pt x="771" y="337"/>
                    </a:cubicBezTo>
                    <a:close/>
                    <a:moveTo>
                      <a:pt x="774" y="1"/>
                    </a:moveTo>
                    <a:cubicBezTo>
                      <a:pt x="266" y="1"/>
                      <a:pt x="0" y="620"/>
                      <a:pt x="365" y="985"/>
                    </a:cubicBezTo>
                    <a:cubicBezTo>
                      <a:pt x="482" y="1098"/>
                      <a:pt x="625" y="1149"/>
                      <a:pt x="766" y="1149"/>
                    </a:cubicBezTo>
                    <a:cubicBezTo>
                      <a:pt x="1064" y="1149"/>
                      <a:pt x="1349" y="921"/>
                      <a:pt x="1349" y="576"/>
                    </a:cubicBezTo>
                    <a:cubicBezTo>
                      <a:pt x="1349" y="255"/>
                      <a:pt x="108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2"/>
              <p:cNvSpPr/>
              <p:nvPr/>
            </p:nvSpPr>
            <p:spPr>
              <a:xfrm>
                <a:off x="-1202779" y="4280299"/>
                <a:ext cx="377888" cy="323495"/>
              </a:xfrm>
              <a:custGeom>
                <a:avLst/>
                <a:gdLst/>
                <a:ahLst/>
                <a:cxnLst/>
                <a:rect l="l" t="t" r="r" b="b"/>
                <a:pathLst>
                  <a:path w="1848" h="1582" extrusionOk="0">
                    <a:moveTo>
                      <a:pt x="1061" y="215"/>
                    </a:moveTo>
                    <a:cubicBezTo>
                      <a:pt x="1356" y="215"/>
                      <a:pt x="1637" y="443"/>
                      <a:pt x="1637" y="786"/>
                    </a:cubicBezTo>
                    <a:cubicBezTo>
                      <a:pt x="1637" y="1106"/>
                      <a:pt x="1372" y="1361"/>
                      <a:pt x="1062" y="1361"/>
                    </a:cubicBezTo>
                    <a:cubicBezTo>
                      <a:pt x="554" y="1361"/>
                      <a:pt x="288" y="741"/>
                      <a:pt x="653" y="387"/>
                    </a:cubicBezTo>
                    <a:cubicBezTo>
                      <a:pt x="772" y="269"/>
                      <a:pt x="918" y="215"/>
                      <a:pt x="1061"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2"/>
              <p:cNvSpPr/>
              <p:nvPr/>
            </p:nvSpPr>
            <p:spPr>
              <a:xfrm>
                <a:off x="-1051254"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2"/>
              <p:cNvSpPr/>
              <p:nvPr/>
            </p:nvSpPr>
            <p:spPr>
              <a:xfrm>
                <a:off x="-938174" y="4280299"/>
                <a:ext cx="165224" cy="323495"/>
              </a:xfrm>
              <a:custGeom>
                <a:avLst/>
                <a:gdLst/>
                <a:ahLst/>
                <a:cxnLst/>
                <a:rect l="l" t="t" r="r" b="b"/>
                <a:pathLst>
                  <a:path w="808" h="1582" extrusionOk="0">
                    <a:moveTo>
                      <a:pt x="0" y="0"/>
                    </a:moveTo>
                    <a:cubicBezTo>
                      <a:pt x="421" y="12"/>
                      <a:pt x="752" y="365"/>
                      <a:pt x="752" y="786"/>
                    </a:cubicBezTo>
                    <a:cubicBezTo>
                      <a:pt x="752" y="1217"/>
                      <a:pt x="421" y="1560"/>
                      <a:pt x="0" y="1582"/>
                    </a:cubicBezTo>
                    <a:lnTo>
                      <a:pt x="45" y="1582"/>
                    </a:lnTo>
                    <a:cubicBezTo>
                      <a:pt x="476" y="1560"/>
                      <a:pt x="808" y="1217"/>
                      <a:pt x="808" y="786"/>
                    </a:cubicBezTo>
                    <a:cubicBezTo>
                      <a:pt x="808" y="365"/>
                      <a:pt x="476" y="12"/>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2"/>
              <p:cNvSpPr/>
              <p:nvPr/>
            </p:nvSpPr>
            <p:spPr>
              <a:xfrm>
                <a:off x="-981116" y="4280299"/>
                <a:ext cx="203667" cy="323495"/>
              </a:xfrm>
              <a:custGeom>
                <a:avLst/>
                <a:gdLst/>
                <a:ahLst/>
                <a:cxnLst/>
                <a:rect l="l" t="t" r="r" b="b"/>
                <a:pathLst>
                  <a:path w="996" h="1582" extrusionOk="0">
                    <a:moveTo>
                      <a:pt x="0" y="0"/>
                    </a:moveTo>
                    <a:cubicBezTo>
                      <a:pt x="421" y="12"/>
                      <a:pt x="752" y="365"/>
                      <a:pt x="752" y="786"/>
                    </a:cubicBezTo>
                    <a:cubicBezTo>
                      <a:pt x="752" y="1217"/>
                      <a:pt x="421" y="1560"/>
                      <a:pt x="0" y="1582"/>
                    </a:cubicBezTo>
                    <a:lnTo>
                      <a:pt x="210" y="1582"/>
                    </a:lnTo>
                    <a:cubicBezTo>
                      <a:pt x="642" y="1582"/>
                      <a:pt x="996" y="1228"/>
                      <a:pt x="996" y="786"/>
                    </a:cubicBezTo>
                    <a:cubicBezTo>
                      <a:pt x="996" y="354"/>
                      <a:pt x="63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2"/>
              <p:cNvSpPr/>
              <p:nvPr/>
            </p:nvSpPr>
            <p:spPr>
              <a:xfrm>
                <a:off x="-994816" y="4280299"/>
                <a:ext cx="174426" cy="323495"/>
              </a:xfrm>
              <a:custGeom>
                <a:avLst/>
                <a:gdLst/>
                <a:ahLst/>
                <a:cxnLst/>
                <a:rect l="l" t="t" r="r" b="b"/>
                <a:pathLst>
                  <a:path w="853" h="1582" extrusionOk="0">
                    <a:moveTo>
                      <a:pt x="1" y="0"/>
                    </a:moveTo>
                    <a:cubicBezTo>
                      <a:pt x="421" y="12"/>
                      <a:pt x="753" y="365"/>
                      <a:pt x="753" y="786"/>
                    </a:cubicBezTo>
                    <a:cubicBezTo>
                      <a:pt x="753" y="1217"/>
                      <a:pt x="421" y="1560"/>
                      <a:pt x="1" y="1582"/>
                    </a:cubicBezTo>
                    <a:lnTo>
                      <a:pt x="67" y="1582"/>
                    </a:lnTo>
                    <a:cubicBezTo>
                      <a:pt x="510" y="1582"/>
                      <a:pt x="852" y="1228"/>
                      <a:pt x="852" y="786"/>
                    </a:cubicBezTo>
                    <a:cubicBezTo>
                      <a:pt x="852" y="354"/>
                      <a:pt x="49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2"/>
              <p:cNvSpPr/>
              <p:nvPr/>
            </p:nvSpPr>
            <p:spPr>
              <a:xfrm>
                <a:off x="-1147772" y="4325286"/>
                <a:ext cx="169109" cy="233522"/>
              </a:xfrm>
              <a:custGeom>
                <a:avLst/>
                <a:gdLst/>
                <a:ahLst/>
                <a:cxnLst/>
                <a:rect l="l" t="t" r="r" b="b"/>
                <a:pathLst>
                  <a:path w="827" h="1142" extrusionOk="0">
                    <a:moveTo>
                      <a:pt x="751" y="0"/>
                    </a:moveTo>
                    <a:cubicBezTo>
                      <a:pt x="0" y="0"/>
                      <a:pt x="0" y="1142"/>
                      <a:pt x="751" y="1142"/>
                    </a:cubicBezTo>
                    <a:cubicBezTo>
                      <a:pt x="765" y="1142"/>
                      <a:pt x="779" y="1141"/>
                      <a:pt x="793" y="1141"/>
                    </a:cubicBezTo>
                    <a:lnTo>
                      <a:pt x="826" y="1141"/>
                    </a:lnTo>
                    <a:cubicBezTo>
                      <a:pt x="517" y="1129"/>
                      <a:pt x="274" y="875"/>
                      <a:pt x="274" y="566"/>
                    </a:cubicBezTo>
                    <a:cubicBezTo>
                      <a:pt x="274" y="267"/>
                      <a:pt x="517" y="13"/>
                      <a:pt x="826"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2"/>
              <p:cNvSpPr/>
              <p:nvPr/>
            </p:nvSpPr>
            <p:spPr>
              <a:xfrm>
                <a:off x="-978866" y="4391130"/>
                <a:ext cx="70343" cy="97335"/>
              </a:xfrm>
              <a:custGeom>
                <a:avLst/>
                <a:gdLst/>
                <a:ahLst/>
                <a:cxnLst/>
                <a:rect l="l" t="t" r="r" b="b"/>
                <a:pathLst>
                  <a:path w="344" h="476" extrusionOk="0">
                    <a:moveTo>
                      <a:pt x="23" y="0"/>
                    </a:moveTo>
                    <a:lnTo>
                      <a:pt x="23" y="11"/>
                    </a:lnTo>
                    <a:lnTo>
                      <a:pt x="0" y="11"/>
                    </a:lnTo>
                    <a:cubicBezTo>
                      <a:pt x="277" y="45"/>
                      <a:pt x="277" y="443"/>
                      <a:pt x="0" y="476"/>
                    </a:cubicBezTo>
                    <a:lnTo>
                      <a:pt x="23" y="476"/>
                    </a:lnTo>
                    <a:cubicBezTo>
                      <a:pt x="343" y="476"/>
                      <a:pt x="343" y="0"/>
                      <a:pt x="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2"/>
              <p:cNvSpPr/>
              <p:nvPr/>
            </p:nvSpPr>
            <p:spPr>
              <a:xfrm>
                <a:off x="-1146136" y="4379679"/>
                <a:ext cx="377684" cy="45600"/>
              </a:xfrm>
              <a:custGeom>
                <a:avLst/>
                <a:gdLst/>
                <a:ahLst/>
                <a:cxnLst/>
                <a:rect l="l" t="t" r="r" b="b"/>
                <a:pathLst>
                  <a:path w="1847" h="223" extrusionOk="0">
                    <a:moveTo>
                      <a:pt x="55" y="1"/>
                    </a:moveTo>
                    <a:cubicBezTo>
                      <a:pt x="22" y="67"/>
                      <a:pt x="0" y="145"/>
                      <a:pt x="0" y="222"/>
                    </a:cubicBezTo>
                    <a:lnTo>
                      <a:pt x="1847" y="222"/>
                    </a:lnTo>
                    <a:cubicBezTo>
                      <a:pt x="1836" y="145"/>
                      <a:pt x="1814" y="67"/>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2"/>
              <p:cNvSpPr/>
              <p:nvPr/>
            </p:nvSpPr>
            <p:spPr>
              <a:xfrm>
                <a:off x="-743707" y="4379679"/>
                <a:ext cx="305501" cy="97539"/>
              </a:xfrm>
              <a:custGeom>
                <a:avLst/>
                <a:gdLst/>
                <a:ahLst/>
                <a:cxnLst/>
                <a:rect l="l" t="t" r="r" b="b"/>
                <a:pathLst>
                  <a:path w="1494" h="477" extrusionOk="0">
                    <a:moveTo>
                      <a:pt x="0" y="1"/>
                    </a:moveTo>
                    <a:lnTo>
                      <a:pt x="0" y="476"/>
                    </a:lnTo>
                    <a:lnTo>
                      <a:pt x="1493" y="476"/>
                    </a:lnTo>
                    <a:lnTo>
                      <a:pt x="14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2"/>
              <p:cNvSpPr/>
              <p:nvPr/>
            </p:nvSpPr>
            <p:spPr>
              <a:xfrm>
                <a:off x="-1605207" y="4205661"/>
                <a:ext cx="1250630" cy="174221"/>
              </a:xfrm>
              <a:custGeom>
                <a:avLst/>
                <a:gdLst/>
                <a:ahLst/>
                <a:cxnLst/>
                <a:rect l="l" t="t" r="r" b="b"/>
                <a:pathLst>
                  <a:path w="6116" h="852" extrusionOk="0">
                    <a:moveTo>
                      <a:pt x="0" y="1"/>
                    </a:moveTo>
                    <a:lnTo>
                      <a:pt x="0" y="852"/>
                    </a:lnTo>
                    <a:lnTo>
                      <a:pt x="6115" y="852"/>
                    </a:lnTo>
                    <a:lnTo>
                      <a:pt x="6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2"/>
              <p:cNvSpPr/>
              <p:nvPr/>
            </p:nvSpPr>
            <p:spPr>
              <a:xfrm>
                <a:off x="-1605207" y="4205661"/>
                <a:ext cx="1250630" cy="54393"/>
              </a:xfrm>
              <a:custGeom>
                <a:avLst/>
                <a:gdLst/>
                <a:ahLst/>
                <a:cxnLst/>
                <a:rect l="l" t="t" r="r" b="b"/>
                <a:pathLst>
                  <a:path w="6116" h="266" extrusionOk="0">
                    <a:moveTo>
                      <a:pt x="0" y="1"/>
                    </a:moveTo>
                    <a:lnTo>
                      <a:pt x="0" y="266"/>
                    </a:lnTo>
                    <a:lnTo>
                      <a:pt x="6115" y="266"/>
                    </a:lnTo>
                    <a:lnTo>
                      <a:pt x="61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2"/>
              <p:cNvSpPr/>
              <p:nvPr/>
            </p:nvSpPr>
            <p:spPr>
              <a:xfrm>
                <a:off x="1279888" y="4325490"/>
                <a:ext cx="273805" cy="235158"/>
              </a:xfrm>
              <a:custGeom>
                <a:avLst/>
                <a:gdLst/>
                <a:ahLst/>
                <a:cxnLst/>
                <a:rect l="l" t="t" r="r" b="b"/>
                <a:pathLst>
                  <a:path w="1339" h="1150" extrusionOk="0">
                    <a:moveTo>
                      <a:pt x="772" y="337"/>
                    </a:moveTo>
                    <a:cubicBezTo>
                      <a:pt x="891" y="337"/>
                      <a:pt x="1007" y="434"/>
                      <a:pt x="1007" y="576"/>
                    </a:cubicBezTo>
                    <a:cubicBezTo>
                      <a:pt x="1007" y="697"/>
                      <a:pt x="897" y="808"/>
                      <a:pt x="775" y="808"/>
                    </a:cubicBezTo>
                    <a:cubicBezTo>
                      <a:pt x="565" y="808"/>
                      <a:pt x="454" y="553"/>
                      <a:pt x="609" y="410"/>
                    </a:cubicBezTo>
                    <a:cubicBezTo>
                      <a:pt x="656" y="359"/>
                      <a:pt x="714" y="337"/>
                      <a:pt x="772" y="337"/>
                    </a:cubicBezTo>
                    <a:close/>
                    <a:moveTo>
                      <a:pt x="775" y="1"/>
                    </a:moveTo>
                    <a:cubicBezTo>
                      <a:pt x="255" y="1"/>
                      <a:pt x="1" y="620"/>
                      <a:pt x="366" y="985"/>
                    </a:cubicBezTo>
                    <a:cubicBezTo>
                      <a:pt x="483" y="1098"/>
                      <a:pt x="625" y="1149"/>
                      <a:pt x="764" y="1149"/>
                    </a:cubicBezTo>
                    <a:cubicBezTo>
                      <a:pt x="1058" y="1149"/>
                      <a:pt x="1339" y="921"/>
                      <a:pt x="1339" y="576"/>
                    </a:cubicBezTo>
                    <a:cubicBezTo>
                      <a:pt x="1339" y="255"/>
                      <a:pt x="1085"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2"/>
              <p:cNvSpPr/>
              <p:nvPr/>
            </p:nvSpPr>
            <p:spPr>
              <a:xfrm>
                <a:off x="1221200" y="4280299"/>
                <a:ext cx="377888" cy="323495"/>
              </a:xfrm>
              <a:custGeom>
                <a:avLst/>
                <a:gdLst/>
                <a:ahLst/>
                <a:cxnLst/>
                <a:rect l="l" t="t" r="r" b="b"/>
                <a:pathLst>
                  <a:path w="1848" h="1582" extrusionOk="0">
                    <a:moveTo>
                      <a:pt x="1053" y="215"/>
                    </a:moveTo>
                    <a:cubicBezTo>
                      <a:pt x="1345" y="215"/>
                      <a:pt x="1626" y="443"/>
                      <a:pt x="1626" y="786"/>
                    </a:cubicBezTo>
                    <a:cubicBezTo>
                      <a:pt x="1626" y="1106"/>
                      <a:pt x="1372" y="1361"/>
                      <a:pt x="1062" y="1361"/>
                    </a:cubicBezTo>
                    <a:cubicBezTo>
                      <a:pt x="542" y="1361"/>
                      <a:pt x="288" y="741"/>
                      <a:pt x="653" y="387"/>
                    </a:cubicBezTo>
                    <a:cubicBezTo>
                      <a:pt x="768" y="269"/>
                      <a:pt x="912" y="215"/>
                      <a:pt x="1053" y="215"/>
                    </a:cubicBezTo>
                    <a:close/>
                    <a:moveTo>
                      <a:pt x="1062" y="0"/>
                    </a:moveTo>
                    <a:cubicBezTo>
                      <a:pt x="354" y="0"/>
                      <a:pt x="0" y="852"/>
                      <a:pt x="498" y="1349"/>
                    </a:cubicBezTo>
                    <a:cubicBezTo>
                      <a:pt x="659" y="1510"/>
                      <a:pt x="856" y="1582"/>
                      <a:pt x="1050" y="1582"/>
                    </a:cubicBezTo>
                    <a:cubicBezTo>
                      <a:pt x="1456" y="1582"/>
                      <a:pt x="1847" y="1265"/>
                      <a:pt x="1847" y="786"/>
                    </a:cubicBezTo>
                    <a:cubicBezTo>
                      <a:pt x="1847" y="354"/>
                      <a:pt x="1493"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2"/>
              <p:cNvSpPr/>
              <p:nvPr/>
            </p:nvSpPr>
            <p:spPr>
              <a:xfrm>
                <a:off x="1372724" y="4393380"/>
                <a:ext cx="113285" cy="96312"/>
              </a:xfrm>
              <a:custGeom>
                <a:avLst/>
                <a:gdLst/>
                <a:ahLst/>
                <a:cxnLst/>
                <a:rect l="l" t="t" r="r" b="b"/>
                <a:pathLst>
                  <a:path w="554" h="471" extrusionOk="0">
                    <a:moveTo>
                      <a:pt x="321" y="0"/>
                    </a:moveTo>
                    <a:cubicBezTo>
                      <a:pt x="111" y="0"/>
                      <a:pt x="0" y="255"/>
                      <a:pt x="155" y="398"/>
                    </a:cubicBezTo>
                    <a:cubicBezTo>
                      <a:pt x="202" y="449"/>
                      <a:pt x="260" y="471"/>
                      <a:pt x="318" y="471"/>
                    </a:cubicBezTo>
                    <a:cubicBezTo>
                      <a:pt x="437" y="471"/>
                      <a:pt x="553" y="374"/>
                      <a:pt x="553" y="233"/>
                    </a:cubicBezTo>
                    <a:cubicBezTo>
                      <a:pt x="553" y="100"/>
                      <a:pt x="443"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2"/>
              <p:cNvSpPr/>
              <p:nvPr/>
            </p:nvSpPr>
            <p:spPr>
              <a:xfrm>
                <a:off x="1483556" y="4280299"/>
                <a:ext cx="165224" cy="323495"/>
              </a:xfrm>
              <a:custGeom>
                <a:avLst/>
                <a:gdLst/>
                <a:ahLst/>
                <a:cxnLst/>
                <a:rect l="l" t="t" r="r" b="b"/>
                <a:pathLst>
                  <a:path w="808" h="1582" extrusionOk="0">
                    <a:moveTo>
                      <a:pt x="0" y="0"/>
                    </a:moveTo>
                    <a:cubicBezTo>
                      <a:pt x="420" y="12"/>
                      <a:pt x="752" y="365"/>
                      <a:pt x="752" y="786"/>
                    </a:cubicBezTo>
                    <a:cubicBezTo>
                      <a:pt x="752" y="1217"/>
                      <a:pt x="420" y="1560"/>
                      <a:pt x="0" y="1582"/>
                    </a:cubicBezTo>
                    <a:lnTo>
                      <a:pt x="55" y="1582"/>
                    </a:lnTo>
                    <a:cubicBezTo>
                      <a:pt x="476" y="1560"/>
                      <a:pt x="807" y="1217"/>
                      <a:pt x="807" y="786"/>
                    </a:cubicBezTo>
                    <a:cubicBezTo>
                      <a:pt x="807" y="365"/>
                      <a:pt x="476"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2"/>
              <p:cNvSpPr/>
              <p:nvPr/>
            </p:nvSpPr>
            <p:spPr>
              <a:xfrm>
                <a:off x="1442863" y="4280299"/>
                <a:ext cx="201418" cy="323495"/>
              </a:xfrm>
              <a:custGeom>
                <a:avLst/>
                <a:gdLst/>
                <a:ahLst/>
                <a:cxnLst/>
                <a:rect l="l" t="t" r="r" b="b"/>
                <a:pathLst>
                  <a:path w="985" h="1582" extrusionOk="0">
                    <a:moveTo>
                      <a:pt x="0" y="0"/>
                    </a:moveTo>
                    <a:cubicBezTo>
                      <a:pt x="420" y="12"/>
                      <a:pt x="752" y="365"/>
                      <a:pt x="752" y="786"/>
                    </a:cubicBezTo>
                    <a:cubicBezTo>
                      <a:pt x="752" y="1217"/>
                      <a:pt x="420" y="1560"/>
                      <a:pt x="0" y="1582"/>
                    </a:cubicBezTo>
                    <a:lnTo>
                      <a:pt x="199" y="1582"/>
                    </a:lnTo>
                    <a:cubicBezTo>
                      <a:pt x="630" y="1582"/>
                      <a:pt x="984" y="1228"/>
                      <a:pt x="984" y="786"/>
                    </a:cubicBezTo>
                    <a:cubicBezTo>
                      <a:pt x="984" y="354"/>
                      <a:pt x="630"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2"/>
              <p:cNvSpPr/>
              <p:nvPr/>
            </p:nvSpPr>
            <p:spPr>
              <a:xfrm>
                <a:off x="1426913" y="4280299"/>
                <a:ext cx="178924" cy="323495"/>
              </a:xfrm>
              <a:custGeom>
                <a:avLst/>
                <a:gdLst/>
                <a:ahLst/>
                <a:cxnLst/>
                <a:rect l="l" t="t" r="r" b="b"/>
                <a:pathLst>
                  <a:path w="875" h="1582" extrusionOk="0">
                    <a:moveTo>
                      <a:pt x="1" y="0"/>
                    </a:moveTo>
                    <a:cubicBezTo>
                      <a:pt x="432" y="12"/>
                      <a:pt x="764" y="365"/>
                      <a:pt x="764" y="786"/>
                    </a:cubicBezTo>
                    <a:cubicBezTo>
                      <a:pt x="764" y="1217"/>
                      <a:pt x="432" y="1560"/>
                      <a:pt x="1" y="1582"/>
                    </a:cubicBezTo>
                    <a:lnTo>
                      <a:pt x="78" y="1582"/>
                    </a:lnTo>
                    <a:cubicBezTo>
                      <a:pt x="520" y="1582"/>
                      <a:pt x="874" y="1228"/>
                      <a:pt x="874" y="786"/>
                    </a:cubicBezTo>
                    <a:cubicBezTo>
                      <a:pt x="874"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2"/>
              <p:cNvSpPr/>
              <p:nvPr/>
            </p:nvSpPr>
            <p:spPr>
              <a:xfrm>
                <a:off x="1275389" y="4325286"/>
                <a:ext cx="167678" cy="235771"/>
              </a:xfrm>
              <a:custGeom>
                <a:avLst/>
                <a:gdLst/>
                <a:ahLst/>
                <a:cxnLst/>
                <a:rect l="l" t="t" r="r" b="b"/>
                <a:pathLst>
                  <a:path w="820" h="1153" extrusionOk="0">
                    <a:moveTo>
                      <a:pt x="755" y="0"/>
                    </a:moveTo>
                    <a:cubicBezTo>
                      <a:pt x="0" y="0"/>
                      <a:pt x="4" y="1152"/>
                      <a:pt x="765" y="1152"/>
                    </a:cubicBezTo>
                    <a:cubicBezTo>
                      <a:pt x="776" y="1152"/>
                      <a:pt x="786" y="1152"/>
                      <a:pt x="797" y="1152"/>
                    </a:cubicBezTo>
                    <a:lnTo>
                      <a:pt x="819" y="1152"/>
                    </a:lnTo>
                    <a:cubicBezTo>
                      <a:pt x="509" y="1129"/>
                      <a:pt x="277" y="875"/>
                      <a:pt x="277" y="566"/>
                    </a:cubicBezTo>
                    <a:cubicBezTo>
                      <a:pt x="277" y="267"/>
                      <a:pt x="521" y="13"/>
                      <a:pt x="819" y="2"/>
                    </a:cubicBezTo>
                    <a:lnTo>
                      <a:pt x="797" y="2"/>
                    </a:lnTo>
                    <a:cubicBezTo>
                      <a:pt x="783" y="1"/>
                      <a:pt x="769" y="0"/>
                      <a:pt x="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2"/>
              <p:cNvSpPr/>
              <p:nvPr/>
            </p:nvSpPr>
            <p:spPr>
              <a:xfrm>
                <a:off x="1442863"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2"/>
              <p:cNvSpPr/>
              <p:nvPr/>
            </p:nvSpPr>
            <p:spPr>
              <a:xfrm>
                <a:off x="1275389" y="4379679"/>
                <a:ext cx="380138" cy="45600"/>
              </a:xfrm>
              <a:custGeom>
                <a:avLst/>
                <a:gdLst/>
                <a:ahLst/>
                <a:cxnLst/>
                <a:rect l="l" t="t" r="r" b="b"/>
                <a:pathLst>
                  <a:path w="1859" h="223" extrusionOk="0">
                    <a:moveTo>
                      <a:pt x="67" y="1"/>
                    </a:moveTo>
                    <a:cubicBezTo>
                      <a:pt x="34" y="67"/>
                      <a:pt x="12" y="145"/>
                      <a:pt x="1" y="222"/>
                    </a:cubicBezTo>
                    <a:lnTo>
                      <a:pt x="1858"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2"/>
              <p:cNvSpPr/>
              <p:nvPr/>
            </p:nvSpPr>
            <p:spPr>
              <a:xfrm>
                <a:off x="170501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4" y="808"/>
                    </a:cubicBezTo>
                    <a:cubicBezTo>
                      <a:pt x="554" y="808"/>
                      <a:pt x="454" y="553"/>
                      <a:pt x="598" y="410"/>
                    </a:cubicBezTo>
                    <a:cubicBezTo>
                      <a:pt x="648" y="359"/>
                      <a:pt x="709" y="337"/>
                      <a:pt x="768" y="337"/>
                    </a:cubicBezTo>
                    <a:close/>
                    <a:moveTo>
                      <a:pt x="764" y="1"/>
                    </a:moveTo>
                    <a:cubicBezTo>
                      <a:pt x="255" y="1"/>
                      <a:pt x="1" y="620"/>
                      <a:pt x="355" y="985"/>
                    </a:cubicBezTo>
                    <a:cubicBezTo>
                      <a:pt x="472" y="1098"/>
                      <a:pt x="615" y="1149"/>
                      <a:pt x="756" y="1149"/>
                    </a:cubicBezTo>
                    <a:cubicBezTo>
                      <a:pt x="1053" y="1149"/>
                      <a:pt x="1339" y="921"/>
                      <a:pt x="1339" y="576"/>
                    </a:cubicBezTo>
                    <a:cubicBezTo>
                      <a:pt x="1339" y="255"/>
                      <a:pt x="1084" y="1"/>
                      <a:pt x="7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2"/>
              <p:cNvSpPr/>
              <p:nvPr/>
            </p:nvSpPr>
            <p:spPr>
              <a:xfrm>
                <a:off x="1644077" y="4280299"/>
                <a:ext cx="379933" cy="323495"/>
              </a:xfrm>
              <a:custGeom>
                <a:avLst/>
                <a:gdLst/>
                <a:ahLst/>
                <a:cxnLst/>
                <a:rect l="l" t="t" r="r" b="b"/>
                <a:pathLst>
                  <a:path w="1858" h="1582" extrusionOk="0">
                    <a:moveTo>
                      <a:pt x="1060" y="215"/>
                    </a:moveTo>
                    <a:cubicBezTo>
                      <a:pt x="1355" y="215"/>
                      <a:pt x="1637" y="443"/>
                      <a:pt x="1637" y="786"/>
                    </a:cubicBezTo>
                    <a:cubicBezTo>
                      <a:pt x="1637" y="1106"/>
                      <a:pt x="1382" y="1361"/>
                      <a:pt x="1062" y="1361"/>
                    </a:cubicBezTo>
                    <a:cubicBezTo>
                      <a:pt x="553" y="1361"/>
                      <a:pt x="299" y="741"/>
                      <a:pt x="653" y="387"/>
                    </a:cubicBezTo>
                    <a:cubicBezTo>
                      <a:pt x="772" y="269"/>
                      <a:pt x="917" y="215"/>
                      <a:pt x="1060" y="215"/>
                    </a:cubicBezTo>
                    <a:close/>
                    <a:moveTo>
                      <a:pt x="1062" y="0"/>
                    </a:moveTo>
                    <a:cubicBezTo>
                      <a:pt x="354" y="0"/>
                      <a:pt x="0" y="852"/>
                      <a:pt x="498" y="1349"/>
                    </a:cubicBezTo>
                    <a:cubicBezTo>
                      <a:pt x="662" y="1510"/>
                      <a:pt x="862" y="1582"/>
                      <a:pt x="1057" y="1582"/>
                    </a:cubicBezTo>
                    <a:cubicBezTo>
                      <a:pt x="1467"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2"/>
              <p:cNvSpPr/>
              <p:nvPr/>
            </p:nvSpPr>
            <p:spPr>
              <a:xfrm>
                <a:off x="1797851" y="4393380"/>
                <a:ext cx="113080" cy="96312"/>
              </a:xfrm>
              <a:custGeom>
                <a:avLst/>
                <a:gdLst/>
                <a:ahLst/>
                <a:cxnLst/>
                <a:rect l="l" t="t" r="r" b="b"/>
                <a:pathLst>
                  <a:path w="553" h="471" extrusionOk="0">
                    <a:moveTo>
                      <a:pt x="310" y="0"/>
                    </a:moveTo>
                    <a:cubicBezTo>
                      <a:pt x="100" y="0"/>
                      <a:pt x="0" y="255"/>
                      <a:pt x="144" y="398"/>
                    </a:cubicBezTo>
                    <a:cubicBezTo>
                      <a:pt x="194" y="449"/>
                      <a:pt x="255" y="471"/>
                      <a:pt x="314" y="471"/>
                    </a:cubicBezTo>
                    <a:cubicBezTo>
                      <a:pt x="437" y="471"/>
                      <a:pt x="553" y="374"/>
                      <a:pt x="553" y="233"/>
                    </a:cubicBezTo>
                    <a:cubicBezTo>
                      <a:pt x="553" y="100"/>
                      <a:pt x="442"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2"/>
              <p:cNvSpPr/>
              <p:nvPr/>
            </p:nvSpPr>
            <p:spPr>
              <a:xfrm>
                <a:off x="1906229" y="4280299"/>
                <a:ext cx="167678" cy="323495"/>
              </a:xfrm>
              <a:custGeom>
                <a:avLst/>
                <a:gdLst/>
                <a:ahLst/>
                <a:cxnLst/>
                <a:rect l="l" t="t" r="r" b="b"/>
                <a:pathLst>
                  <a:path w="820" h="1582" extrusionOk="0">
                    <a:moveTo>
                      <a:pt x="1" y="0"/>
                    </a:moveTo>
                    <a:cubicBezTo>
                      <a:pt x="432" y="12"/>
                      <a:pt x="764" y="365"/>
                      <a:pt x="764" y="786"/>
                    </a:cubicBezTo>
                    <a:cubicBezTo>
                      <a:pt x="764" y="1217"/>
                      <a:pt x="432" y="1560"/>
                      <a:pt x="1" y="1582"/>
                    </a:cubicBezTo>
                    <a:lnTo>
                      <a:pt x="56" y="1582"/>
                    </a:lnTo>
                    <a:cubicBezTo>
                      <a:pt x="476" y="1560"/>
                      <a:pt x="819" y="1217"/>
                      <a:pt x="819" y="786"/>
                    </a:cubicBezTo>
                    <a:cubicBezTo>
                      <a:pt x="819"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2"/>
              <p:cNvSpPr/>
              <p:nvPr/>
            </p:nvSpPr>
            <p:spPr>
              <a:xfrm>
                <a:off x="1865536" y="4280094"/>
                <a:ext cx="203872" cy="323904"/>
              </a:xfrm>
              <a:custGeom>
                <a:avLst/>
                <a:gdLst/>
                <a:ahLst/>
                <a:cxnLst/>
                <a:rect l="l" t="t" r="r" b="b"/>
                <a:pathLst>
                  <a:path w="997" h="1584" extrusionOk="0">
                    <a:moveTo>
                      <a:pt x="40" y="0"/>
                    </a:moveTo>
                    <a:cubicBezTo>
                      <a:pt x="27" y="0"/>
                      <a:pt x="14" y="1"/>
                      <a:pt x="1" y="1"/>
                    </a:cubicBezTo>
                    <a:lnTo>
                      <a:pt x="79" y="1"/>
                    </a:lnTo>
                    <a:cubicBezTo>
                      <a:pt x="66" y="1"/>
                      <a:pt x="53" y="0"/>
                      <a:pt x="40" y="0"/>
                    </a:cubicBezTo>
                    <a:close/>
                    <a:moveTo>
                      <a:pt x="79" y="1"/>
                    </a:moveTo>
                    <a:cubicBezTo>
                      <a:pt x="497" y="22"/>
                      <a:pt x="830" y="370"/>
                      <a:pt x="830" y="787"/>
                    </a:cubicBezTo>
                    <a:cubicBezTo>
                      <a:pt x="830" y="1214"/>
                      <a:pt x="497" y="1562"/>
                      <a:pt x="79" y="1583"/>
                    </a:cubicBezTo>
                    <a:lnTo>
                      <a:pt x="200" y="1583"/>
                    </a:lnTo>
                    <a:cubicBezTo>
                      <a:pt x="642" y="1583"/>
                      <a:pt x="996" y="1229"/>
                      <a:pt x="996" y="787"/>
                    </a:cubicBezTo>
                    <a:cubicBezTo>
                      <a:pt x="996" y="355"/>
                      <a:pt x="642" y="1"/>
                      <a:pt x="200" y="1"/>
                    </a:cubicBezTo>
                    <a:close/>
                    <a:moveTo>
                      <a:pt x="1" y="1583"/>
                    </a:move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2"/>
              <p:cNvSpPr/>
              <p:nvPr/>
            </p:nvSpPr>
            <p:spPr>
              <a:xfrm>
                <a:off x="1852040" y="4280299"/>
                <a:ext cx="176471" cy="323495"/>
              </a:xfrm>
              <a:custGeom>
                <a:avLst/>
                <a:gdLst/>
                <a:ahLst/>
                <a:cxnLst/>
                <a:rect l="l" t="t" r="r" b="b"/>
                <a:pathLst>
                  <a:path w="863" h="1582" extrusionOk="0">
                    <a:moveTo>
                      <a:pt x="0" y="0"/>
                    </a:moveTo>
                    <a:cubicBezTo>
                      <a:pt x="421" y="12"/>
                      <a:pt x="763" y="365"/>
                      <a:pt x="763" y="786"/>
                    </a:cubicBezTo>
                    <a:cubicBezTo>
                      <a:pt x="763" y="1217"/>
                      <a:pt x="421" y="1560"/>
                      <a:pt x="0"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2"/>
              <p:cNvSpPr/>
              <p:nvPr/>
            </p:nvSpPr>
            <p:spPr>
              <a:xfrm>
                <a:off x="1701129" y="4325286"/>
                <a:ext cx="166860" cy="233522"/>
              </a:xfrm>
              <a:custGeom>
                <a:avLst/>
                <a:gdLst/>
                <a:ahLst/>
                <a:cxnLst/>
                <a:rect l="l" t="t" r="r" b="b"/>
                <a:pathLst>
                  <a:path w="816" h="1142" extrusionOk="0">
                    <a:moveTo>
                      <a:pt x="741" y="0"/>
                    </a:moveTo>
                    <a:cubicBezTo>
                      <a:pt x="0" y="0"/>
                      <a:pt x="0" y="1142"/>
                      <a:pt x="741" y="1142"/>
                    </a:cubicBezTo>
                    <a:cubicBezTo>
                      <a:pt x="755" y="1142"/>
                      <a:pt x="769" y="1141"/>
                      <a:pt x="783" y="1141"/>
                    </a:cubicBezTo>
                    <a:lnTo>
                      <a:pt x="816" y="1141"/>
                    </a:lnTo>
                    <a:cubicBezTo>
                      <a:pt x="506" y="1129"/>
                      <a:pt x="263" y="875"/>
                      <a:pt x="274" y="566"/>
                    </a:cubicBezTo>
                    <a:cubicBezTo>
                      <a:pt x="274" y="267"/>
                      <a:pt x="506" y="13"/>
                      <a:pt x="816" y="2"/>
                    </a:cubicBezTo>
                    <a:lnTo>
                      <a:pt x="783" y="2"/>
                    </a:lnTo>
                    <a:cubicBezTo>
                      <a:pt x="769" y="1"/>
                      <a:pt x="755"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2"/>
              <p:cNvSpPr/>
              <p:nvPr/>
            </p:nvSpPr>
            <p:spPr>
              <a:xfrm>
                <a:off x="1867785"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4" y="476"/>
                      <a:pt x="344"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2"/>
              <p:cNvSpPr/>
              <p:nvPr/>
            </p:nvSpPr>
            <p:spPr>
              <a:xfrm>
                <a:off x="1700516" y="4379679"/>
                <a:ext cx="377888" cy="45600"/>
              </a:xfrm>
              <a:custGeom>
                <a:avLst/>
                <a:gdLst/>
                <a:ahLst/>
                <a:cxnLst/>
                <a:rect l="l" t="t" r="r" b="b"/>
                <a:pathLst>
                  <a:path w="1848" h="223" extrusionOk="0">
                    <a:moveTo>
                      <a:pt x="56" y="1"/>
                    </a:moveTo>
                    <a:cubicBezTo>
                      <a:pt x="23" y="67"/>
                      <a:pt x="12" y="145"/>
                      <a:pt x="1" y="222"/>
                    </a:cubicBezTo>
                    <a:lnTo>
                      <a:pt x="1847"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2"/>
              <p:cNvSpPr/>
              <p:nvPr/>
            </p:nvSpPr>
            <p:spPr>
              <a:xfrm>
                <a:off x="1167011" y="4379679"/>
                <a:ext cx="662531" cy="178924"/>
              </a:xfrm>
              <a:custGeom>
                <a:avLst/>
                <a:gdLst/>
                <a:ahLst/>
                <a:cxnLst/>
                <a:rect l="l" t="t" r="r" b="b"/>
                <a:pathLst>
                  <a:path w="3240" h="875" extrusionOk="0">
                    <a:moveTo>
                      <a:pt x="0" y="1"/>
                    </a:moveTo>
                    <a:lnTo>
                      <a:pt x="0" y="875"/>
                    </a:lnTo>
                    <a:lnTo>
                      <a:pt x="3240" y="875"/>
                    </a:lnTo>
                    <a:lnTo>
                      <a:pt x="324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2"/>
              <p:cNvSpPr/>
              <p:nvPr/>
            </p:nvSpPr>
            <p:spPr>
              <a:xfrm>
                <a:off x="1010988" y="4325490"/>
                <a:ext cx="273805" cy="235158"/>
              </a:xfrm>
              <a:custGeom>
                <a:avLst/>
                <a:gdLst/>
                <a:ahLst/>
                <a:cxnLst/>
                <a:rect l="l" t="t" r="r" b="b"/>
                <a:pathLst>
                  <a:path w="1339" h="1150" extrusionOk="0">
                    <a:moveTo>
                      <a:pt x="762" y="337"/>
                    </a:moveTo>
                    <a:cubicBezTo>
                      <a:pt x="884" y="337"/>
                      <a:pt x="1003" y="434"/>
                      <a:pt x="995" y="576"/>
                    </a:cubicBezTo>
                    <a:cubicBezTo>
                      <a:pt x="995" y="697"/>
                      <a:pt x="896" y="808"/>
                      <a:pt x="763" y="808"/>
                    </a:cubicBezTo>
                    <a:cubicBezTo>
                      <a:pt x="553" y="808"/>
                      <a:pt x="453" y="553"/>
                      <a:pt x="597" y="410"/>
                    </a:cubicBezTo>
                    <a:cubicBezTo>
                      <a:pt x="644" y="359"/>
                      <a:pt x="703" y="337"/>
                      <a:pt x="762" y="337"/>
                    </a:cubicBezTo>
                    <a:close/>
                    <a:moveTo>
                      <a:pt x="763" y="1"/>
                    </a:moveTo>
                    <a:cubicBezTo>
                      <a:pt x="254" y="1"/>
                      <a:pt x="0" y="620"/>
                      <a:pt x="354" y="985"/>
                    </a:cubicBezTo>
                    <a:cubicBezTo>
                      <a:pt x="471" y="1098"/>
                      <a:pt x="614" y="1149"/>
                      <a:pt x="755"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2"/>
              <p:cNvSpPr/>
              <p:nvPr/>
            </p:nvSpPr>
            <p:spPr>
              <a:xfrm>
                <a:off x="949847"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3" y="1361"/>
                      <a:pt x="299" y="741"/>
                      <a:pt x="653" y="387"/>
                    </a:cubicBezTo>
                    <a:cubicBezTo>
                      <a:pt x="772" y="269"/>
                      <a:pt x="918" y="215"/>
                      <a:pt x="1061" y="215"/>
                    </a:cubicBezTo>
                    <a:close/>
                    <a:moveTo>
                      <a:pt x="1062" y="0"/>
                    </a:moveTo>
                    <a:cubicBezTo>
                      <a:pt x="354" y="0"/>
                      <a:pt x="1" y="852"/>
                      <a:pt x="498" y="1349"/>
                    </a:cubicBezTo>
                    <a:cubicBezTo>
                      <a:pt x="662" y="1510"/>
                      <a:pt x="862" y="1582"/>
                      <a:pt x="1057" y="1582"/>
                    </a:cubicBezTo>
                    <a:cubicBezTo>
                      <a:pt x="1468" y="1582"/>
                      <a:pt x="1858" y="1265"/>
                      <a:pt x="1858" y="786"/>
                    </a:cubicBezTo>
                    <a:cubicBezTo>
                      <a:pt x="1858" y="354"/>
                      <a:pt x="1504"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2"/>
              <p:cNvSpPr/>
              <p:nvPr/>
            </p:nvSpPr>
            <p:spPr>
              <a:xfrm>
                <a:off x="1103621" y="4393380"/>
                <a:ext cx="112467" cy="96312"/>
              </a:xfrm>
              <a:custGeom>
                <a:avLst/>
                <a:gdLst/>
                <a:ahLst/>
                <a:cxnLst/>
                <a:rect l="l" t="t" r="r" b="b"/>
                <a:pathLst>
                  <a:path w="550" h="471" extrusionOk="0">
                    <a:moveTo>
                      <a:pt x="310" y="0"/>
                    </a:moveTo>
                    <a:cubicBezTo>
                      <a:pt x="100" y="0"/>
                      <a:pt x="0" y="255"/>
                      <a:pt x="144" y="398"/>
                    </a:cubicBezTo>
                    <a:cubicBezTo>
                      <a:pt x="191" y="449"/>
                      <a:pt x="250" y="471"/>
                      <a:pt x="309" y="471"/>
                    </a:cubicBezTo>
                    <a:cubicBezTo>
                      <a:pt x="431" y="471"/>
                      <a:pt x="550" y="374"/>
                      <a:pt x="542" y="233"/>
                    </a:cubicBezTo>
                    <a:cubicBezTo>
                      <a:pt x="542"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2"/>
              <p:cNvSpPr/>
              <p:nvPr/>
            </p:nvSpPr>
            <p:spPr>
              <a:xfrm>
                <a:off x="1212203" y="4280094"/>
                <a:ext cx="169723" cy="323904"/>
              </a:xfrm>
              <a:custGeom>
                <a:avLst/>
                <a:gdLst/>
                <a:ahLst/>
                <a:cxnLst/>
                <a:rect l="l" t="t" r="r" b="b"/>
                <a:pathLst>
                  <a:path w="830" h="1584" extrusionOk="0">
                    <a:moveTo>
                      <a:pt x="39" y="0"/>
                    </a:moveTo>
                    <a:cubicBezTo>
                      <a:pt x="26" y="0"/>
                      <a:pt x="13" y="1"/>
                      <a:pt x="0" y="1"/>
                    </a:cubicBezTo>
                    <a:lnTo>
                      <a:pt x="55" y="1"/>
                    </a:lnTo>
                    <a:cubicBezTo>
                      <a:pt x="476" y="13"/>
                      <a:pt x="818" y="366"/>
                      <a:pt x="818" y="787"/>
                    </a:cubicBezTo>
                    <a:cubicBezTo>
                      <a:pt x="818" y="1218"/>
                      <a:pt x="476" y="1561"/>
                      <a:pt x="55" y="1583"/>
                    </a:cubicBezTo>
                    <a:lnTo>
                      <a:pt x="0" y="1583"/>
                    </a:lnTo>
                    <a:cubicBezTo>
                      <a:pt x="13" y="1583"/>
                      <a:pt x="26" y="1584"/>
                      <a:pt x="39" y="1584"/>
                    </a:cubicBezTo>
                    <a:cubicBezTo>
                      <a:pt x="475" y="1584"/>
                      <a:pt x="830" y="1227"/>
                      <a:pt x="830" y="787"/>
                    </a:cubicBezTo>
                    <a:cubicBezTo>
                      <a:pt x="830" y="357"/>
                      <a:pt x="475" y="0"/>
                      <a:pt x="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2"/>
              <p:cNvSpPr/>
              <p:nvPr/>
            </p:nvSpPr>
            <p:spPr>
              <a:xfrm>
                <a:off x="1171510" y="4280299"/>
                <a:ext cx="203667" cy="323495"/>
              </a:xfrm>
              <a:custGeom>
                <a:avLst/>
                <a:gdLst/>
                <a:ahLst/>
                <a:cxnLst/>
                <a:rect l="l" t="t" r="r" b="b"/>
                <a:pathLst>
                  <a:path w="996" h="1582" extrusionOk="0">
                    <a:moveTo>
                      <a:pt x="0" y="0"/>
                    </a:moveTo>
                    <a:cubicBezTo>
                      <a:pt x="420" y="12"/>
                      <a:pt x="763" y="365"/>
                      <a:pt x="763" y="786"/>
                    </a:cubicBezTo>
                    <a:cubicBezTo>
                      <a:pt x="763" y="1217"/>
                      <a:pt x="420" y="1560"/>
                      <a:pt x="0" y="1582"/>
                    </a:cubicBezTo>
                    <a:lnTo>
                      <a:pt x="199" y="1582"/>
                    </a:lnTo>
                    <a:cubicBezTo>
                      <a:pt x="641" y="1582"/>
                      <a:pt x="995" y="1228"/>
                      <a:pt x="995" y="786"/>
                    </a:cubicBezTo>
                    <a:cubicBezTo>
                      <a:pt x="995" y="354"/>
                      <a:pt x="64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2"/>
              <p:cNvSpPr/>
              <p:nvPr/>
            </p:nvSpPr>
            <p:spPr>
              <a:xfrm>
                <a:off x="1155560" y="4280094"/>
                <a:ext cx="178924" cy="323904"/>
              </a:xfrm>
              <a:custGeom>
                <a:avLst/>
                <a:gdLst/>
                <a:ahLst/>
                <a:cxnLst/>
                <a:rect l="l" t="t" r="r" b="b"/>
                <a:pathLst>
                  <a:path w="875" h="1584" extrusionOk="0">
                    <a:moveTo>
                      <a:pt x="40" y="0"/>
                    </a:moveTo>
                    <a:cubicBezTo>
                      <a:pt x="27" y="0"/>
                      <a:pt x="14" y="1"/>
                      <a:pt x="1" y="1"/>
                    </a:cubicBezTo>
                    <a:lnTo>
                      <a:pt x="78" y="1"/>
                    </a:lnTo>
                    <a:cubicBezTo>
                      <a:pt x="78" y="1"/>
                      <a:pt x="79" y="1"/>
                      <a:pt x="79" y="1"/>
                    </a:cubicBezTo>
                    <a:lnTo>
                      <a:pt x="79" y="1"/>
                    </a:lnTo>
                    <a:cubicBezTo>
                      <a:pt x="66" y="1"/>
                      <a:pt x="53" y="0"/>
                      <a:pt x="40" y="0"/>
                    </a:cubicBezTo>
                    <a:close/>
                    <a:moveTo>
                      <a:pt x="79" y="1"/>
                    </a:moveTo>
                    <a:cubicBezTo>
                      <a:pt x="496" y="22"/>
                      <a:pt x="830" y="370"/>
                      <a:pt x="830" y="787"/>
                    </a:cubicBezTo>
                    <a:cubicBezTo>
                      <a:pt x="830" y="1214"/>
                      <a:pt x="496" y="1562"/>
                      <a:pt x="79" y="1583"/>
                    </a:cubicBezTo>
                    <a:lnTo>
                      <a:pt x="79" y="1583"/>
                    </a:lnTo>
                    <a:cubicBezTo>
                      <a:pt x="521" y="1582"/>
                      <a:pt x="874" y="1229"/>
                      <a:pt x="874" y="787"/>
                    </a:cubicBezTo>
                    <a:cubicBezTo>
                      <a:pt x="874" y="356"/>
                      <a:pt x="510" y="2"/>
                      <a:pt x="79" y="1"/>
                    </a:cubicBezTo>
                    <a:close/>
                    <a:moveTo>
                      <a:pt x="79" y="1583"/>
                    </a:moveTo>
                    <a:cubicBezTo>
                      <a:pt x="79" y="1583"/>
                      <a:pt x="78" y="1583"/>
                      <a:pt x="78" y="1583"/>
                    </a:cubicBezTo>
                    <a:lnTo>
                      <a:pt x="1" y="1583"/>
                    </a:ln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2"/>
              <p:cNvSpPr/>
              <p:nvPr/>
            </p:nvSpPr>
            <p:spPr>
              <a:xfrm>
                <a:off x="1006899"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63"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2"/>
              <p:cNvSpPr/>
              <p:nvPr/>
            </p:nvSpPr>
            <p:spPr>
              <a:xfrm>
                <a:off x="1173759"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2"/>
              <p:cNvSpPr/>
              <p:nvPr/>
            </p:nvSpPr>
            <p:spPr>
              <a:xfrm>
                <a:off x="1006285" y="4379679"/>
                <a:ext cx="377888" cy="45600"/>
              </a:xfrm>
              <a:custGeom>
                <a:avLst/>
                <a:gdLst/>
                <a:ahLst/>
                <a:cxnLst/>
                <a:rect l="l" t="t" r="r" b="b"/>
                <a:pathLst>
                  <a:path w="1848" h="223" extrusionOk="0">
                    <a:moveTo>
                      <a:pt x="56" y="1"/>
                    </a:moveTo>
                    <a:cubicBezTo>
                      <a:pt x="23" y="67"/>
                      <a:pt x="12" y="145"/>
                      <a:pt x="1" y="222"/>
                    </a:cubicBezTo>
                    <a:lnTo>
                      <a:pt x="1848" y="222"/>
                    </a:lnTo>
                    <a:cubicBezTo>
                      <a:pt x="1848"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2"/>
              <p:cNvSpPr/>
              <p:nvPr/>
            </p:nvSpPr>
            <p:spPr>
              <a:xfrm>
                <a:off x="1433661" y="4325490"/>
                <a:ext cx="276055" cy="235158"/>
              </a:xfrm>
              <a:custGeom>
                <a:avLst/>
                <a:gdLst/>
                <a:ahLst/>
                <a:cxnLst/>
                <a:rect l="l" t="t" r="r" b="b"/>
                <a:pathLst>
                  <a:path w="1350" h="1150" extrusionOk="0">
                    <a:moveTo>
                      <a:pt x="771" y="337"/>
                    </a:moveTo>
                    <a:cubicBezTo>
                      <a:pt x="891" y="337"/>
                      <a:pt x="1007" y="434"/>
                      <a:pt x="1007" y="576"/>
                    </a:cubicBezTo>
                    <a:cubicBezTo>
                      <a:pt x="1007" y="697"/>
                      <a:pt x="897" y="808"/>
                      <a:pt x="775" y="808"/>
                    </a:cubicBezTo>
                    <a:cubicBezTo>
                      <a:pt x="565" y="808"/>
                      <a:pt x="454" y="553"/>
                      <a:pt x="609" y="410"/>
                    </a:cubicBezTo>
                    <a:cubicBezTo>
                      <a:pt x="656" y="359"/>
                      <a:pt x="714" y="337"/>
                      <a:pt x="771" y="337"/>
                    </a:cubicBezTo>
                    <a:close/>
                    <a:moveTo>
                      <a:pt x="775" y="1"/>
                    </a:moveTo>
                    <a:cubicBezTo>
                      <a:pt x="255" y="1"/>
                      <a:pt x="1" y="620"/>
                      <a:pt x="366" y="985"/>
                    </a:cubicBezTo>
                    <a:cubicBezTo>
                      <a:pt x="483" y="1098"/>
                      <a:pt x="626" y="1149"/>
                      <a:pt x="767" y="1149"/>
                    </a:cubicBezTo>
                    <a:cubicBezTo>
                      <a:pt x="1064" y="1149"/>
                      <a:pt x="1350" y="921"/>
                      <a:pt x="1350" y="576"/>
                    </a:cubicBezTo>
                    <a:cubicBezTo>
                      <a:pt x="1339" y="255"/>
                      <a:pt x="1084"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2"/>
              <p:cNvSpPr/>
              <p:nvPr/>
            </p:nvSpPr>
            <p:spPr>
              <a:xfrm>
                <a:off x="1374974" y="4280299"/>
                <a:ext cx="377684" cy="323495"/>
              </a:xfrm>
              <a:custGeom>
                <a:avLst/>
                <a:gdLst/>
                <a:ahLst/>
                <a:cxnLst/>
                <a:rect l="l" t="t" r="r" b="b"/>
                <a:pathLst>
                  <a:path w="1847" h="1582" extrusionOk="0">
                    <a:moveTo>
                      <a:pt x="1058" y="215"/>
                    </a:moveTo>
                    <a:cubicBezTo>
                      <a:pt x="1351" y="215"/>
                      <a:pt x="1629" y="443"/>
                      <a:pt x="1637" y="786"/>
                    </a:cubicBezTo>
                    <a:cubicBezTo>
                      <a:pt x="1637" y="1106"/>
                      <a:pt x="1371" y="1361"/>
                      <a:pt x="1062" y="1361"/>
                    </a:cubicBezTo>
                    <a:cubicBezTo>
                      <a:pt x="553" y="1361"/>
                      <a:pt x="288" y="741"/>
                      <a:pt x="653" y="387"/>
                    </a:cubicBezTo>
                    <a:cubicBezTo>
                      <a:pt x="772" y="269"/>
                      <a:pt x="916" y="215"/>
                      <a:pt x="1058" y="215"/>
                    </a:cubicBezTo>
                    <a:close/>
                    <a:moveTo>
                      <a:pt x="1062" y="0"/>
                    </a:moveTo>
                    <a:cubicBezTo>
                      <a:pt x="354" y="0"/>
                      <a:pt x="0" y="852"/>
                      <a:pt x="498" y="1349"/>
                    </a:cubicBezTo>
                    <a:cubicBezTo>
                      <a:pt x="658" y="1510"/>
                      <a:pt x="856" y="1582"/>
                      <a:pt x="1050" y="1582"/>
                    </a:cubicBezTo>
                    <a:cubicBezTo>
                      <a:pt x="1456"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2"/>
              <p:cNvSpPr/>
              <p:nvPr/>
            </p:nvSpPr>
            <p:spPr>
              <a:xfrm>
                <a:off x="1526498" y="4393380"/>
                <a:ext cx="113285" cy="96312"/>
              </a:xfrm>
              <a:custGeom>
                <a:avLst/>
                <a:gdLst/>
                <a:ahLst/>
                <a:cxnLst/>
                <a:rect l="l" t="t" r="r" b="b"/>
                <a:pathLst>
                  <a:path w="554" h="471" extrusionOk="0">
                    <a:moveTo>
                      <a:pt x="321" y="0"/>
                    </a:moveTo>
                    <a:cubicBezTo>
                      <a:pt x="111" y="0"/>
                      <a:pt x="0" y="255"/>
                      <a:pt x="155" y="398"/>
                    </a:cubicBezTo>
                    <a:cubicBezTo>
                      <a:pt x="202" y="449"/>
                      <a:pt x="260" y="471"/>
                      <a:pt x="317"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2"/>
              <p:cNvSpPr/>
              <p:nvPr/>
            </p:nvSpPr>
            <p:spPr>
              <a:xfrm>
                <a:off x="1637329" y="4280299"/>
                <a:ext cx="165224" cy="323495"/>
              </a:xfrm>
              <a:custGeom>
                <a:avLst/>
                <a:gdLst/>
                <a:ahLst/>
                <a:cxnLst/>
                <a:rect l="l" t="t" r="r" b="b"/>
                <a:pathLst>
                  <a:path w="808" h="1582" extrusionOk="0">
                    <a:moveTo>
                      <a:pt x="0" y="0"/>
                    </a:moveTo>
                    <a:cubicBezTo>
                      <a:pt x="420" y="12"/>
                      <a:pt x="763" y="365"/>
                      <a:pt x="763" y="786"/>
                    </a:cubicBezTo>
                    <a:cubicBezTo>
                      <a:pt x="763" y="1217"/>
                      <a:pt x="420" y="1560"/>
                      <a:pt x="0" y="1582"/>
                    </a:cubicBezTo>
                    <a:lnTo>
                      <a:pt x="55" y="1582"/>
                    </a:lnTo>
                    <a:cubicBezTo>
                      <a:pt x="475" y="1560"/>
                      <a:pt x="807" y="1217"/>
                      <a:pt x="807" y="786"/>
                    </a:cubicBezTo>
                    <a:cubicBezTo>
                      <a:pt x="807" y="365"/>
                      <a:pt x="475"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2"/>
              <p:cNvSpPr/>
              <p:nvPr/>
            </p:nvSpPr>
            <p:spPr>
              <a:xfrm>
                <a:off x="1596432" y="4280299"/>
                <a:ext cx="201622" cy="323495"/>
              </a:xfrm>
              <a:custGeom>
                <a:avLst/>
                <a:gdLst/>
                <a:ahLst/>
                <a:cxnLst/>
                <a:rect l="l" t="t" r="r" b="b"/>
                <a:pathLst>
                  <a:path w="986" h="1582" extrusionOk="0">
                    <a:moveTo>
                      <a:pt x="1" y="0"/>
                    </a:moveTo>
                    <a:cubicBezTo>
                      <a:pt x="421" y="12"/>
                      <a:pt x="753" y="365"/>
                      <a:pt x="753" y="786"/>
                    </a:cubicBezTo>
                    <a:cubicBezTo>
                      <a:pt x="753" y="1217"/>
                      <a:pt x="421" y="1560"/>
                      <a:pt x="1" y="1582"/>
                    </a:cubicBezTo>
                    <a:lnTo>
                      <a:pt x="200" y="1582"/>
                    </a:lnTo>
                    <a:cubicBezTo>
                      <a:pt x="631" y="1582"/>
                      <a:pt x="985" y="1228"/>
                      <a:pt x="985" y="786"/>
                    </a:cubicBezTo>
                    <a:cubicBezTo>
                      <a:pt x="985" y="354"/>
                      <a:pt x="631"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2"/>
              <p:cNvSpPr/>
              <p:nvPr/>
            </p:nvSpPr>
            <p:spPr>
              <a:xfrm>
                <a:off x="1580687" y="4280299"/>
                <a:ext cx="176675" cy="323495"/>
              </a:xfrm>
              <a:custGeom>
                <a:avLst/>
                <a:gdLst/>
                <a:ahLst/>
                <a:cxnLst/>
                <a:rect l="l" t="t" r="r" b="b"/>
                <a:pathLst>
                  <a:path w="864" h="1582" extrusionOk="0">
                    <a:moveTo>
                      <a:pt x="1" y="0"/>
                    </a:moveTo>
                    <a:cubicBezTo>
                      <a:pt x="421" y="12"/>
                      <a:pt x="764" y="365"/>
                      <a:pt x="764" y="786"/>
                    </a:cubicBezTo>
                    <a:cubicBezTo>
                      <a:pt x="764" y="1217"/>
                      <a:pt x="421" y="1560"/>
                      <a:pt x="1" y="1582"/>
                    </a:cubicBezTo>
                    <a:lnTo>
                      <a:pt x="78" y="1582"/>
                    </a:lnTo>
                    <a:cubicBezTo>
                      <a:pt x="509" y="1582"/>
                      <a:pt x="863" y="1228"/>
                      <a:pt x="863" y="786"/>
                    </a:cubicBezTo>
                    <a:cubicBezTo>
                      <a:pt x="863"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2"/>
              <p:cNvSpPr/>
              <p:nvPr/>
            </p:nvSpPr>
            <p:spPr>
              <a:xfrm>
                <a:off x="1429776" y="4325286"/>
                <a:ext cx="166860" cy="233522"/>
              </a:xfrm>
              <a:custGeom>
                <a:avLst/>
                <a:gdLst/>
                <a:ahLst/>
                <a:cxnLst/>
                <a:rect l="l" t="t" r="r" b="b"/>
                <a:pathLst>
                  <a:path w="816" h="1142" extrusionOk="0">
                    <a:moveTo>
                      <a:pt x="752" y="0"/>
                    </a:moveTo>
                    <a:cubicBezTo>
                      <a:pt x="1" y="0"/>
                      <a:pt x="1" y="1142"/>
                      <a:pt x="752" y="1142"/>
                    </a:cubicBezTo>
                    <a:cubicBezTo>
                      <a:pt x="766" y="1142"/>
                      <a:pt x="780" y="1141"/>
                      <a:pt x="794" y="1141"/>
                    </a:cubicBezTo>
                    <a:lnTo>
                      <a:pt x="816" y="1141"/>
                    </a:lnTo>
                    <a:cubicBezTo>
                      <a:pt x="517" y="1129"/>
                      <a:pt x="274" y="875"/>
                      <a:pt x="274" y="566"/>
                    </a:cubicBezTo>
                    <a:cubicBezTo>
                      <a:pt x="274" y="267"/>
                      <a:pt x="517" y="13"/>
                      <a:pt x="816" y="2"/>
                    </a:cubicBezTo>
                    <a:lnTo>
                      <a:pt x="794" y="2"/>
                    </a:lnTo>
                    <a:cubicBezTo>
                      <a:pt x="780" y="1"/>
                      <a:pt x="766" y="0"/>
                      <a:pt x="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2"/>
              <p:cNvSpPr/>
              <p:nvPr/>
            </p:nvSpPr>
            <p:spPr>
              <a:xfrm>
                <a:off x="1598886" y="4391130"/>
                <a:ext cx="70138" cy="97335"/>
              </a:xfrm>
              <a:custGeom>
                <a:avLst/>
                <a:gdLst/>
                <a:ahLst/>
                <a:cxnLst/>
                <a:rect l="l" t="t" r="r" b="b"/>
                <a:pathLst>
                  <a:path w="343" h="476" extrusionOk="0">
                    <a:moveTo>
                      <a:pt x="33" y="0"/>
                    </a:moveTo>
                    <a:lnTo>
                      <a:pt x="33" y="11"/>
                    </a:lnTo>
                    <a:lnTo>
                      <a:pt x="0" y="11"/>
                    </a:lnTo>
                    <a:cubicBezTo>
                      <a:pt x="276" y="45"/>
                      <a:pt x="276"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2"/>
              <p:cNvSpPr/>
              <p:nvPr/>
            </p:nvSpPr>
            <p:spPr>
              <a:xfrm>
                <a:off x="1431412" y="4379679"/>
                <a:ext cx="377888" cy="45600"/>
              </a:xfrm>
              <a:custGeom>
                <a:avLst/>
                <a:gdLst/>
                <a:ahLst/>
                <a:cxnLst/>
                <a:rect l="l" t="t" r="r" b="b"/>
                <a:pathLst>
                  <a:path w="1848" h="223" extrusionOk="0">
                    <a:moveTo>
                      <a:pt x="56" y="1"/>
                    </a:moveTo>
                    <a:cubicBezTo>
                      <a:pt x="23" y="67"/>
                      <a:pt x="1" y="145"/>
                      <a:pt x="1" y="222"/>
                    </a:cubicBezTo>
                    <a:lnTo>
                      <a:pt x="1847" y="222"/>
                    </a:lnTo>
                    <a:cubicBezTo>
                      <a:pt x="1836" y="145"/>
                      <a:pt x="1814"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2"/>
              <p:cNvSpPr/>
              <p:nvPr/>
            </p:nvSpPr>
            <p:spPr>
              <a:xfrm>
                <a:off x="970296" y="4205661"/>
                <a:ext cx="965578" cy="174221"/>
              </a:xfrm>
              <a:custGeom>
                <a:avLst/>
                <a:gdLst/>
                <a:ahLst/>
                <a:cxnLst/>
                <a:rect l="l" t="t" r="r" b="b"/>
                <a:pathLst>
                  <a:path w="4722" h="852" extrusionOk="0">
                    <a:moveTo>
                      <a:pt x="0" y="1"/>
                    </a:moveTo>
                    <a:lnTo>
                      <a:pt x="0" y="852"/>
                    </a:lnTo>
                    <a:lnTo>
                      <a:pt x="4722" y="852"/>
                    </a:lnTo>
                    <a:lnTo>
                      <a:pt x="47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2"/>
              <p:cNvSpPr/>
              <p:nvPr/>
            </p:nvSpPr>
            <p:spPr>
              <a:xfrm>
                <a:off x="1906229"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2"/>
              <p:cNvSpPr/>
              <p:nvPr/>
            </p:nvSpPr>
            <p:spPr>
              <a:xfrm>
                <a:off x="2017060" y="3561325"/>
                <a:ext cx="13905" cy="246609"/>
              </a:xfrm>
              <a:custGeom>
                <a:avLst/>
                <a:gdLst/>
                <a:ahLst/>
                <a:cxnLst/>
                <a:rect l="l" t="t" r="r" b="b"/>
                <a:pathLst>
                  <a:path w="68" h="1206" extrusionOk="0">
                    <a:moveTo>
                      <a:pt x="1" y="0"/>
                    </a:moveTo>
                    <a:lnTo>
                      <a:pt x="1" y="1205"/>
                    </a:lnTo>
                    <a:lnTo>
                      <a:pt x="67" y="1205"/>
                    </a:lnTo>
                    <a:lnTo>
                      <a:pt x="67" y="0"/>
                    </a:lnTo>
                    <a:close/>
                  </a:path>
                </a:pathLst>
              </a:custGeom>
              <a:solidFill>
                <a:srgbClr val="B1D7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2"/>
              <p:cNvSpPr/>
              <p:nvPr/>
            </p:nvSpPr>
            <p:spPr>
              <a:xfrm>
                <a:off x="2417239" y="3561325"/>
                <a:ext cx="133733" cy="246609"/>
              </a:xfrm>
              <a:custGeom>
                <a:avLst/>
                <a:gdLst/>
                <a:ahLst/>
                <a:cxnLst/>
                <a:rect l="l" t="t" r="r" b="b"/>
                <a:pathLst>
                  <a:path w="654" h="1206" extrusionOk="0">
                    <a:moveTo>
                      <a:pt x="1" y="0"/>
                    </a:moveTo>
                    <a:cubicBezTo>
                      <a:pt x="45" y="0"/>
                      <a:pt x="89" y="33"/>
                      <a:pt x="111" y="78"/>
                    </a:cubicBezTo>
                    <a:lnTo>
                      <a:pt x="543" y="1017"/>
                    </a:lnTo>
                    <a:cubicBezTo>
                      <a:pt x="576" y="1106"/>
                      <a:pt x="521" y="1194"/>
                      <a:pt x="432" y="1205"/>
                    </a:cubicBezTo>
                    <a:lnTo>
                      <a:pt x="498" y="1205"/>
                    </a:lnTo>
                    <a:cubicBezTo>
                      <a:pt x="587" y="1194"/>
                      <a:pt x="653" y="1106"/>
                      <a:pt x="620" y="1017"/>
                    </a:cubicBezTo>
                    <a:lnTo>
                      <a:pt x="189" y="78"/>
                    </a:lnTo>
                    <a:cubicBezTo>
                      <a:pt x="167" y="33"/>
                      <a:pt x="123"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2"/>
              <p:cNvSpPr/>
              <p:nvPr/>
            </p:nvSpPr>
            <p:spPr>
              <a:xfrm>
                <a:off x="2030761" y="3561325"/>
                <a:ext cx="504260" cy="246609"/>
              </a:xfrm>
              <a:custGeom>
                <a:avLst/>
                <a:gdLst/>
                <a:ahLst/>
                <a:cxnLst/>
                <a:rect l="l" t="t" r="r" b="b"/>
                <a:pathLst>
                  <a:path w="2466" h="1206" extrusionOk="0">
                    <a:moveTo>
                      <a:pt x="0" y="0"/>
                    </a:moveTo>
                    <a:lnTo>
                      <a:pt x="0" y="1205"/>
                    </a:lnTo>
                    <a:lnTo>
                      <a:pt x="2322" y="1205"/>
                    </a:lnTo>
                    <a:cubicBezTo>
                      <a:pt x="2411" y="1194"/>
                      <a:pt x="2466" y="1106"/>
                      <a:pt x="2433" y="1017"/>
                    </a:cubicBezTo>
                    <a:lnTo>
                      <a:pt x="2001" y="78"/>
                    </a:lnTo>
                    <a:cubicBezTo>
                      <a:pt x="1979" y="33"/>
                      <a:pt x="1935" y="0"/>
                      <a:pt x="18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2"/>
              <p:cNvSpPr/>
              <p:nvPr/>
            </p:nvSpPr>
            <p:spPr>
              <a:xfrm>
                <a:off x="2048755" y="4205661"/>
                <a:ext cx="651489" cy="174221"/>
              </a:xfrm>
              <a:custGeom>
                <a:avLst/>
                <a:gdLst/>
                <a:ahLst/>
                <a:cxnLst/>
                <a:rect l="l" t="t" r="r" b="b"/>
                <a:pathLst>
                  <a:path w="3186" h="852" extrusionOk="0">
                    <a:moveTo>
                      <a:pt x="797" y="1"/>
                    </a:moveTo>
                    <a:lnTo>
                      <a:pt x="1" y="852"/>
                    </a:lnTo>
                    <a:lnTo>
                      <a:pt x="2168" y="852"/>
                    </a:lnTo>
                    <a:lnTo>
                      <a:pt x="31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2"/>
              <p:cNvSpPr/>
              <p:nvPr/>
            </p:nvSpPr>
            <p:spPr>
              <a:xfrm>
                <a:off x="2089448" y="4379679"/>
                <a:ext cx="402631" cy="224116"/>
              </a:xfrm>
              <a:custGeom>
                <a:avLst/>
                <a:gdLst/>
                <a:ahLst/>
                <a:cxnLst/>
                <a:rect l="l" t="t" r="r" b="b"/>
                <a:pathLst>
                  <a:path w="1969" h="1096" extrusionOk="0">
                    <a:moveTo>
                      <a:pt x="1" y="1"/>
                    </a:moveTo>
                    <a:lnTo>
                      <a:pt x="1" y="1096"/>
                    </a:lnTo>
                    <a:lnTo>
                      <a:pt x="1969" y="1096"/>
                    </a:lnTo>
                    <a:lnTo>
                      <a:pt x="19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2"/>
              <p:cNvSpPr/>
              <p:nvPr/>
            </p:nvSpPr>
            <p:spPr>
              <a:xfrm>
                <a:off x="1553490"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2"/>
              <p:cNvSpPr/>
              <p:nvPr/>
            </p:nvSpPr>
            <p:spPr>
              <a:xfrm>
                <a:off x="-1795175" y="3337208"/>
                <a:ext cx="61346" cy="868652"/>
              </a:xfrm>
              <a:custGeom>
                <a:avLst/>
                <a:gdLst/>
                <a:ahLst/>
                <a:cxnLst/>
                <a:rect l="l" t="t" r="r" b="b"/>
                <a:pathLst>
                  <a:path w="300" h="4248" extrusionOk="0">
                    <a:moveTo>
                      <a:pt x="281" y="1"/>
                    </a:moveTo>
                    <a:cubicBezTo>
                      <a:pt x="124" y="1"/>
                      <a:pt x="1" y="140"/>
                      <a:pt x="1" y="300"/>
                    </a:cubicBezTo>
                    <a:lnTo>
                      <a:pt x="1" y="4248"/>
                    </a:lnTo>
                    <a:lnTo>
                      <a:pt x="299" y="4248"/>
                    </a:lnTo>
                    <a:lnTo>
                      <a:pt x="299" y="1"/>
                    </a:lnTo>
                    <a:cubicBezTo>
                      <a:pt x="293" y="1"/>
                      <a:pt x="287" y="1"/>
                      <a:pt x="2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2"/>
              <p:cNvSpPr/>
              <p:nvPr/>
            </p:nvSpPr>
            <p:spPr>
              <a:xfrm>
                <a:off x="-1749984" y="3855172"/>
                <a:ext cx="3579510" cy="350692"/>
              </a:xfrm>
              <a:custGeom>
                <a:avLst/>
                <a:gdLst/>
                <a:ahLst/>
                <a:cxnLst/>
                <a:rect l="l" t="t" r="r" b="b"/>
                <a:pathLst>
                  <a:path w="17505" h="1715" extrusionOk="0">
                    <a:moveTo>
                      <a:pt x="1" y="1"/>
                    </a:moveTo>
                    <a:lnTo>
                      <a:pt x="1" y="1372"/>
                    </a:lnTo>
                    <a:lnTo>
                      <a:pt x="1" y="1715"/>
                    </a:lnTo>
                    <a:lnTo>
                      <a:pt x="17505" y="1715"/>
                    </a:lnTo>
                    <a:lnTo>
                      <a:pt x="17505" y="1372"/>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2"/>
              <p:cNvSpPr/>
              <p:nvPr/>
            </p:nvSpPr>
            <p:spPr>
              <a:xfrm>
                <a:off x="1829342" y="3204087"/>
                <a:ext cx="486470" cy="1001772"/>
              </a:xfrm>
              <a:custGeom>
                <a:avLst/>
                <a:gdLst/>
                <a:ahLst/>
                <a:cxnLst/>
                <a:rect l="l" t="t" r="r" b="b"/>
                <a:pathLst>
                  <a:path w="2379" h="4899" extrusionOk="0">
                    <a:moveTo>
                      <a:pt x="1" y="0"/>
                    </a:moveTo>
                    <a:lnTo>
                      <a:pt x="1" y="4899"/>
                    </a:lnTo>
                    <a:lnTo>
                      <a:pt x="2378" y="4899"/>
                    </a:lnTo>
                    <a:lnTo>
                      <a:pt x="2378" y="3981"/>
                    </a:lnTo>
                    <a:lnTo>
                      <a:pt x="4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2"/>
              <p:cNvSpPr/>
              <p:nvPr/>
            </p:nvSpPr>
            <p:spPr>
              <a:xfrm>
                <a:off x="-1749984" y="3466239"/>
                <a:ext cx="3579510" cy="416331"/>
              </a:xfrm>
              <a:custGeom>
                <a:avLst/>
                <a:gdLst/>
                <a:ahLst/>
                <a:cxnLst/>
                <a:rect l="l" t="t" r="r" b="b"/>
                <a:pathLst>
                  <a:path w="17505" h="2036" extrusionOk="0">
                    <a:moveTo>
                      <a:pt x="1" y="1"/>
                    </a:moveTo>
                    <a:lnTo>
                      <a:pt x="1" y="2035"/>
                    </a:lnTo>
                    <a:lnTo>
                      <a:pt x="17505" y="2035"/>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2"/>
              <p:cNvSpPr/>
              <p:nvPr/>
            </p:nvSpPr>
            <p:spPr>
              <a:xfrm>
                <a:off x="-1749984" y="3204087"/>
                <a:ext cx="3579510" cy="262354"/>
              </a:xfrm>
              <a:custGeom>
                <a:avLst/>
                <a:gdLst/>
                <a:ahLst/>
                <a:cxnLst/>
                <a:rect l="l" t="t" r="r" b="b"/>
                <a:pathLst>
                  <a:path w="17505" h="1283" extrusionOk="0">
                    <a:moveTo>
                      <a:pt x="299" y="0"/>
                    </a:moveTo>
                    <a:cubicBezTo>
                      <a:pt x="133" y="0"/>
                      <a:pt x="1" y="144"/>
                      <a:pt x="1" y="310"/>
                    </a:cubicBezTo>
                    <a:lnTo>
                      <a:pt x="1" y="1283"/>
                    </a:lnTo>
                    <a:lnTo>
                      <a:pt x="17505" y="1283"/>
                    </a:lnTo>
                    <a:lnTo>
                      <a:pt x="175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2"/>
              <p:cNvSpPr/>
              <p:nvPr/>
            </p:nvSpPr>
            <p:spPr>
              <a:xfrm>
                <a:off x="-1749984" y="3855172"/>
                <a:ext cx="3579510" cy="56847"/>
              </a:xfrm>
              <a:custGeom>
                <a:avLst/>
                <a:gdLst/>
                <a:ahLst/>
                <a:cxnLst/>
                <a:rect l="l" t="t" r="r" b="b"/>
                <a:pathLst>
                  <a:path w="17505" h="278" extrusionOk="0">
                    <a:moveTo>
                      <a:pt x="1" y="1"/>
                    </a:moveTo>
                    <a:lnTo>
                      <a:pt x="1" y="277"/>
                    </a:lnTo>
                    <a:lnTo>
                      <a:pt x="17505" y="277"/>
                    </a:lnTo>
                    <a:lnTo>
                      <a:pt x="175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2"/>
              <p:cNvSpPr/>
              <p:nvPr/>
            </p:nvSpPr>
            <p:spPr>
              <a:xfrm>
                <a:off x="-1749984" y="4146974"/>
                <a:ext cx="3579510" cy="58892"/>
              </a:xfrm>
              <a:custGeom>
                <a:avLst/>
                <a:gdLst/>
                <a:ahLst/>
                <a:cxnLst/>
                <a:rect l="l" t="t" r="r" b="b"/>
                <a:pathLst>
                  <a:path w="17505" h="288" extrusionOk="0">
                    <a:moveTo>
                      <a:pt x="1" y="0"/>
                    </a:moveTo>
                    <a:lnTo>
                      <a:pt x="1" y="288"/>
                    </a:lnTo>
                    <a:lnTo>
                      <a:pt x="17505" y="288"/>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2"/>
              <p:cNvSpPr/>
              <p:nvPr/>
            </p:nvSpPr>
            <p:spPr>
              <a:xfrm>
                <a:off x="-1749984" y="3403052"/>
                <a:ext cx="3579510" cy="63390"/>
              </a:xfrm>
              <a:custGeom>
                <a:avLst/>
                <a:gdLst/>
                <a:ahLst/>
                <a:cxnLst/>
                <a:rect l="l" t="t" r="r" b="b"/>
                <a:pathLst>
                  <a:path w="17505" h="310" extrusionOk="0">
                    <a:moveTo>
                      <a:pt x="1" y="0"/>
                    </a:moveTo>
                    <a:lnTo>
                      <a:pt x="1" y="310"/>
                    </a:lnTo>
                    <a:lnTo>
                      <a:pt x="17505" y="310"/>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2"/>
              <p:cNvSpPr/>
              <p:nvPr/>
            </p:nvSpPr>
            <p:spPr>
              <a:xfrm>
                <a:off x="1829342" y="4146974"/>
                <a:ext cx="486470" cy="58892"/>
              </a:xfrm>
              <a:custGeom>
                <a:avLst/>
                <a:gdLst/>
                <a:ahLst/>
                <a:cxnLst/>
                <a:rect l="l" t="t" r="r" b="b"/>
                <a:pathLst>
                  <a:path w="2379" h="288" extrusionOk="0">
                    <a:moveTo>
                      <a:pt x="1" y="0"/>
                    </a:moveTo>
                    <a:lnTo>
                      <a:pt x="1" y="288"/>
                    </a:lnTo>
                    <a:lnTo>
                      <a:pt x="2378" y="288"/>
                    </a:lnTo>
                    <a:lnTo>
                      <a:pt x="23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2"/>
              <p:cNvSpPr/>
              <p:nvPr/>
            </p:nvSpPr>
            <p:spPr>
              <a:xfrm>
                <a:off x="1829342" y="4205661"/>
                <a:ext cx="486470" cy="174221"/>
              </a:xfrm>
              <a:custGeom>
                <a:avLst/>
                <a:gdLst/>
                <a:ahLst/>
                <a:cxnLst/>
                <a:rect l="l" t="t" r="r" b="b"/>
                <a:pathLst>
                  <a:path w="2379" h="852" extrusionOk="0">
                    <a:moveTo>
                      <a:pt x="1" y="1"/>
                    </a:moveTo>
                    <a:lnTo>
                      <a:pt x="1" y="852"/>
                    </a:lnTo>
                    <a:lnTo>
                      <a:pt x="1372" y="852"/>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2"/>
              <p:cNvSpPr/>
              <p:nvPr/>
            </p:nvSpPr>
            <p:spPr>
              <a:xfrm>
                <a:off x="1829342" y="4379679"/>
                <a:ext cx="280758" cy="135983"/>
              </a:xfrm>
              <a:custGeom>
                <a:avLst/>
                <a:gdLst/>
                <a:ahLst/>
                <a:cxnLst/>
                <a:rect l="l" t="t" r="r" b="b"/>
                <a:pathLst>
                  <a:path w="1373" h="665" extrusionOk="0">
                    <a:moveTo>
                      <a:pt x="1" y="1"/>
                    </a:moveTo>
                    <a:lnTo>
                      <a:pt x="1" y="664"/>
                    </a:lnTo>
                    <a:lnTo>
                      <a:pt x="1372" y="664"/>
                    </a:lnTo>
                    <a:lnTo>
                      <a:pt x="13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2"/>
              <p:cNvSpPr/>
              <p:nvPr/>
            </p:nvSpPr>
            <p:spPr>
              <a:xfrm>
                <a:off x="1987614" y="4515458"/>
                <a:ext cx="122487" cy="88338"/>
              </a:xfrm>
              <a:custGeom>
                <a:avLst/>
                <a:gdLst/>
                <a:ahLst/>
                <a:cxnLst/>
                <a:rect l="l" t="t" r="r" b="b"/>
                <a:pathLst>
                  <a:path w="599" h="432" extrusionOk="0">
                    <a:moveTo>
                      <a:pt x="1" y="0"/>
                    </a:moveTo>
                    <a:lnTo>
                      <a:pt x="1" y="432"/>
                    </a:lnTo>
                    <a:lnTo>
                      <a:pt x="598" y="432"/>
                    </a:lnTo>
                    <a:lnTo>
                      <a:pt x="5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2"/>
              <p:cNvSpPr/>
              <p:nvPr/>
            </p:nvSpPr>
            <p:spPr>
              <a:xfrm>
                <a:off x="-501800" y="4379679"/>
                <a:ext cx="1472292" cy="224116"/>
              </a:xfrm>
              <a:custGeom>
                <a:avLst/>
                <a:gdLst/>
                <a:ahLst/>
                <a:cxnLst/>
                <a:rect l="l" t="t" r="r" b="b"/>
                <a:pathLst>
                  <a:path w="7200" h="1096" extrusionOk="0">
                    <a:moveTo>
                      <a:pt x="1" y="1"/>
                    </a:moveTo>
                    <a:lnTo>
                      <a:pt x="1" y="1096"/>
                    </a:lnTo>
                    <a:lnTo>
                      <a:pt x="7199" y="1096"/>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2"/>
              <p:cNvSpPr/>
              <p:nvPr/>
            </p:nvSpPr>
            <p:spPr>
              <a:xfrm>
                <a:off x="-1749984" y="4379679"/>
                <a:ext cx="144980" cy="224116"/>
              </a:xfrm>
              <a:custGeom>
                <a:avLst/>
                <a:gdLst/>
                <a:ahLst/>
                <a:cxnLst/>
                <a:rect l="l" t="t" r="r" b="b"/>
                <a:pathLst>
                  <a:path w="709" h="1096" extrusionOk="0">
                    <a:moveTo>
                      <a:pt x="1" y="1"/>
                    </a:moveTo>
                    <a:lnTo>
                      <a:pt x="1" y="653"/>
                    </a:lnTo>
                    <a:lnTo>
                      <a:pt x="432" y="1096"/>
                    </a:lnTo>
                    <a:lnTo>
                      <a:pt x="708" y="1096"/>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2"/>
              <p:cNvSpPr/>
              <p:nvPr/>
            </p:nvSpPr>
            <p:spPr>
              <a:xfrm>
                <a:off x="-1607457" y="3348659"/>
                <a:ext cx="29650" cy="27401"/>
              </a:xfrm>
              <a:custGeom>
                <a:avLst/>
                <a:gdLst/>
                <a:ahLst/>
                <a:cxnLst/>
                <a:rect l="l" t="t" r="r" b="b"/>
                <a:pathLst>
                  <a:path w="145" h="134" extrusionOk="0">
                    <a:moveTo>
                      <a:pt x="0" y="1"/>
                    </a:moveTo>
                    <a:lnTo>
                      <a:pt x="0" y="133"/>
                    </a:lnTo>
                    <a:lnTo>
                      <a:pt x="144" y="133"/>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2"/>
              <p:cNvSpPr/>
              <p:nvPr/>
            </p:nvSpPr>
            <p:spPr>
              <a:xfrm>
                <a:off x="-1607457" y="3292221"/>
                <a:ext cx="29650" cy="27197"/>
              </a:xfrm>
              <a:custGeom>
                <a:avLst/>
                <a:gdLst/>
                <a:ahLst/>
                <a:cxnLst/>
                <a:rect l="l" t="t" r="r" b="b"/>
                <a:pathLst>
                  <a:path w="145" h="133" extrusionOk="0">
                    <a:moveTo>
                      <a:pt x="0" y="0"/>
                    </a:moveTo>
                    <a:lnTo>
                      <a:pt x="0" y="133"/>
                    </a:lnTo>
                    <a:lnTo>
                      <a:pt x="144" y="133"/>
                    </a:lnTo>
                    <a:lnTo>
                      <a:pt x="14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2"/>
              <p:cNvSpPr/>
              <p:nvPr/>
            </p:nvSpPr>
            <p:spPr>
              <a:xfrm>
                <a:off x="-1607457" y="3235578"/>
                <a:ext cx="29650" cy="29650"/>
              </a:xfrm>
              <a:custGeom>
                <a:avLst/>
                <a:gdLst/>
                <a:ahLst/>
                <a:cxnLst/>
                <a:rect l="l" t="t" r="r" b="b"/>
                <a:pathLst>
                  <a:path w="145" h="145" extrusionOk="0">
                    <a:moveTo>
                      <a:pt x="0" y="1"/>
                    </a:moveTo>
                    <a:lnTo>
                      <a:pt x="0" y="145"/>
                    </a:lnTo>
                    <a:lnTo>
                      <a:pt x="144" y="145"/>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2"/>
              <p:cNvSpPr/>
              <p:nvPr/>
            </p:nvSpPr>
            <p:spPr>
              <a:xfrm>
                <a:off x="-1575761" y="3348659"/>
                <a:ext cx="303047" cy="27401"/>
              </a:xfrm>
              <a:custGeom>
                <a:avLst/>
                <a:gdLst/>
                <a:ahLst/>
                <a:cxnLst/>
                <a:rect l="l" t="t" r="r" b="b"/>
                <a:pathLst>
                  <a:path w="1482" h="134" extrusionOk="0">
                    <a:moveTo>
                      <a:pt x="0" y="1"/>
                    </a:moveTo>
                    <a:lnTo>
                      <a:pt x="0" y="133"/>
                    </a:lnTo>
                    <a:lnTo>
                      <a:pt x="1482" y="133"/>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2"/>
              <p:cNvSpPr/>
              <p:nvPr/>
            </p:nvSpPr>
            <p:spPr>
              <a:xfrm>
                <a:off x="-1575761" y="3292221"/>
                <a:ext cx="303047" cy="27197"/>
              </a:xfrm>
              <a:custGeom>
                <a:avLst/>
                <a:gdLst/>
                <a:ahLst/>
                <a:cxnLst/>
                <a:rect l="l" t="t" r="r" b="b"/>
                <a:pathLst>
                  <a:path w="1482" h="133" extrusionOk="0">
                    <a:moveTo>
                      <a:pt x="0" y="0"/>
                    </a:moveTo>
                    <a:lnTo>
                      <a:pt x="0" y="133"/>
                    </a:lnTo>
                    <a:lnTo>
                      <a:pt x="1482" y="133"/>
                    </a:lnTo>
                    <a:lnTo>
                      <a:pt x="1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2"/>
              <p:cNvSpPr/>
              <p:nvPr/>
            </p:nvSpPr>
            <p:spPr>
              <a:xfrm>
                <a:off x="-1575761" y="3235578"/>
                <a:ext cx="303047" cy="29650"/>
              </a:xfrm>
              <a:custGeom>
                <a:avLst/>
                <a:gdLst/>
                <a:ahLst/>
                <a:cxnLst/>
                <a:rect l="l" t="t" r="r" b="b"/>
                <a:pathLst>
                  <a:path w="1482" h="145" extrusionOk="0">
                    <a:moveTo>
                      <a:pt x="0" y="1"/>
                    </a:moveTo>
                    <a:lnTo>
                      <a:pt x="0" y="145"/>
                    </a:lnTo>
                    <a:lnTo>
                      <a:pt x="1482" y="145"/>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2"/>
              <p:cNvSpPr/>
              <p:nvPr/>
            </p:nvSpPr>
            <p:spPr>
              <a:xfrm>
                <a:off x="-969869"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2"/>
              <p:cNvSpPr/>
              <p:nvPr/>
            </p:nvSpPr>
            <p:spPr>
              <a:xfrm>
                <a:off x="-978866"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2"/>
              <p:cNvSpPr/>
              <p:nvPr/>
            </p:nvSpPr>
            <p:spPr>
              <a:xfrm>
                <a:off x="-307334"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2"/>
              <p:cNvSpPr/>
              <p:nvPr/>
            </p:nvSpPr>
            <p:spPr>
              <a:xfrm>
                <a:off x="-316331"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2"/>
              <p:cNvSpPr/>
              <p:nvPr/>
            </p:nvSpPr>
            <p:spPr>
              <a:xfrm>
                <a:off x="357451"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2"/>
              <p:cNvSpPr/>
              <p:nvPr/>
            </p:nvSpPr>
            <p:spPr>
              <a:xfrm>
                <a:off x="346204"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2"/>
              <p:cNvSpPr/>
              <p:nvPr/>
            </p:nvSpPr>
            <p:spPr>
              <a:xfrm>
                <a:off x="1019986"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2"/>
              <p:cNvSpPr/>
              <p:nvPr/>
            </p:nvSpPr>
            <p:spPr>
              <a:xfrm>
                <a:off x="1008739"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2"/>
              <p:cNvSpPr/>
              <p:nvPr/>
            </p:nvSpPr>
            <p:spPr>
              <a:xfrm>
                <a:off x="970296" y="4205661"/>
                <a:ext cx="859246" cy="54393"/>
              </a:xfrm>
              <a:custGeom>
                <a:avLst/>
                <a:gdLst/>
                <a:ahLst/>
                <a:cxnLst/>
                <a:rect l="l" t="t" r="r" b="b"/>
                <a:pathLst>
                  <a:path w="4202" h="266" extrusionOk="0">
                    <a:moveTo>
                      <a:pt x="0" y="1"/>
                    </a:moveTo>
                    <a:lnTo>
                      <a:pt x="0" y="266"/>
                    </a:lnTo>
                    <a:lnTo>
                      <a:pt x="4202" y="266"/>
                    </a:lnTo>
                    <a:lnTo>
                      <a:pt x="42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2"/>
              <p:cNvSpPr/>
              <p:nvPr/>
            </p:nvSpPr>
            <p:spPr>
              <a:xfrm>
                <a:off x="1666571" y="3154192"/>
                <a:ext cx="27401" cy="50099"/>
              </a:xfrm>
              <a:custGeom>
                <a:avLst/>
                <a:gdLst/>
                <a:ahLst/>
                <a:cxnLst/>
                <a:rect l="l" t="t" r="r" b="b"/>
                <a:pathLst>
                  <a:path w="134" h="245" extrusionOk="0">
                    <a:moveTo>
                      <a:pt x="1" y="1"/>
                    </a:moveTo>
                    <a:lnTo>
                      <a:pt x="1" y="244"/>
                    </a:lnTo>
                    <a:lnTo>
                      <a:pt x="133" y="244"/>
                    </a:lnTo>
                    <a:lnTo>
                      <a:pt x="13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2"/>
              <p:cNvSpPr/>
              <p:nvPr/>
            </p:nvSpPr>
            <p:spPr>
              <a:xfrm>
                <a:off x="1438160"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2"/>
              <p:cNvSpPr/>
              <p:nvPr/>
            </p:nvSpPr>
            <p:spPr>
              <a:xfrm>
                <a:off x="1567191" y="3154192"/>
                <a:ext cx="24947" cy="99789"/>
              </a:xfrm>
              <a:custGeom>
                <a:avLst/>
                <a:gdLst/>
                <a:ahLst/>
                <a:cxnLst/>
                <a:rect l="l" t="t" r="r" b="b"/>
                <a:pathLst>
                  <a:path w="122" h="488" extrusionOk="0">
                    <a:moveTo>
                      <a:pt x="0" y="1"/>
                    </a:moveTo>
                    <a:lnTo>
                      <a:pt x="0" y="487"/>
                    </a:lnTo>
                    <a:lnTo>
                      <a:pt x="122" y="487"/>
                    </a:lnTo>
                    <a:lnTo>
                      <a:pt x="12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2"/>
              <p:cNvSpPr/>
              <p:nvPr/>
            </p:nvSpPr>
            <p:spPr>
              <a:xfrm>
                <a:off x="1591933"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2"/>
              <p:cNvSpPr/>
              <p:nvPr/>
            </p:nvSpPr>
            <p:spPr>
              <a:xfrm>
                <a:off x="138037" y="3154192"/>
                <a:ext cx="25152" cy="50099"/>
              </a:xfrm>
              <a:custGeom>
                <a:avLst/>
                <a:gdLst/>
                <a:ahLst/>
                <a:cxnLst/>
                <a:rect l="l" t="t" r="r" b="b"/>
                <a:pathLst>
                  <a:path w="123" h="245" extrusionOk="0">
                    <a:moveTo>
                      <a:pt x="1" y="1"/>
                    </a:moveTo>
                    <a:lnTo>
                      <a:pt x="1" y="244"/>
                    </a:lnTo>
                    <a:lnTo>
                      <a:pt x="122" y="244"/>
                    </a:lnTo>
                    <a:lnTo>
                      <a:pt x="1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2"/>
              <p:cNvSpPr/>
              <p:nvPr/>
            </p:nvSpPr>
            <p:spPr>
              <a:xfrm>
                <a:off x="-92623"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2"/>
              <p:cNvSpPr/>
              <p:nvPr/>
            </p:nvSpPr>
            <p:spPr>
              <a:xfrm>
                <a:off x="36407" y="3154192"/>
                <a:ext cx="27197" cy="99789"/>
              </a:xfrm>
              <a:custGeom>
                <a:avLst/>
                <a:gdLst/>
                <a:ahLst/>
                <a:cxnLst/>
                <a:rect l="l" t="t" r="r" b="b"/>
                <a:pathLst>
                  <a:path w="133" h="488" extrusionOk="0">
                    <a:moveTo>
                      <a:pt x="0" y="1"/>
                    </a:moveTo>
                    <a:lnTo>
                      <a:pt x="0" y="487"/>
                    </a:lnTo>
                    <a:lnTo>
                      <a:pt x="133" y="487"/>
                    </a:lnTo>
                    <a:lnTo>
                      <a:pt x="1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2"/>
              <p:cNvSpPr/>
              <p:nvPr/>
            </p:nvSpPr>
            <p:spPr>
              <a:xfrm>
                <a:off x="63400"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2"/>
              <p:cNvSpPr/>
              <p:nvPr/>
            </p:nvSpPr>
            <p:spPr>
              <a:xfrm>
                <a:off x="-1605207"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2"/>
              <p:cNvSpPr/>
              <p:nvPr/>
            </p:nvSpPr>
            <p:spPr>
              <a:xfrm>
                <a:off x="-1424237" y="3491186"/>
                <a:ext cx="167473" cy="714675"/>
              </a:xfrm>
              <a:custGeom>
                <a:avLst/>
                <a:gdLst/>
                <a:ahLst/>
                <a:cxnLst/>
                <a:rect l="l" t="t" r="r" b="b"/>
                <a:pathLst>
                  <a:path w="819" h="3495" extrusionOk="0">
                    <a:moveTo>
                      <a:pt x="0" y="0"/>
                    </a:moveTo>
                    <a:lnTo>
                      <a:pt x="0" y="3495"/>
                    </a:lnTo>
                    <a:lnTo>
                      <a:pt x="818" y="3495"/>
                    </a:lnTo>
                    <a:lnTo>
                      <a:pt x="8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2"/>
              <p:cNvSpPr/>
              <p:nvPr/>
            </p:nvSpPr>
            <p:spPr>
              <a:xfrm>
                <a:off x="-1437938" y="3491186"/>
                <a:ext cx="13905" cy="714675"/>
              </a:xfrm>
              <a:custGeom>
                <a:avLst/>
                <a:gdLst/>
                <a:ahLst/>
                <a:cxnLst/>
                <a:rect l="l" t="t" r="r" b="b"/>
                <a:pathLst>
                  <a:path w="68"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2"/>
              <p:cNvSpPr/>
              <p:nvPr/>
            </p:nvSpPr>
            <p:spPr>
              <a:xfrm>
                <a:off x="-1580260" y="3529629"/>
                <a:ext cx="24947" cy="278304"/>
              </a:xfrm>
              <a:custGeom>
                <a:avLst/>
                <a:gdLst/>
                <a:ahLst/>
                <a:cxnLst/>
                <a:rect l="l" t="t" r="r" b="b"/>
                <a:pathLst>
                  <a:path w="122" h="1361" extrusionOk="0">
                    <a:moveTo>
                      <a:pt x="89" y="0"/>
                    </a:moveTo>
                    <a:cubicBezTo>
                      <a:pt x="44" y="0"/>
                      <a:pt x="0" y="34"/>
                      <a:pt x="0" y="78"/>
                    </a:cubicBezTo>
                    <a:lnTo>
                      <a:pt x="0" y="1283"/>
                    </a:lnTo>
                    <a:cubicBezTo>
                      <a:pt x="0" y="1327"/>
                      <a:pt x="44" y="1360"/>
                      <a:pt x="89" y="1360"/>
                    </a:cubicBezTo>
                    <a:lnTo>
                      <a:pt x="122" y="1360"/>
                    </a:lnTo>
                    <a:cubicBezTo>
                      <a:pt x="77" y="1360"/>
                      <a:pt x="33" y="1327"/>
                      <a:pt x="44" y="1283"/>
                    </a:cubicBezTo>
                    <a:lnTo>
                      <a:pt x="44" y="78"/>
                    </a:lnTo>
                    <a:cubicBezTo>
                      <a:pt x="33" y="34"/>
                      <a:pt x="77"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2"/>
              <p:cNvSpPr/>
              <p:nvPr/>
            </p:nvSpPr>
            <p:spPr>
              <a:xfrm>
                <a:off x="-1399494"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2"/>
              <p:cNvSpPr/>
              <p:nvPr/>
            </p:nvSpPr>
            <p:spPr>
              <a:xfrm>
                <a:off x="-1487628" y="3529629"/>
                <a:ext cx="25152" cy="278304"/>
              </a:xfrm>
              <a:custGeom>
                <a:avLst/>
                <a:gdLst/>
                <a:ahLst/>
                <a:cxnLst/>
                <a:rect l="l" t="t" r="r" b="b"/>
                <a:pathLst>
                  <a:path w="123" h="1361" extrusionOk="0">
                    <a:moveTo>
                      <a:pt x="0" y="0"/>
                    </a:moveTo>
                    <a:cubicBezTo>
                      <a:pt x="45" y="0"/>
                      <a:pt x="78" y="34"/>
                      <a:pt x="78" y="78"/>
                    </a:cubicBezTo>
                    <a:lnTo>
                      <a:pt x="78" y="1283"/>
                    </a:lnTo>
                    <a:cubicBezTo>
                      <a:pt x="78" y="1327"/>
                      <a:pt x="45" y="1360"/>
                      <a:pt x="0" y="1360"/>
                    </a:cubicBezTo>
                    <a:lnTo>
                      <a:pt x="34" y="1360"/>
                    </a:lnTo>
                    <a:cubicBezTo>
                      <a:pt x="78" y="1360"/>
                      <a:pt x="122" y="1327"/>
                      <a:pt x="122" y="1283"/>
                    </a:cubicBezTo>
                    <a:lnTo>
                      <a:pt x="122" y="78"/>
                    </a:lnTo>
                    <a:cubicBezTo>
                      <a:pt x="122"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2"/>
              <p:cNvSpPr/>
              <p:nvPr/>
            </p:nvSpPr>
            <p:spPr>
              <a:xfrm>
                <a:off x="-1571263" y="3529629"/>
                <a:ext cx="99584" cy="278304"/>
              </a:xfrm>
              <a:custGeom>
                <a:avLst/>
                <a:gdLst/>
                <a:ahLst/>
                <a:cxnLst/>
                <a:rect l="l" t="t" r="r" b="b"/>
                <a:pathLst>
                  <a:path w="487" h="1361" extrusionOk="0">
                    <a:moveTo>
                      <a:pt x="78" y="0"/>
                    </a:moveTo>
                    <a:cubicBezTo>
                      <a:pt x="33" y="0"/>
                      <a:pt x="0" y="34"/>
                      <a:pt x="0" y="78"/>
                    </a:cubicBezTo>
                    <a:lnTo>
                      <a:pt x="0" y="1283"/>
                    </a:lnTo>
                    <a:cubicBezTo>
                      <a:pt x="0" y="1327"/>
                      <a:pt x="33" y="1360"/>
                      <a:pt x="78" y="1360"/>
                    </a:cubicBezTo>
                    <a:lnTo>
                      <a:pt x="409" y="1360"/>
                    </a:lnTo>
                    <a:cubicBezTo>
                      <a:pt x="454" y="1360"/>
                      <a:pt x="487" y="1327"/>
                      <a:pt x="487" y="1283"/>
                    </a:cubicBezTo>
                    <a:lnTo>
                      <a:pt x="487" y="78"/>
                    </a:lnTo>
                    <a:cubicBezTo>
                      <a:pt x="487" y="34"/>
                      <a:pt x="454" y="0"/>
                      <a:pt x="4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2"/>
              <p:cNvSpPr/>
              <p:nvPr/>
            </p:nvSpPr>
            <p:spPr>
              <a:xfrm>
                <a:off x="-1306658" y="3529629"/>
                <a:ext cx="24947" cy="278304"/>
              </a:xfrm>
              <a:custGeom>
                <a:avLst/>
                <a:gdLst/>
                <a:ahLst/>
                <a:cxnLst/>
                <a:rect l="l" t="t" r="r" b="b"/>
                <a:pathLst>
                  <a:path w="122" h="1361" extrusionOk="0">
                    <a:moveTo>
                      <a:pt x="0" y="0"/>
                    </a:moveTo>
                    <a:cubicBezTo>
                      <a:pt x="44" y="0"/>
                      <a:pt x="77" y="34"/>
                      <a:pt x="77" y="78"/>
                    </a:cubicBezTo>
                    <a:lnTo>
                      <a:pt x="77" y="1283"/>
                    </a:lnTo>
                    <a:cubicBezTo>
                      <a:pt x="77" y="1327"/>
                      <a:pt x="44" y="1360"/>
                      <a:pt x="0" y="1360"/>
                    </a:cubicBezTo>
                    <a:lnTo>
                      <a:pt x="33" y="1360"/>
                    </a:lnTo>
                    <a:cubicBezTo>
                      <a:pt x="77" y="1360"/>
                      <a:pt x="122" y="1327"/>
                      <a:pt x="122" y="1283"/>
                    </a:cubicBezTo>
                    <a:lnTo>
                      <a:pt x="122" y="78"/>
                    </a:lnTo>
                    <a:cubicBezTo>
                      <a:pt x="122" y="34"/>
                      <a:pt x="77"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2"/>
              <p:cNvSpPr/>
              <p:nvPr/>
            </p:nvSpPr>
            <p:spPr>
              <a:xfrm>
                <a:off x="-1390497" y="3529629"/>
                <a:ext cx="102038" cy="278304"/>
              </a:xfrm>
              <a:custGeom>
                <a:avLst/>
                <a:gdLst/>
                <a:ahLst/>
                <a:cxnLst/>
                <a:rect l="l" t="t" r="r" b="b"/>
                <a:pathLst>
                  <a:path w="499" h="1361" extrusionOk="0">
                    <a:moveTo>
                      <a:pt x="78" y="0"/>
                    </a:moveTo>
                    <a:cubicBezTo>
                      <a:pt x="34" y="0"/>
                      <a:pt x="1" y="34"/>
                      <a:pt x="1" y="78"/>
                    </a:cubicBezTo>
                    <a:lnTo>
                      <a:pt x="1" y="1283"/>
                    </a:lnTo>
                    <a:cubicBezTo>
                      <a:pt x="1" y="1327"/>
                      <a:pt x="34" y="1360"/>
                      <a:pt x="78" y="1360"/>
                    </a:cubicBezTo>
                    <a:lnTo>
                      <a:pt x="410" y="1360"/>
                    </a:lnTo>
                    <a:cubicBezTo>
                      <a:pt x="454" y="1360"/>
                      <a:pt x="499" y="1327"/>
                      <a:pt x="499" y="1283"/>
                    </a:cubicBezTo>
                    <a:lnTo>
                      <a:pt x="499" y="78"/>
                    </a:lnTo>
                    <a:cubicBezTo>
                      <a:pt x="499" y="34"/>
                      <a:pt x="454" y="0"/>
                      <a:pt x="4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2"/>
              <p:cNvSpPr/>
              <p:nvPr/>
            </p:nvSpPr>
            <p:spPr>
              <a:xfrm>
                <a:off x="-1605207"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2"/>
              <p:cNvSpPr/>
              <p:nvPr/>
            </p:nvSpPr>
            <p:spPr>
              <a:xfrm>
                <a:off x="-1424237" y="3914064"/>
                <a:ext cx="167473" cy="56642"/>
              </a:xfrm>
              <a:custGeom>
                <a:avLst/>
                <a:gdLst/>
                <a:ahLst/>
                <a:cxnLst/>
                <a:rect l="l" t="t" r="r" b="b"/>
                <a:pathLst>
                  <a:path w="819" h="277" extrusionOk="0">
                    <a:moveTo>
                      <a:pt x="0" y="0"/>
                    </a:moveTo>
                    <a:lnTo>
                      <a:pt x="0" y="277"/>
                    </a:lnTo>
                    <a:lnTo>
                      <a:pt x="818" y="277"/>
                    </a:lnTo>
                    <a:lnTo>
                      <a:pt x="8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2"/>
              <p:cNvSpPr/>
              <p:nvPr/>
            </p:nvSpPr>
            <p:spPr>
              <a:xfrm>
                <a:off x="-1620953" y="3491186"/>
                <a:ext cx="15950" cy="364188"/>
              </a:xfrm>
              <a:custGeom>
                <a:avLst/>
                <a:gdLst/>
                <a:ahLst/>
                <a:cxnLst/>
                <a:rect l="l" t="t" r="r" b="b"/>
                <a:pathLst>
                  <a:path w="78" h="1781" extrusionOk="0">
                    <a:moveTo>
                      <a:pt x="0" y="0"/>
                    </a:moveTo>
                    <a:lnTo>
                      <a:pt x="0" y="1781"/>
                    </a:lnTo>
                    <a:lnTo>
                      <a:pt x="77" y="1781"/>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2"/>
              <p:cNvSpPr/>
              <p:nvPr/>
            </p:nvSpPr>
            <p:spPr>
              <a:xfrm>
                <a:off x="-1620953" y="3914064"/>
                <a:ext cx="15950" cy="291800"/>
              </a:xfrm>
              <a:custGeom>
                <a:avLst/>
                <a:gdLst/>
                <a:ahLst/>
                <a:cxnLst/>
                <a:rect l="l" t="t" r="r" b="b"/>
                <a:pathLst>
                  <a:path w="78" h="1427" extrusionOk="0">
                    <a:moveTo>
                      <a:pt x="0" y="0"/>
                    </a:moveTo>
                    <a:lnTo>
                      <a:pt x="0" y="1427"/>
                    </a:lnTo>
                    <a:lnTo>
                      <a:pt x="77" y="1427"/>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2"/>
              <p:cNvSpPr/>
              <p:nvPr/>
            </p:nvSpPr>
            <p:spPr>
              <a:xfrm>
                <a:off x="-1620953" y="3855172"/>
                <a:ext cx="15950" cy="59096"/>
              </a:xfrm>
              <a:custGeom>
                <a:avLst/>
                <a:gdLst/>
                <a:ahLst/>
                <a:cxnLst/>
                <a:rect l="l" t="t" r="r" b="b"/>
                <a:pathLst>
                  <a:path w="78" h="289" extrusionOk="0">
                    <a:moveTo>
                      <a:pt x="0" y="1"/>
                    </a:moveTo>
                    <a:lnTo>
                      <a:pt x="0" y="288"/>
                    </a:lnTo>
                    <a:lnTo>
                      <a:pt x="77" y="288"/>
                    </a:lnTo>
                    <a:lnTo>
                      <a:pt x="77"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2"/>
              <p:cNvSpPr/>
              <p:nvPr/>
            </p:nvSpPr>
            <p:spPr>
              <a:xfrm>
                <a:off x="-1620953" y="4146974"/>
                <a:ext cx="15950" cy="58892"/>
              </a:xfrm>
              <a:custGeom>
                <a:avLst/>
                <a:gdLst/>
                <a:ahLst/>
                <a:cxnLst/>
                <a:rect l="l" t="t" r="r" b="b"/>
                <a:pathLst>
                  <a:path w="78" h="288" extrusionOk="0">
                    <a:moveTo>
                      <a:pt x="0" y="0"/>
                    </a:moveTo>
                    <a:lnTo>
                      <a:pt x="0" y="288"/>
                    </a:lnTo>
                    <a:lnTo>
                      <a:pt x="77" y="288"/>
                    </a:lnTo>
                    <a:lnTo>
                      <a:pt x="77"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2"/>
              <p:cNvSpPr/>
              <p:nvPr/>
            </p:nvSpPr>
            <p:spPr>
              <a:xfrm>
                <a:off x="-1444686" y="3491186"/>
                <a:ext cx="6952" cy="714675"/>
              </a:xfrm>
              <a:custGeom>
                <a:avLst/>
                <a:gdLst/>
                <a:ahLst/>
                <a:cxnLst/>
                <a:rect l="l" t="t" r="r" b="b"/>
                <a:pathLst>
                  <a:path w="34" h="3495" extrusionOk="0">
                    <a:moveTo>
                      <a:pt x="1" y="0"/>
                    </a:moveTo>
                    <a:lnTo>
                      <a:pt x="1"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2"/>
              <p:cNvSpPr/>
              <p:nvPr/>
            </p:nvSpPr>
            <p:spPr>
              <a:xfrm>
                <a:off x="-127066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2"/>
              <p:cNvSpPr/>
              <p:nvPr/>
            </p:nvSpPr>
            <p:spPr>
              <a:xfrm>
                <a:off x="1176009"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2"/>
              <p:cNvSpPr/>
              <p:nvPr/>
            </p:nvSpPr>
            <p:spPr>
              <a:xfrm>
                <a:off x="1356774" y="3491186"/>
                <a:ext cx="167678" cy="714675"/>
              </a:xfrm>
              <a:custGeom>
                <a:avLst/>
                <a:gdLst/>
                <a:ahLst/>
                <a:cxnLst/>
                <a:rect l="l" t="t" r="r" b="b"/>
                <a:pathLst>
                  <a:path w="820" h="3495" extrusionOk="0">
                    <a:moveTo>
                      <a:pt x="1" y="0"/>
                    </a:moveTo>
                    <a:lnTo>
                      <a:pt x="1"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2"/>
              <p:cNvSpPr/>
              <p:nvPr/>
            </p:nvSpPr>
            <p:spPr>
              <a:xfrm>
                <a:off x="1343278" y="3491186"/>
                <a:ext cx="13700" cy="714675"/>
              </a:xfrm>
              <a:custGeom>
                <a:avLst/>
                <a:gdLst/>
                <a:ahLst/>
                <a:cxnLst/>
                <a:rect l="l" t="t" r="r" b="b"/>
                <a:pathLst>
                  <a:path w="67"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2"/>
              <p:cNvSpPr/>
              <p:nvPr/>
            </p:nvSpPr>
            <p:spPr>
              <a:xfrm>
                <a:off x="1200751"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3" y="1360"/>
                    </a:lnTo>
                    <a:cubicBezTo>
                      <a:pt x="78" y="1360"/>
                      <a:pt x="45" y="1327"/>
                      <a:pt x="45" y="1283"/>
                    </a:cubicBezTo>
                    <a:lnTo>
                      <a:pt x="45" y="78"/>
                    </a:lnTo>
                    <a:cubicBezTo>
                      <a:pt x="34" y="34"/>
                      <a:pt x="78"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2"/>
              <p:cNvSpPr/>
              <p:nvPr/>
            </p:nvSpPr>
            <p:spPr>
              <a:xfrm>
                <a:off x="1381722"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2"/>
              <p:cNvSpPr/>
              <p:nvPr/>
            </p:nvSpPr>
            <p:spPr>
              <a:xfrm>
                <a:off x="1293588" y="3529629"/>
                <a:ext cx="24947" cy="278304"/>
              </a:xfrm>
              <a:custGeom>
                <a:avLst/>
                <a:gdLst/>
                <a:ahLst/>
                <a:cxnLst/>
                <a:rect l="l" t="t" r="r" b="b"/>
                <a:pathLst>
                  <a:path w="122" h="1361" extrusionOk="0">
                    <a:moveTo>
                      <a:pt x="0" y="0"/>
                    </a:moveTo>
                    <a:cubicBezTo>
                      <a:pt x="44" y="0"/>
                      <a:pt x="78" y="34"/>
                      <a:pt x="78" y="78"/>
                    </a:cubicBezTo>
                    <a:lnTo>
                      <a:pt x="78" y="1283"/>
                    </a:lnTo>
                    <a:cubicBezTo>
                      <a:pt x="78" y="1327"/>
                      <a:pt x="44" y="1360"/>
                      <a:pt x="0" y="1360"/>
                    </a:cubicBezTo>
                    <a:lnTo>
                      <a:pt x="33" y="1360"/>
                    </a:lnTo>
                    <a:cubicBezTo>
                      <a:pt x="78" y="1360"/>
                      <a:pt x="122" y="1327"/>
                      <a:pt x="122" y="1283"/>
                    </a:cubicBezTo>
                    <a:lnTo>
                      <a:pt x="122" y="78"/>
                    </a:lnTo>
                    <a:cubicBezTo>
                      <a:pt x="122"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2"/>
              <p:cNvSpPr/>
              <p:nvPr/>
            </p:nvSpPr>
            <p:spPr>
              <a:xfrm>
                <a:off x="1207704" y="3529629"/>
                <a:ext cx="101834" cy="278304"/>
              </a:xfrm>
              <a:custGeom>
                <a:avLst/>
                <a:gdLst/>
                <a:ahLst/>
                <a:cxnLst/>
                <a:rect l="l" t="t" r="r" b="b"/>
                <a:pathLst>
                  <a:path w="498" h="1361" extrusionOk="0">
                    <a:moveTo>
                      <a:pt x="89" y="0"/>
                    </a:moveTo>
                    <a:cubicBezTo>
                      <a:pt x="44" y="0"/>
                      <a:pt x="0" y="34"/>
                      <a:pt x="0" y="78"/>
                    </a:cubicBezTo>
                    <a:lnTo>
                      <a:pt x="0" y="1283"/>
                    </a:lnTo>
                    <a:cubicBezTo>
                      <a:pt x="0" y="1327"/>
                      <a:pt x="44" y="1360"/>
                      <a:pt x="89" y="1360"/>
                    </a:cubicBezTo>
                    <a:lnTo>
                      <a:pt x="420" y="1360"/>
                    </a:lnTo>
                    <a:cubicBezTo>
                      <a:pt x="464" y="1360"/>
                      <a:pt x="498" y="1327"/>
                      <a:pt x="498" y="1283"/>
                    </a:cubicBezTo>
                    <a:lnTo>
                      <a:pt x="498" y="78"/>
                    </a:lnTo>
                    <a:cubicBezTo>
                      <a:pt x="498" y="34"/>
                      <a:pt x="464" y="0"/>
                      <a:pt x="4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2"/>
              <p:cNvSpPr/>
              <p:nvPr/>
            </p:nvSpPr>
            <p:spPr>
              <a:xfrm>
                <a:off x="1474354" y="3529629"/>
                <a:ext cx="25152" cy="278304"/>
              </a:xfrm>
              <a:custGeom>
                <a:avLst/>
                <a:gdLst/>
                <a:ahLst/>
                <a:cxnLst/>
                <a:rect l="l" t="t" r="r" b="b"/>
                <a:pathLst>
                  <a:path w="123" h="1361" extrusionOk="0">
                    <a:moveTo>
                      <a:pt x="1" y="0"/>
                    </a:moveTo>
                    <a:cubicBezTo>
                      <a:pt x="45" y="0"/>
                      <a:pt x="78" y="34"/>
                      <a:pt x="78" y="78"/>
                    </a:cubicBezTo>
                    <a:lnTo>
                      <a:pt x="78" y="1283"/>
                    </a:lnTo>
                    <a:cubicBezTo>
                      <a:pt x="78" y="1327"/>
                      <a:pt x="45" y="1360"/>
                      <a:pt x="1" y="1360"/>
                    </a:cubicBezTo>
                    <a:lnTo>
                      <a:pt x="34" y="1360"/>
                    </a:lnTo>
                    <a:cubicBezTo>
                      <a:pt x="78" y="1360"/>
                      <a:pt x="123" y="1327"/>
                      <a:pt x="123" y="1283"/>
                    </a:cubicBezTo>
                    <a:lnTo>
                      <a:pt x="123" y="78"/>
                    </a:lnTo>
                    <a:cubicBezTo>
                      <a:pt x="123"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2"/>
              <p:cNvSpPr/>
              <p:nvPr/>
            </p:nvSpPr>
            <p:spPr>
              <a:xfrm>
                <a:off x="1388470" y="3529629"/>
                <a:ext cx="102038" cy="278304"/>
              </a:xfrm>
              <a:custGeom>
                <a:avLst/>
                <a:gdLst/>
                <a:ahLst/>
                <a:cxnLst/>
                <a:rect l="l" t="t" r="r" b="b"/>
                <a:pathLst>
                  <a:path w="499" h="1361" extrusionOk="0">
                    <a:moveTo>
                      <a:pt x="89" y="0"/>
                    </a:moveTo>
                    <a:cubicBezTo>
                      <a:pt x="45" y="0"/>
                      <a:pt x="1" y="34"/>
                      <a:pt x="1" y="78"/>
                    </a:cubicBezTo>
                    <a:lnTo>
                      <a:pt x="1" y="1283"/>
                    </a:lnTo>
                    <a:cubicBezTo>
                      <a:pt x="1" y="1327"/>
                      <a:pt x="45" y="1360"/>
                      <a:pt x="89" y="1360"/>
                    </a:cubicBezTo>
                    <a:lnTo>
                      <a:pt x="421" y="1360"/>
                    </a:lnTo>
                    <a:cubicBezTo>
                      <a:pt x="465" y="1360"/>
                      <a:pt x="498" y="1327"/>
                      <a:pt x="498" y="1283"/>
                    </a:cubicBezTo>
                    <a:lnTo>
                      <a:pt x="498" y="78"/>
                    </a:lnTo>
                    <a:cubicBezTo>
                      <a:pt x="498" y="34"/>
                      <a:pt x="465" y="0"/>
                      <a:pt x="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2"/>
              <p:cNvSpPr/>
              <p:nvPr/>
            </p:nvSpPr>
            <p:spPr>
              <a:xfrm>
                <a:off x="1176009"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2"/>
              <p:cNvSpPr/>
              <p:nvPr/>
            </p:nvSpPr>
            <p:spPr>
              <a:xfrm>
                <a:off x="1356774" y="3914064"/>
                <a:ext cx="167678" cy="56642"/>
              </a:xfrm>
              <a:custGeom>
                <a:avLst/>
                <a:gdLst/>
                <a:ahLst/>
                <a:cxnLst/>
                <a:rect l="l" t="t" r="r" b="b"/>
                <a:pathLst>
                  <a:path w="820" h="277" extrusionOk="0">
                    <a:moveTo>
                      <a:pt x="1" y="0"/>
                    </a:moveTo>
                    <a:lnTo>
                      <a:pt x="1"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2"/>
              <p:cNvSpPr/>
              <p:nvPr/>
            </p:nvSpPr>
            <p:spPr>
              <a:xfrm>
                <a:off x="1157809" y="3491186"/>
                <a:ext cx="18404" cy="364188"/>
              </a:xfrm>
              <a:custGeom>
                <a:avLst/>
                <a:gdLst/>
                <a:ahLst/>
                <a:cxnLst/>
                <a:rect l="l" t="t" r="r" b="b"/>
                <a:pathLst>
                  <a:path w="90" h="1781" extrusionOk="0">
                    <a:moveTo>
                      <a:pt x="1" y="0"/>
                    </a:moveTo>
                    <a:lnTo>
                      <a:pt x="1" y="1781"/>
                    </a:lnTo>
                    <a:lnTo>
                      <a:pt x="89" y="1781"/>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2"/>
              <p:cNvSpPr/>
              <p:nvPr/>
            </p:nvSpPr>
            <p:spPr>
              <a:xfrm>
                <a:off x="1157809" y="3914064"/>
                <a:ext cx="18404" cy="291800"/>
              </a:xfrm>
              <a:custGeom>
                <a:avLst/>
                <a:gdLst/>
                <a:ahLst/>
                <a:cxnLst/>
                <a:rect l="l" t="t" r="r" b="b"/>
                <a:pathLst>
                  <a:path w="90" h="1427" extrusionOk="0">
                    <a:moveTo>
                      <a:pt x="1" y="0"/>
                    </a:moveTo>
                    <a:lnTo>
                      <a:pt x="1" y="1427"/>
                    </a:lnTo>
                    <a:lnTo>
                      <a:pt x="89" y="1427"/>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2"/>
              <p:cNvSpPr/>
              <p:nvPr/>
            </p:nvSpPr>
            <p:spPr>
              <a:xfrm>
                <a:off x="1157809" y="3855172"/>
                <a:ext cx="18404" cy="59096"/>
              </a:xfrm>
              <a:custGeom>
                <a:avLst/>
                <a:gdLst/>
                <a:ahLst/>
                <a:cxnLst/>
                <a:rect l="l" t="t" r="r" b="b"/>
                <a:pathLst>
                  <a:path w="90" h="289" extrusionOk="0">
                    <a:moveTo>
                      <a:pt x="1" y="1"/>
                    </a:moveTo>
                    <a:lnTo>
                      <a:pt x="1" y="288"/>
                    </a:lnTo>
                    <a:lnTo>
                      <a:pt x="89" y="288"/>
                    </a:lnTo>
                    <a:lnTo>
                      <a:pt x="89"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2"/>
              <p:cNvSpPr/>
              <p:nvPr/>
            </p:nvSpPr>
            <p:spPr>
              <a:xfrm>
                <a:off x="1157809" y="4146974"/>
                <a:ext cx="18404" cy="58892"/>
              </a:xfrm>
              <a:custGeom>
                <a:avLst/>
                <a:gdLst/>
                <a:ahLst/>
                <a:cxnLst/>
                <a:rect l="l" t="t" r="r" b="b"/>
                <a:pathLst>
                  <a:path w="90" h="288" extrusionOk="0">
                    <a:moveTo>
                      <a:pt x="1" y="0"/>
                    </a:moveTo>
                    <a:lnTo>
                      <a:pt x="1" y="288"/>
                    </a:lnTo>
                    <a:lnTo>
                      <a:pt x="89" y="288"/>
                    </a:lnTo>
                    <a:lnTo>
                      <a:pt x="89"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2"/>
              <p:cNvSpPr/>
              <p:nvPr/>
            </p:nvSpPr>
            <p:spPr>
              <a:xfrm>
                <a:off x="1336530" y="3491186"/>
                <a:ext cx="6952" cy="714675"/>
              </a:xfrm>
              <a:custGeom>
                <a:avLst/>
                <a:gdLst/>
                <a:ahLst/>
                <a:cxnLst/>
                <a:rect l="l" t="t" r="r" b="b"/>
                <a:pathLst>
                  <a:path w="34" h="3495" extrusionOk="0">
                    <a:moveTo>
                      <a:pt x="0" y="0"/>
                    </a:moveTo>
                    <a:lnTo>
                      <a:pt x="0"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2"/>
              <p:cNvSpPr/>
              <p:nvPr/>
            </p:nvSpPr>
            <p:spPr>
              <a:xfrm>
                <a:off x="151054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2"/>
              <p:cNvSpPr/>
              <p:nvPr/>
            </p:nvSpPr>
            <p:spPr>
              <a:xfrm>
                <a:off x="1804599" y="3204087"/>
                <a:ext cx="24947" cy="1175789"/>
              </a:xfrm>
              <a:custGeom>
                <a:avLst/>
                <a:gdLst/>
                <a:ahLst/>
                <a:cxnLst/>
                <a:rect l="l" t="t" r="r" b="b"/>
                <a:pathLst>
                  <a:path w="122" h="5750" extrusionOk="0">
                    <a:moveTo>
                      <a:pt x="0" y="0"/>
                    </a:moveTo>
                    <a:lnTo>
                      <a:pt x="0" y="5750"/>
                    </a:lnTo>
                    <a:lnTo>
                      <a:pt x="122" y="5750"/>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2"/>
              <p:cNvSpPr/>
              <p:nvPr/>
            </p:nvSpPr>
            <p:spPr>
              <a:xfrm>
                <a:off x="-1062501" y="3491186"/>
                <a:ext cx="24947" cy="334742"/>
              </a:xfrm>
              <a:custGeom>
                <a:avLst/>
                <a:gdLst/>
                <a:ahLst/>
                <a:cxnLst/>
                <a:rect l="l" t="t" r="r" b="b"/>
                <a:pathLst>
                  <a:path w="122" h="1637" extrusionOk="0">
                    <a:moveTo>
                      <a:pt x="78" y="0"/>
                    </a:moveTo>
                    <a:cubicBezTo>
                      <a:pt x="33" y="0"/>
                      <a:pt x="0" y="34"/>
                      <a:pt x="0" y="78"/>
                    </a:cubicBezTo>
                    <a:lnTo>
                      <a:pt x="0" y="1548"/>
                    </a:lnTo>
                    <a:cubicBezTo>
                      <a:pt x="0" y="1593"/>
                      <a:pt x="33" y="1626"/>
                      <a:pt x="78" y="1637"/>
                    </a:cubicBezTo>
                    <a:lnTo>
                      <a:pt x="122" y="1637"/>
                    </a:lnTo>
                    <a:cubicBezTo>
                      <a:pt x="78" y="1626"/>
                      <a:pt x="33" y="1593"/>
                      <a:pt x="33" y="1548"/>
                    </a:cubicBezTo>
                    <a:lnTo>
                      <a:pt x="33" y="78"/>
                    </a:lnTo>
                    <a:cubicBezTo>
                      <a:pt x="33"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2"/>
              <p:cNvSpPr/>
              <p:nvPr/>
            </p:nvSpPr>
            <p:spPr>
              <a:xfrm>
                <a:off x="-712012" y="3490777"/>
                <a:ext cx="22698" cy="335151"/>
              </a:xfrm>
              <a:custGeom>
                <a:avLst/>
                <a:gdLst/>
                <a:ahLst/>
                <a:cxnLst/>
                <a:rect l="l" t="t" r="r" b="b"/>
                <a:pathLst>
                  <a:path w="111" h="1639" extrusionOk="0">
                    <a:moveTo>
                      <a:pt x="36" y="1"/>
                    </a:moveTo>
                    <a:cubicBezTo>
                      <a:pt x="32" y="1"/>
                      <a:pt x="27" y="1"/>
                      <a:pt x="22" y="2"/>
                    </a:cubicBezTo>
                    <a:lnTo>
                      <a:pt x="0" y="2"/>
                    </a:lnTo>
                    <a:cubicBezTo>
                      <a:pt x="44" y="2"/>
                      <a:pt x="78" y="36"/>
                      <a:pt x="78" y="80"/>
                    </a:cubicBezTo>
                    <a:lnTo>
                      <a:pt x="78" y="1550"/>
                    </a:lnTo>
                    <a:cubicBezTo>
                      <a:pt x="78" y="1595"/>
                      <a:pt x="44" y="1639"/>
                      <a:pt x="0" y="1639"/>
                    </a:cubicBezTo>
                    <a:lnTo>
                      <a:pt x="33" y="1639"/>
                    </a:lnTo>
                    <a:cubicBezTo>
                      <a:pt x="78" y="1639"/>
                      <a:pt x="111" y="1595"/>
                      <a:pt x="111" y="1550"/>
                    </a:cubicBezTo>
                    <a:lnTo>
                      <a:pt x="111" y="80"/>
                    </a:lnTo>
                    <a:cubicBezTo>
                      <a:pt x="111" y="40"/>
                      <a:pt x="7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2"/>
              <p:cNvSpPr/>
              <p:nvPr/>
            </p:nvSpPr>
            <p:spPr>
              <a:xfrm>
                <a:off x="-1055753" y="3491186"/>
                <a:ext cx="357440" cy="332493"/>
              </a:xfrm>
              <a:custGeom>
                <a:avLst/>
                <a:gdLst/>
                <a:ahLst/>
                <a:cxnLst/>
                <a:rect l="l" t="t" r="r" b="b"/>
                <a:pathLst>
                  <a:path w="1748" h="1626" extrusionOk="0">
                    <a:moveTo>
                      <a:pt x="89" y="0"/>
                    </a:moveTo>
                    <a:cubicBezTo>
                      <a:pt x="45" y="0"/>
                      <a:pt x="0" y="34"/>
                      <a:pt x="0" y="78"/>
                    </a:cubicBezTo>
                    <a:lnTo>
                      <a:pt x="0" y="1548"/>
                    </a:lnTo>
                    <a:cubicBezTo>
                      <a:pt x="0" y="1593"/>
                      <a:pt x="45" y="1626"/>
                      <a:pt x="89"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2"/>
              <p:cNvSpPr/>
              <p:nvPr/>
            </p:nvSpPr>
            <p:spPr>
              <a:xfrm>
                <a:off x="-651075" y="3491186"/>
                <a:ext cx="25152" cy="334742"/>
              </a:xfrm>
              <a:custGeom>
                <a:avLst/>
                <a:gdLst/>
                <a:ahLst/>
                <a:cxnLst/>
                <a:rect l="l" t="t" r="r" b="b"/>
                <a:pathLst>
                  <a:path w="123" h="1637" extrusionOk="0">
                    <a:moveTo>
                      <a:pt x="89" y="0"/>
                    </a:moveTo>
                    <a:cubicBezTo>
                      <a:pt x="45" y="0"/>
                      <a:pt x="1" y="34"/>
                      <a:pt x="1" y="78"/>
                    </a:cubicBezTo>
                    <a:lnTo>
                      <a:pt x="1" y="1548"/>
                    </a:lnTo>
                    <a:cubicBezTo>
                      <a:pt x="1" y="1593"/>
                      <a:pt x="45" y="1626"/>
                      <a:pt x="89" y="1637"/>
                    </a:cubicBezTo>
                    <a:lnTo>
                      <a:pt x="122" y="1637"/>
                    </a:lnTo>
                    <a:cubicBezTo>
                      <a:pt x="78" y="1626"/>
                      <a:pt x="45" y="1593"/>
                      <a:pt x="45" y="1548"/>
                    </a:cubicBezTo>
                    <a:lnTo>
                      <a:pt x="45" y="78"/>
                    </a:lnTo>
                    <a:cubicBezTo>
                      <a:pt x="45"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2"/>
              <p:cNvSpPr/>
              <p:nvPr/>
            </p:nvSpPr>
            <p:spPr>
              <a:xfrm>
                <a:off x="-302835"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2"/>
              <p:cNvSpPr/>
              <p:nvPr/>
            </p:nvSpPr>
            <p:spPr>
              <a:xfrm>
                <a:off x="-642078" y="3491186"/>
                <a:ext cx="357644" cy="332493"/>
              </a:xfrm>
              <a:custGeom>
                <a:avLst/>
                <a:gdLst/>
                <a:ahLst/>
                <a:cxnLst/>
                <a:rect l="l" t="t" r="r" b="b"/>
                <a:pathLst>
                  <a:path w="1749" h="1626" extrusionOk="0">
                    <a:moveTo>
                      <a:pt x="78" y="0"/>
                    </a:moveTo>
                    <a:cubicBezTo>
                      <a:pt x="34" y="0"/>
                      <a:pt x="1" y="34"/>
                      <a:pt x="1" y="78"/>
                    </a:cubicBezTo>
                    <a:lnTo>
                      <a:pt x="1" y="1548"/>
                    </a:lnTo>
                    <a:cubicBezTo>
                      <a:pt x="1" y="1593"/>
                      <a:pt x="34" y="1626"/>
                      <a:pt x="78" y="1626"/>
                    </a:cubicBezTo>
                    <a:lnTo>
                      <a:pt x="1660" y="1626"/>
                    </a:lnTo>
                    <a:cubicBezTo>
                      <a:pt x="1704" y="1626"/>
                      <a:pt x="1748" y="1593"/>
                      <a:pt x="1748" y="1548"/>
                    </a:cubicBezTo>
                    <a:lnTo>
                      <a:pt x="1748" y="78"/>
                    </a:lnTo>
                    <a:cubicBezTo>
                      <a:pt x="1748" y="34"/>
                      <a:pt x="1704" y="0"/>
                      <a:pt x="16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2"/>
              <p:cNvSpPr/>
              <p:nvPr/>
            </p:nvSpPr>
            <p:spPr>
              <a:xfrm>
                <a:off x="-237195" y="3491186"/>
                <a:ext cx="22698" cy="334742"/>
              </a:xfrm>
              <a:custGeom>
                <a:avLst/>
                <a:gdLst/>
                <a:ahLst/>
                <a:cxnLst/>
                <a:rect l="l" t="t" r="r" b="b"/>
                <a:pathLst>
                  <a:path w="111" h="1637" extrusionOk="0">
                    <a:moveTo>
                      <a:pt x="78" y="0"/>
                    </a:moveTo>
                    <a:cubicBezTo>
                      <a:pt x="33" y="0"/>
                      <a:pt x="0" y="34"/>
                      <a:pt x="0" y="78"/>
                    </a:cubicBezTo>
                    <a:lnTo>
                      <a:pt x="0" y="1548"/>
                    </a:lnTo>
                    <a:cubicBezTo>
                      <a:pt x="0" y="1593"/>
                      <a:pt x="33" y="1626"/>
                      <a:pt x="78" y="1637"/>
                    </a:cubicBezTo>
                    <a:lnTo>
                      <a:pt x="111" y="1637"/>
                    </a:lnTo>
                    <a:cubicBezTo>
                      <a:pt x="67" y="1626"/>
                      <a:pt x="33" y="1593"/>
                      <a:pt x="33" y="1548"/>
                    </a:cubicBezTo>
                    <a:lnTo>
                      <a:pt x="33" y="78"/>
                    </a:lnTo>
                    <a:cubicBezTo>
                      <a:pt x="33" y="34"/>
                      <a:pt x="67" y="0"/>
                      <a:pt x="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2"/>
              <p:cNvSpPr/>
              <p:nvPr/>
            </p:nvSpPr>
            <p:spPr>
              <a:xfrm>
                <a:off x="111045" y="3491186"/>
                <a:ext cx="22698" cy="334742"/>
              </a:xfrm>
              <a:custGeom>
                <a:avLst/>
                <a:gdLst/>
                <a:ahLst/>
                <a:cxnLst/>
                <a:rect l="l" t="t" r="r" b="b"/>
                <a:pathLst>
                  <a:path w="111" h="1637" extrusionOk="0">
                    <a:moveTo>
                      <a:pt x="0" y="0"/>
                    </a:moveTo>
                    <a:cubicBezTo>
                      <a:pt x="44" y="0"/>
                      <a:pt x="78" y="34"/>
                      <a:pt x="78" y="78"/>
                    </a:cubicBezTo>
                    <a:lnTo>
                      <a:pt x="78" y="1548"/>
                    </a:lnTo>
                    <a:cubicBezTo>
                      <a:pt x="78" y="1593"/>
                      <a:pt x="44" y="1637"/>
                      <a:pt x="0" y="1637"/>
                    </a:cubicBezTo>
                    <a:lnTo>
                      <a:pt x="33" y="1637"/>
                    </a:lnTo>
                    <a:cubicBezTo>
                      <a:pt x="78" y="1637"/>
                      <a:pt x="111" y="1593"/>
                      <a:pt x="111" y="1548"/>
                    </a:cubicBezTo>
                    <a:lnTo>
                      <a:pt x="111" y="78"/>
                    </a:lnTo>
                    <a:cubicBezTo>
                      <a:pt x="111"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2"/>
              <p:cNvSpPr/>
              <p:nvPr/>
            </p:nvSpPr>
            <p:spPr>
              <a:xfrm>
                <a:off x="-230447"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2"/>
              <p:cNvSpPr/>
              <p:nvPr/>
            </p:nvSpPr>
            <p:spPr>
              <a:xfrm>
                <a:off x="174231" y="3491186"/>
                <a:ext cx="25152" cy="334742"/>
              </a:xfrm>
              <a:custGeom>
                <a:avLst/>
                <a:gdLst/>
                <a:ahLst/>
                <a:cxnLst/>
                <a:rect l="l" t="t" r="r" b="b"/>
                <a:pathLst>
                  <a:path w="123" h="1637" extrusionOk="0">
                    <a:moveTo>
                      <a:pt x="89" y="0"/>
                    </a:moveTo>
                    <a:cubicBezTo>
                      <a:pt x="34" y="0"/>
                      <a:pt x="1" y="34"/>
                      <a:pt x="1" y="78"/>
                    </a:cubicBezTo>
                    <a:lnTo>
                      <a:pt x="1" y="1548"/>
                    </a:lnTo>
                    <a:cubicBezTo>
                      <a:pt x="1" y="1593"/>
                      <a:pt x="34" y="1626"/>
                      <a:pt x="89" y="1637"/>
                    </a:cubicBezTo>
                    <a:lnTo>
                      <a:pt x="122" y="1637"/>
                    </a:lnTo>
                    <a:cubicBezTo>
                      <a:pt x="78" y="1626"/>
                      <a:pt x="34" y="1593"/>
                      <a:pt x="34" y="1548"/>
                    </a:cubicBezTo>
                    <a:lnTo>
                      <a:pt x="34"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2"/>
              <p:cNvSpPr/>
              <p:nvPr/>
            </p:nvSpPr>
            <p:spPr>
              <a:xfrm>
                <a:off x="522471"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2"/>
              <p:cNvSpPr/>
              <p:nvPr/>
            </p:nvSpPr>
            <p:spPr>
              <a:xfrm>
                <a:off x="180979" y="3491186"/>
                <a:ext cx="357644" cy="332493"/>
              </a:xfrm>
              <a:custGeom>
                <a:avLst/>
                <a:gdLst/>
                <a:ahLst/>
                <a:cxnLst/>
                <a:rect l="l" t="t" r="r" b="b"/>
                <a:pathLst>
                  <a:path w="1749" h="1626" extrusionOk="0">
                    <a:moveTo>
                      <a:pt x="89" y="0"/>
                    </a:moveTo>
                    <a:cubicBezTo>
                      <a:pt x="45" y="0"/>
                      <a:pt x="1" y="34"/>
                      <a:pt x="1" y="78"/>
                    </a:cubicBezTo>
                    <a:lnTo>
                      <a:pt x="1" y="1548"/>
                    </a:lnTo>
                    <a:cubicBezTo>
                      <a:pt x="1" y="1593"/>
                      <a:pt x="45" y="1626"/>
                      <a:pt x="89" y="1626"/>
                    </a:cubicBezTo>
                    <a:lnTo>
                      <a:pt x="1671" y="1626"/>
                    </a:lnTo>
                    <a:cubicBezTo>
                      <a:pt x="1715" y="1626"/>
                      <a:pt x="1748" y="1593"/>
                      <a:pt x="1748" y="1548"/>
                    </a:cubicBezTo>
                    <a:lnTo>
                      <a:pt x="1748" y="78"/>
                    </a:lnTo>
                    <a:cubicBezTo>
                      <a:pt x="1748" y="34"/>
                      <a:pt x="1715" y="0"/>
                      <a:pt x="16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2"/>
              <p:cNvSpPr/>
              <p:nvPr/>
            </p:nvSpPr>
            <p:spPr>
              <a:xfrm>
                <a:off x="585862" y="3491186"/>
                <a:ext cx="24947" cy="334742"/>
              </a:xfrm>
              <a:custGeom>
                <a:avLst/>
                <a:gdLst/>
                <a:ahLst/>
                <a:cxnLst/>
                <a:rect l="l" t="t" r="r" b="b"/>
                <a:pathLst>
                  <a:path w="122" h="1637" extrusionOk="0">
                    <a:moveTo>
                      <a:pt x="89" y="0"/>
                    </a:moveTo>
                    <a:cubicBezTo>
                      <a:pt x="44" y="0"/>
                      <a:pt x="0" y="34"/>
                      <a:pt x="11" y="78"/>
                    </a:cubicBezTo>
                    <a:lnTo>
                      <a:pt x="11" y="1548"/>
                    </a:lnTo>
                    <a:cubicBezTo>
                      <a:pt x="0" y="1593"/>
                      <a:pt x="44" y="1626"/>
                      <a:pt x="89" y="1637"/>
                    </a:cubicBezTo>
                    <a:lnTo>
                      <a:pt x="122" y="1637"/>
                    </a:lnTo>
                    <a:cubicBezTo>
                      <a:pt x="78" y="1626"/>
                      <a:pt x="44" y="1593"/>
                      <a:pt x="44" y="1548"/>
                    </a:cubicBezTo>
                    <a:lnTo>
                      <a:pt x="44" y="78"/>
                    </a:lnTo>
                    <a:cubicBezTo>
                      <a:pt x="4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2"/>
              <p:cNvSpPr/>
              <p:nvPr/>
            </p:nvSpPr>
            <p:spPr>
              <a:xfrm>
                <a:off x="934101" y="3491186"/>
                <a:ext cx="24947" cy="334742"/>
              </a:xfrm>
              <a:custGeom>
                <a:avLst/>
                <a:gdLst/>
                <a:ahLst/>
                <a:cxnLst/>
                <a:rect l="l" t="t" r="r" b="b"/>
                <a:pathLst>
                  <a:path w="122" h="1637" extrusionOk="0">
                    <a:moveTo>
                      <a:pt x="0" y="0"/>
                    </a:moveTo>
                    <a:cubicBezTo>
                      <a:pt x="44" y="0"/>
                      <a:pt x="89" y="34"/>
                      <a:pt x="89" y="78"/>
                    </a:cubicBezTo>
                    <a:lnTo>
                      <a:pt x="89" y="1548"/>
                    </a:lnTo>
                    <a:cubicBezTo>
                      <a:pt x="89" y="1593"/>
                      <a:pt x="44" y="1637"/>
                      <a:pt x="0" y="1637"/>
                    </a:cubicBezTo>
                    <a:lnTo>
                      <a:pt x="44" y="1637"/>
                    </a:lnTo>
                    <a:cubicBezTo>
                      <a:pt x="89" y="1637"/>
                      <a:pt x="122" y="1593"/>
                      <a:pt x="122" y="1548"/>
                    </a:cubicBezTo>
                    <a:lnTo>
                      <a:pt x="122" y="78"/>
                    </a:lnTo>
                    <a:cubicBezTo>
                      <a:pt x="122" y="34"/>
                      <a:pt x="89"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2"/>
              <p:cNvSpPr/>
              <p:nvPr/>
            </p:nvSpPr>
            <p:spPr>
              <a:xfrm>
                <a:off x="594859"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59" y="1626"/>
                    </a:lnTo>
                    <a:cubicBezTo>
                      <a:pt x="1703" y="1626"/>
                      <a:pt x="1748" y="1593"/>
                      <a:pt x="1748" y="1548"/>
                    </a:cubicBezTo>
                    <a:lnTo>
                      <a:pt x="1748" y="78"/>
                    </a:lnTo>
                    <a:cubicBezTo>
                      <a:pt x="1748" y="34"/>
                      <a:pt x="1703" y="0"/>
                      <a:pt x="1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2"/>
              <p:cNvSpPr/>
              <p:nvPr/>
            </p:nvSpPr>
            <p:spPr>
              <a:xfrm>
                <a:off x="1863287" y="3561325"/>
                <a:ext cx="16154" cy="246609"/>
              </a:xfrm>
              <a:custGeom>
                <a:avLst/>
                <a:gdLst/>
                <a:ahLst/>
                <a:cxnLst/>
                <a:rect l="l" t="t" r="r" b="b"/>
                <a:pathLst>
                  <a:path w="79" h="1206" extrusionOk="0">
                    <a:moveTo>
                      <a:pt x="1" y="0"/>
                    </a:moveTo>
                    <a:lnTo>
                      <a:pt x="1" y="1205"/>
                    </a:lnTo>
                    <a:lnTo>
                      <a:pt x="78" y="1205"/>
                    </a:lnTo>
                    <a:lnTo>
                      <a:pt x="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2"/>
              <p:cNvSpPr/>
              <p:nvPr/>
            </p:nvSpPr>
            <p:spPr>
              <a:xfrm>
                <a:off x="2028307" y="3561325"/>
                <a:ext cx="135983" cy="246609"/>
              </a:xfrm>
              <a:custGeom>
                <a:avLst/>
                <a:gdLst/>
                <a:ahLst/>
                <a:cxnLst/>
                <a:rect l="l" t="t" r="r" b="b"/>
                <a:pathLst>
                  <a:path w="665" h="1206" extrusionOk="0">
                    <a:moveTo>
                      <a:pt x="1" y="0"/>
                    </a:moveTo>
                    <a:cubicBezTo>
                      <a:pt x="56" y="0"/>
                      <a:pt x="101" y="33"/>
                      <a:pt x="123" y="78"/>
                    </a:cubicBezTo>
                    <a:lnTo>
                      <a:pt x="554" y="1017"/>
                    </a:lnTo>
                    <a:cubicBezTo>
                      <a:pt x="587" y="1106"/>
                      <a:pt x="521" y="1194"/>
                      <a:pt x="432" y="1205"/>
                    </a:cubicBezTo>
                    <a:lnTo>
                      <a:pt x="499" y="1205"/>
                    </a:lnTo>
                    <a:cubicBezTo>
                      <a:pt x="598" y="1205"/>
                      <a:pt x="664" y="1106"/>
                      <a:pt x="631" y="1017"/>
                    </a:cubicBezTo>
                    <a:lnTo>
                      <a:pt x="200" y="78"/>
                    </a:lnTo>
                    <a:cubicBezTo>
                      <a:pt x="178" y="33"/>
                      <a:pt x="134"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2"/>
              <p:cNvSpPr/>
              <p:nvPr/>
            </p:nvSpPr>
            <p:spPr>
              <a:xfrm>
                <a:off x="1876987" y="3563165"/>
                <a:ext cx="273805" cy="247018"/>
              </a:xfrm>
              <a:custGeom>
                <a:avLst/>
                <a:gdLst/>
                <a:ahLst/>
                <a:cxnLst/>
                <a:rect l="l" t="t" r="r" b="b"/>
                <a:pathLst>
                  <a:path w="1339" h="1208" extrusionOk="0">
                    <a:moveTo>
                      <a:pt x="762" y="0"/>
                    </a:moveTo>
                    <a:cubicBezTo>
                      <a:pt x="755" y="0"/>
                      <a:pt x="748" y="1"/>
                      <a:pt x="741" y="2"/>
                    </a:cubicBezTo>
                    <a:lnTo>
                      <a:pt x="0" y="2"/>
                    </a:lnTo>
                    <a:lnTo>
                      <a:pt x="0" y="1207"/>
                    </a:lnTo>
                    <a:lnTo>
                      <a:pt x="1172" y="1207"/>
                    </a:lnTo>
                    <a:cubicBezTo>
                      <a:pt x="1272" y="1196"/>
                      <a:pt x="1338" y="1097"/>
                      <a:pt x="1294" y="1008"/>
                    </a:cubicBezTo>
                    <a:lnTo>
                      <a:pt x="863" y="69"/>
                    </a:lnTo>
                    <a:cubicBezTo>
                      <a:pt x="843" y="30"/>
                      <a:pt x="808" y="0"/>
                      <a:pt x="7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2"/>
              <p:cNvSpPr/>
              <p:nvPr/>
            </p:nvSpPr>
            <p:spPr>
              <a:xfrm>
                <a:off x="2315610" y="4146974"/>
                <a:ext cx="384636" cy="58892"/>
              </a:xfrm>
              <a:custGeom>
                <a:avLst/>
                <a:gdLst/>
                <a:ahLst/>
                <a:cxnLst/>
                <a:rect l="l" t="t" r="r" b="b"/>
                <a:pathLst>
                  <a:path w="1881" h="288" extrusionOk="0">
                    <a:moveTo>
                      <a:pt x="0" y="0"/>
                    </a:moveTo>
                    <a:lnTo>
                      <a:pt x="0" y="288"/>
                    </a:lnTo>
                    <a:lnTo>
                      <a:pt x="1880" y="288"/>
                    </a:lnTo>
                    <a:lnTo>
                      <a:pt x="18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2"/>
              <p:cNvSpPr/>
              <p:nvPr/>
            </p:nvSpPr>
            <p:spPr>
              <a:xfrm>
                <a:off x="2315610" y="4017943"/>
                <a:ext cx="384636" cy="129235"/>
              </a:xfrm>
              <a:custGeom>
                <a:avLst/>
                <a:gdLst/>
                <a:ahLst/>
                <a:cxnLst/>
                <a:rect l="l" t="t" r="r" b="b"/>
                <a:pathLst>
                  <a:path w="1881" h="632" extrusionOk="0">
                    <a:moveTo>
                      <a:pt x="0" y="1"/>
                    </a:moveTo>
                    <a:lnTo>
                      <a:pt x="0" y="631"/>
                    </a:lnTo>
                    <a:lnTo>
                      <a:pt x="1880" y="631"/>
                    </a:lnTo>
                    <a:lnTo>
                      <a:pt x="1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2"/>
              <p:cNvSpPr/>
              <p:nvPr/>
            </p:nvSpPr>
            <p:spPr>
              <a:xfrm>
                <a:off x="-501800" y="4205661"/>
                <a:ext cx="1472292" cy="174221"/>
              </a:xfrm>
              <a:custGeom>
                <a:avLst/>
                <a:gdLst/>
                <a:ahLst/>
                <a:cxnLst/>
                <a:rect l="l" t="t" r="r" b="b"/>
                <a:pathLst>
                  <a:path w="7200" h="852" extrusionOk="0">
                    <a:moveTo>
                      <a:pt x="1" y="1"/>
                    </a:moveTo>
                    <a:lnTo>
                      <a:pt x="1" y="852"/>
                    </a:lnTo>
                    <a:lnTo>
                      <a:pt x="7199" y="852"/>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2"/>
              <p:cNvSpPr/>
              <p:nvPr/>
            </p:nvSpPr>
            <p:spPr>
              <a:xfrm>
                <a:off x="-1749984" y="4205661"/>
                <a:ext cx="144980" cy="174221"/>
              </a:xfrm>
              <a:custGeom>
                <a:avLst/>
                <a:gdLst/>
                <a:ahLst/>
                <a:cxnLst/>
                <a:rect l="l" t="t" r="r" b="b"/>
                <a:pathLst>
                  <a:path w="709" h="852" extrusionOk="0">
                    <a:moveTo>
                      <a:pt x="1" y="1"/>
                    </a:moveTo>
                    <a:lnTo>
                      <a:pt x="1" y="852"/>
                    </a:lnTo>
                    <a:lnTo>
                      <a:pt x="708" y="852"/>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2"/>
              <p:cNvSpPr/>
              <p:nvPr/>
            </p:nvSpPr>
            <p:spPr>
              <a:xfrm>
                <a:off x="949847" y="4205661"/>
                <a:ext cx="18199" cy="398132"/>
              </a:xfrm>
              <a:custGeom>
                <a:avLst/>
                <a:gdLst/>
                <a:ahLst/>
                <a:cxnLst/>
                <a:rect l="l" t="t" r="r" b="b"/>
                <a:pathLst>
                  <a:path w="89" h="1947" extrusionOk="0">
                    <a:moveTo>
                      <a:pt x="1" y="1"/>
                    </a:moveTo>
                    <a:lnTo>
                      <a:pt x="1" y="1947"/>
                    </a:lnTo>
                    <a:lnTo>
                      <a:pt x="89" y="1947"/>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2"/>
              <p:cNvSpPr/>
              <p:nvPr/>
            </p:nvSpPr>
            <p:spPr>
              <a:xfrm>
                <a:off x="-1620953" y="4205661"/>
                <a:ext cx="15950" cy="398132"/>
              </a:xfrm>
              <a:custGeom>
                <a:avLst/>
                <a:gdLst/>
                <a:ahLst/>
                <a:cxnLst/>
                <a:rect l="l" t="t" r="r" b="b"/>
                <a:pathLst>
                  <a:path w="78" h="1947" extrusionOk="0">
                    <a:moveTo>
                      <a:pt x="0" y="1"/>
                    </a:moveTo>
                    <a:lnTo>
                      <a:pt x="0" y="1947"/>
                    </a:lnTo>
                    <a:lnTo>
                      <a:pt x="77" y="1947"/>
                    </a:lnTo>
                    <a:lnTo>
                      <a:pt x="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2"/>
              <p:cNvSpPr/>
              <p:nvPr/>
            </p:nvSpPr>
            <p:spPr>
              <a:xfrm>
                <a:off x="-743707" y="4477015"/>
                <a:ext cx="162975" cy="81590"/>
              </a:xfrm>
              <a:custGeom>
                <a:avLst/>
                <a:gdLst/>
                <a:ahLst/>
                <a:cxnLst/>
                <a:rect l="l" t="t" r="r" b="b"/>
                <a:pathLst>
                  <a:path w="797" h="399" extrusionOk="0">
                    <a:moveTo>
                      <a:pt x="0" y="0"/>
                    </a:moveTo>
                    <a:lnTo>
                      <a:pt x="0" y="399"/>
                    </a:lnTo>
                    <a:lnTo>
                      <a:pt x="797" y="399"/>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2"/>
              <p:cNvSpPr/>
              <p:nvPr/>
            </p:nvSpPr>
            <p:spPr>
              <a:xfrm>
                <a:off x="-743707" y="4477015"/>
                <a:ext cx="162975" cy="34149"/>
              </a:xfrm>
              <a:custGeom>
                <a:avLst/>
                <a:gdLst/>
                <a:ahLst/>
                <a:cxnLst/>
                <a:rect l="l" t="t" r="r" b="b"/>
                <a:pathLst>
                  <a:path w="797" h="167" extrusionOk="0">
                    <a:moveTo>
                      <a:pt x="0" y="0"/>
                    </a:moveTo>
                    <a:lnTo>
                      <a:pt x="0" y="166"/>
                    </a:lnTo>
                    <a:lnTo>
                      <a:pt x="797" y="166"/>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2"/>
              <p:cNvSpPr/>
              <p:nvPr/>
            </p:nvSpPr>
            <p:spPr>
              <a:xfrm>
                <a:off x="1829342" y="4515458"/>
                <a:ext cx="158476" cy="43146"/>
              </a:xfrm>
              <a:custGeom>
                <a:avLst/>
                <a:gdLst/>
                <a:ahLst/>
                <a:cxnLst/>
                <a:rect l="l" t="t" r="r" b="b"/>
                <a:pathLst>
                  <a:path w="775" h="211" extrusionOk="0">
                    <a:moveTo>
                      <a:pt x="1" y="0"/>
                    </a:moveTo>
                    <a:lnTo>
                      <a:pt x="1" y="211"/>
                    </a:lnTo>
                    <a:lnTo>
                      <a:pt x="775" y="211"/>
                    </a:lnTo>
                    <a:lnTo>
                      <a:pt x="7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2"/>
              <p:cNvSpPr/>
              <p:nvPr/>
            </p:nvSpPr>
            <p:spPr>
              <a:xfrm>
                <a:off x="490776" y="3163394"/>
                <a:ext cx="334946" cy="40897"/>
              </a:xfrm>
              <a:custGeom>
                <a:avLst/>
                <a:gdLst/>
                <a:ahLst/>
                <a:cxnLst/>
                <a:rect l="l" t="t" r="r" b="b"/>
                <a:pathLst>
                  <a:path w="1638" h="200" extrusionOk="0">
                    <a:moveTo>
                      <a:pt x="1" y="0"/>
                    </a:moveTo>
                    <a:lnTo>
                      <a:pt x="1" y="199"/>
                    </a:lnTo>
                    <a:lnTo>
                      <a:pt x="1637" y="199"/>
                    </a:lnTo>
                    <a:lnTo>
                      <a:pt x="1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2"/>
              <p:cNvSpPr/>
              <p:nvPr/>
            </p:nvSpPr>
            <p:spPr>
              <a:xfrm>
                <a:off x="825519" y="3163394"/>
                <a:ext cx="101834" cy="40897"/>
              </a:xfrm>
              <a:custGeom>
                <a:avLst/>
                <a:gdLst/>
                <a:ahLst/>
                <a:cxnLst/>
                <a:rect l="l" t="t" r="r" b="b"/>
                <a:pathLst>
                  <a:path w="498" h="200" extrusionOk="0">
                    <a:moveTo>
                      <a:pt x="0" y="0"/>
                    </a:moveTo>
                    <a:lnTo>
                      <a:pt x="0" y="199"/>
                    </a:lnTo>
                    <a:lnTo>
                      <a:pt x="498" y="199"/>
                    </a:lnTo>
                    <a:lnTo>
                      <a:pt x="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04" name="Google Shape;2104;p42"/>
            <p:cNvCxnSpPr/>
            <p:nvPr/>
          </p:nvCxnSpPr>
          <p:spPr>
            <a:xfrm>
              <a:off x="-261650" y="2954400"/>
              <a:ext cx="9582300" cy="0"/>
            </a:xfrm>
            <a:prstGeom prst="straightConnector1">
              <a:avLst/>
            </a:prstGeom>
            <a:noFill/>
            <a:ln w="28575" cap="flat" cmpd="sng">
              <a:solidFill>
                <a:schemeClr val="dk1"/>
              </a:solidFill>
              <a:prstDash val="solid"/>
              <a:round/>
              <a:headEnd type="none" w="med" len="med"/>
              <a:tailEnd type="none" w="med" len="med"/>
            </a:ln>
          </p:spPr>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08"/>
        <p:cNvGrpSpPr/>
        <p:nvPr/>
      </p:nvGrpSpPr>
      <p:grpSpPr>
        <a:xfrm>
          <a:off x="0" y="0"/>
          <a:ext cx="0" cy="0"/>
          <a:chOff x="0" y="0"/>
          <a:chExt cx="0" cy="0"/>
        </a:xfrm>
      </p:grpSpPr>
      <p:sp>
        <p:nvSpPr>
          <p:cNvPr id="2109" name="Google Shape;2109;p43"/>
          <p:cNvSpPr txBox="1">
            <a:spLocks noGrp="1"/>
          </p:cNvSpPr>
          <p:nvPr>
            <p:ph type="title"/>
          </p:nvPr>
        </p:nvSpPr>
        <p:spPr>
          <a:xfrm>
            <a:off x="3406663" y="539500"/>
            <a:ext cx="4137300" cy="90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8,574,000</a:t>
            </a:r>
            <a:endParaRPr/>
          </a:p>
        </p:txBody>
      </p:sp>
      <p:sp>
        <p:nvSpPr>
          <p:cNvPr id="2110" name="Google Shape;2110;p43"/>
          <p:cNvSpPr txBox="1">
            <a:spLocks noGrp="1"/>
          </p:cNvSpPr>
          <p:nvPr>
            <p:ph type="subTitle" idx="1"/>
          </p:nvPr>
        </p:nvSpPr>
        <p:spPr>
          <a:xfrm>
            <a:off x="3406663" y="1517923"/>
            <a:ext cx="4137300" cy="39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Sun’s mass compared to Earth’s</a:t>
            </a:r>
            <a:endParaRPr/>
          </a:p>
        </p:txBody>
      </p:sp>
      <p:sp>
        <p:nvSpPr>
          <p:cNvPr id="2111" name="Google Shape;2111;p43"/>
          <p:cNvSpPr txBox="1">
            <a:spLocks noGrp="1"/>
          </p:cNvSpPr>
          <p:nvPr>
            <p:ph type="title" idx="2"/>
          </p:nvPr>
        </p:nvSpPr>
        <p:spPr>
          <a:xfrm>
            <a:off x="1600038" y="2313802"/>
            <a:ext cx="4137300" cy="90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320,000 km</a:t>
            </a:r>
            <a:endParaRPr/>
          </a:p>
        </p:txBody>
      </p:sp>
      <p:sp>
        <p:nvSpPr>
          <p:cNvPr id="2112" name="Google Shape;2112;p43"/>
          <p:cNvSpPr txBox="1">
            <a:spLocks noGrp="1"/>
          </p:cNvSpPr>
          <p:nvPr>
            <p:ph type="subTitle" idx="3"/>
          </p:nvPr>
        </p:nvSpPr>
        <p:spPr>
          <a:xfrm>
            <a:off x="1600038" y="3292050"/>
            <a:ext cx="4137300" cy="39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Distance between Earth and the Moon</a:t>
            </a:r>
            <a:endParaRPr/>
          </a:p>
        </p:txBody>
      </p:sp>
      <p:sp>
        <p:nvSpPr>
          <p:cNvPr id="2113" name="Google Shape;2113;p43"/>
          <p:cNvSpPr/>
          <p:nvPr/>
        </p:nvSpPr>
        <p:spPr>
          <a:xfrm>
            <a:off x="7364156" y="2547916"/>
            <a:ext cx="1606423" cy="333758"/>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3"/>
          <p:cNvSpPr/>
          <p:nvPr/>
        </p:nvSpPr>
        <p:spPr>
          <a:xfrm flipH="1">
            <a:off x="-598673" y="703862"/>
            <a:ext cx="2382116" cy="660257"/>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5" name="Google Shape;2115;p43"/>
          <p:cNvGrpSpPr/>
          <p:nvPr/>
        </p:nvGrpSpPr>
        <p:grpSpPr>
          <a:xfrm>
            <a:off x="5561503" y="3453500"/>
            <a:ext cx="4725912" cy="1150499"/>
            <a:chOff x="5561503" y="3453500"/>
            <a:chExt cx="4725912" cy="1150499"/>
          </a:xfrm>
        </p:grpSpPr>
        <p:sp>
          <p:nvSpPr>
            <p:cNvPr id="2116" name="Google Shape;2116;p43"/>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3"/>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3"/>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3"/>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3"/>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3"/>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3"/>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3"/>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3"/>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3"/>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3"/>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3"/>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3"/>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43"/>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3"/>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3"/>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3"/>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3"/>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3"/>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3"/>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3"/>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3"/>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3"/>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3"/>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3"/>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3"/>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3"/>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3"/>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3"/>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3"/>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3"/>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3"/>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3"/>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3"/>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3"/>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3"/>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3"/>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3"/>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3"/>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3"/>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3"/>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3"/>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3"/>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3"/>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3"/>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3"/>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3"/>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3"/>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3"/>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3"/>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3"/>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3"/>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3"/>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3"/>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3"/>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3"/>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3"/>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3"/>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3"/>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3"/>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3"/>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3"/>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3"/>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3"/>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3"/>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3"/>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3"/>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3"/>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3"/>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3"/>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3"/>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3"/>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3"/>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3"/>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3"/>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3"/>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3"/>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3"/>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3"/>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3"/>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3"/>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3"/>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43"/>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43"/>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3"/>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3"/>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3"/>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3"/>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3"/>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3"/>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3"/>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3"/>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3"/>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3"/>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3"/>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3"/>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3"/>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3"/>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3"/>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3"/>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3"/>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3"/>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3"/>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3"/>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3"/>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3"/>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3"/>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3"/>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3"/>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3"/>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3"/>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3"/>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3"/>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3"/>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3"/>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3"/>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3"/>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3"/>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52"/>
        <p:cNvGrpSpPr/>
        <p:nvPr/>
      </p:nvGrpSpPr>
      <p:grpSpPr>
        <a:xfrm>
          <a:off x="0" y="0"/>
          <a:ext cx="0" cy="0"/>
          <a:chOff x="0" y="0"/>
          <a:chExt cx="0" cy="0"/>
        </a:xfrm>
      </p:grpSpPr>
      <p:sp>
        <p:nvSpPr>
          <p:cNvPr id="2653" name="Google Shape;2653;p46"/>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Alternative Resources</a:t>
            </a:r>
            <a:endParaRPr/>
          </a:p>
        </p:txBody>
      </p:sp>
      <p:sp>
        <p:nvSpPr>
          <p:cNvPr id="2654" name="Google Shape;2654;p46"/>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Here’s an assortment of alternative resources whose style fits that of this template:</a:t>
            </a:r>
            <a:endParaRPr>
              <a:solidFill>
                <a:schemeClr val="dk1"/>
              </a:solidFill>
            </a:endParaRPr>
          </a:p>
          <a:p>
            <a:pPr marL="0" lvl="0" indent="0" algn="l" rtl="0">
              <a:spcBef>
                <a:spcPts val="1000"/>
              </a:spcBef>
              <a:spcAft>
                <a:spcPts val="0"/>
              </a:spcAft>
              <a:buNone/>
            </a:pPr>
            <a:r>
              <a:rPr lang="en" sz="2400" b="1">
                <a:solidFill>
                  <a:schemeClr val="dk1"/>
                </a:solidFill>
                <a:latin typeface="Nova Square"/>
                <a:ea typeface="Nova Square"/>
                <a:cs typeface="Nova Square"/>
                <a:sym typeface="Nova Square"/>
              </a:rPr>
              <a:t>Vectors</a:t>
            </a:r>
            <a:endParaRPr sz="2400" b="1">
              <a:solidFill>
                <a:schemeClr val="dk1"/>
              </a:solidFill>
              <a:latin typeface="Nova Square"/>
              <a:ea typeface="Nova Square"/>
              <a:cs typeface="Nova Square"/>
              <a:sym typeface="Nova Square"/>
            </a:endParaRPr>
          </a:p>
          <a:p>
            <a:pPr marL="241300" lvl="0" indent="-203200" algn="l" rtl="0">
              <a:lnSpc>
                <a:spcPct val="100000"/>
              </a:lnSpc>
              <a:spcBef>
                <a:spcPts val="0"/>
              </a:spcBef>
              <a:spcAft>
                <a:spcPts val="0"/>
              </a:spcAft>
              <a:buClr>
                <a:schemeClr val="dk1"/>
              </a:buClr>
              <a:buSzPts val="1200"/>
              <a:buFont typeface="Manrope Light"/>
              <a:buChar char="●"/>
            </a:pPr>
            <a:r>
              <a:rPr lang="en">
                <a:solidFill>
                  <a:schemeClr val="dk1"/>
                </a:solidFill>
                <a:uFill>
                  <a:noFill/>
                </a:uFill>
                <a:hlinkClick r:id="rId3">
                  <a:extLst>
                    <a:ext uri="{A12FA001-AC4F-418D-AE19-62706E023703}">
                      <ahyp:hlinkClr xmlns:ahyp="http://schemas.microsoft.com/office/drawing/2018/hyperlinkcolor" val="tx"/>
                    </a:ext>
                  </a:extLst>
                </a:hlinkClick>
              </a:rPr>
              <a:t>Modern train collection</a:t>
            </a:r>
            <a:endParaRPr b="1">
              <a:solidFill>
                <a:schemeClr val="dk1"/>
              </a:solidFill>
              <a:latin typeface="Manrope"/>
              <a:ea typeface="Manrope"/>
              <a:cs typeface="Manrope"/>
              <a:sym typeface="Manrope"/>
            </a:endParaRPr>
          </a:p>
          <a:p>
            <a:pPr marL="241300" lvl="0" indent="-203200" algn="l" rtl="0">
              <a:lnSpc>
                <a:spcPct val="100000"/>
              </a:lnSpc>
              <a:spcBef>
                <a:spcPts val="0"/>
              </a:spcBef>
              <a:spcAft>
                <a:spcPts val="0"/>
              </a:spcAft>
              <a:buClr>
                <a:schemeClr val="dk1"/>
              </a:buClr>
              <a:buSzPts val="1200"/>
              <a:buFont typeface="Manrope Light"/>
              <a:buChar char="●"/>
            </a:pPr>
            <a:r>
              <a:rPr lang="en">
                <a:solidFill>
                  <a:schemeClr val="dk1"/>
                </a:solidFill>
                <a:uFill>
                  <a:noFill/>
                </a:uFill>
                <a:hlinkClick r:id="rId4">
                  <a:extLst>
                    <a:ext uri="{A12FA001-AC4F-418D-AE19-62706E023703}">
                      <ahyp:hlinkClr xmlns:ahyp="http://schemas.microsoft.com/office/drawing/2018/hyperlinkcolor" val="tx"/>
                    </a:ext>
                  </a:extLst>
                </a:hlinkClick>
              </a:rPr>
              <a:t>Assortment of three flat trains</a:t>
            </a:r>
            <a:endParaRPr>
              <a:solidFill>
                <a:schemeClr val="dk1"/>
              </a:solidFill>
            </a:endParaRPr>
          </a:p>
        </p:txBody>
      </p:sp>
      <p:grpSp>
        <p:nvGrpSpPr>
          <p:cNvPr id="2655" name="Google Shape;2655;p46"/>
          <p:cNvGrpSpPr/>
          <p:nvPr/>
        </p:nvGrpSpPr>
        <p:grpSpPr>
          <a:xfrm>
            <a:off x="5296283" y="2231084"/>
            <a:ext cx="2757872" cy="1155624"/>
            <a:chOff x="-5119400" y="2873900"/>
            <a:chExt cx="2419822" cy="1013972"/>
          </a:xfrm>
        </p:grpSpPr>
        <p:sp>
          <p:nvSpPr>
            <p:cNvPr id="2656" name="Google Shape;2656;p46"/>
            <p:cNvSpPr/>
            <p:nvPr/>
          </p:nvSpPr>
          <p:spPr>
            <a:xfrm>
              <a:off x="-5049727" y="3565579"/>
              <a:ext cx="921875" cy="184166"/>
            </a:xfrm>
            <a:custGeom>
              <a:avLst/>
              <a:gdLst/>
              <a:ahLst/>
              <a:cxnLst/>
              <a:rect l="l" t="t" r="r" b="b"/>
              <a:pathLst>
                <a:path w="21184" h="4232" extrusionOk="0">
                  <a:moveTo>
                    <a:pt x="0" y="1"/>
                  </a:moveTo>
                  <a:lnTo>
                    <a:pt x="0" y="4232"/>
                  </a:lnTo>
                  <a:lnTo>
                    <a:pt x="21184" y="4232"/>
                  </a:lnTo>
                  <a:lnTo>
                    <a:pt x="211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6"/>
            <p:cNvSpPr/>
            <p:nvPr/>
          </p:nvSpPr>
          <p:spPr>
            <a:xfrm>
              <a:off x="-4383987" y="3703836"/>
              <a:ext cx="216021" cy="184036"/>
            </a:xfrm>
            <a:custGeom>
              <a:avLst/>
              <a:gdLst/>
              <a:ahLst/>
              <a:cxnLst/>
              <a:rect l="l" t="t" r="r" b="b"/>
              <a:pathLst>
                <a:path w="4964" h="4229" extrusionOk="0">
                  <a:moveTo>
                    <a:pt x="2831" y="0"/>
                  </a:moveTo>
                  <a:cubicBezTo>
                    <a:pt x="2313" y="0"/>
                    <a:pt x="1785" y="192"/>
                    <a:pt x="1356" y="621"/>
                  </a:cubicBezTo>
                  <a:cubicBezTo>
                    <a:pt x="0" y="1950"/>
                    <a:pt x="949" y="4228"/>
                    <a:pt x="2848" y="4228"/>
                  </a:cubicBezTo>
                  <a:cubicBezTo>
                    <a:pt x="4014" y="4228"/>
                    <a:pt x="4964" y="3279"/>
                    <a:pt x="4964" y="2113"/>
                  </a:cubicBezTo>
                  <a:cubicBezTo>
                    <a:pt x="4964" y="845"/>
                    <a:pt x="3918" y="0"/>
                    <a:pt x="28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6"/>
            <p:cNvSpPr/>
            <p:nvPr/>
          </p:nvSpPr>
          <p:spPr>
            <a:xfrm>
              <a:off x="-4324977" y="3731993"/>
              <a:ext cx="151136" cy="128594"/>
            </a:xfrm>
            <a:custGeom>
              <a:avLst/>
              <a:gdLst/>
              <a:ahLst/>
              <a:cxnLst/>
              <a:rect l="l" t="t" r="r" b="b"/>
              <a:pathLst>
                <a:path w="3473" h="2955" extrusionOk="0">
                  <a:moveTo>
                    <a:pt x="1492" y="1"/>
                  </a:moveTo>
                  <a:cubicBezTo>
                    <a:pt x="678" y="1"/>
                    <a:pt x="0" y="652"/>
                    <a:pt x="0" y="1466"/>
                  </a:cubicBezTo>
                  <a:cubicBezTo>
                    <a:pt x="0" y="2366"/>
                    <a:pt x="734" y="2955"/>
                    <a:pt x="1503" y="2955"/>
                  </a:cubicBezTo>
                  <a:cubicBezTo>
                    <a:pt x="1869" y="2955"/>
                    <a:pt x="2243" y="2821"/>
                    <a:pt x="2550" y="2524"/>
                  </a:cubicBezTo>
                  <a:cubicBezTo>
                    <a:pt x="3472" y="1574"/>
                    <a:pt x="2821" y="1"/>
                    <a:pt x="14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6"/>
            <p:cNvSpPr/>
            <p:nvPr/>
          </p:nvSpPr>
          <p:spPr>
            <a:xfrm>
              <a:off x="-4278935" y="3778035"/>
              <a:ext cx="43692" cy="36294"/>
            </a:xfrm>
            <a:custGeom>
              <a:avLst/>
              <a:gdLst/>
              <a:ahLst/>
              <a:cxnLst/>
              <a:rect l="l" t="t" r="r" b="b"/>
              <a:pathLst>
                <a:path w="1004" h="834" extrusionOk="0">
                  <a:moveTo>
                    <a:pt x="434" y="1"/>
                  </a:moveTo>
                  <a:cubicBezTo>
                    <a:pt x="190" y="1"/>
                    <a:pt x="0" y="191"/>
                    <a:pt x="0" y="408"/>
                  </a:cubicBezTo>
                  <a:cubicBezTo>
                    <a:pt x="0" y="664"/>
                    <a:pt x="210" y="834"/>
                    <a:pt x="430" y="834"/>
                  </a:cubicBezTo>
                  <a:cubicBezTo>
                    <a:pt x="536" y="834"/>
                    <a:pt x="644" y="794"/>
                    <a:pt x="732" y="706"/>
                  </a:cubicBezTo>
                  <a:cubicBezTo>
                    <a:pt x="1004" y="435"/>
                    <a:pt x="814"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6"/>
            <p:cNvSpPr/>
            <p:nvPr/>
          </p:nvSpPr>
          <p:spPr>
            <a:xfrm>
              <a:off x="-5041111" y="3703836"/>
              <a:ext cx="215673" cy="184036"/>
            </a:xfrm>
            <a:custGeom>
              <a:avLst/>
              <a:gdLst/>
              <a:ahLst/>
              <a:cxnLst/>
              <a:rect l="l" t="t" r="r" b="b"/>
              <a:pathLst>
                <a:path w="4956" h="4229" extrusionOk="0">
                  <a:moveTo>
                    <a:pt x="2823" y="0"/>
                  </a:moveTo>
                  <a:cubicBezTo>
                    <a:pt x="2305" y="0"/>
                    <a:pt x="1777" y="192"/>
                    <a:pt x="1348" y="621"/>
                  </a:cubicBezTo>
                  <a:cubicBezTo>
                    <a:pt x="0" y="1969"/>
                    <a:pt x="957" y="4229"/>
                    <a:pt x="2807" y="4229"/>
                  </a:cubicBezTo>
                  <a:cubicBezTo>
                    <a:pt x="2818" y="4229"/>
                    <a:pt x="2829" y="4228"/>
                    <a:pt x="2840" y="4228"/>
                  </a:cubicBezTo>
                  <a:cubicBezTo>
                    <a:pt x="4006" y="4228"/>
                    <a:pt x="4956" y="3279"/>
                    <a:pt x="4956" y="2113"/>
                  </a:cubicBezTo>
                  <a:cubicBezTo>
                    <a:pt x="4956" y="845"/>
                    <a:pt x="3910" y="0"/>
                    <a:pt x="2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6"/>
            <p:cNvSpPr/>
            <p:nvPr/>
          </p:nvSpPr>
          <p:spPr>
            <a:xfrm>
              <a:off x="-4981273" y="3731993"/>
              <a:ext cx="149961" cy="128594"/>
            </a:xfrm>
            <a:custGeom>
              <a:avLst/>
              <a:gdLst/>
              <a:ahLst/>
              <a:cxnLst/>
              <a:rect l="l" t="t" r="r" b="b"/>
              <a:pathLst>
                <a:path w="3446" h="2955" extrusionOk="0">
                  <a:moveTo>
                    <a:pt x="1465" y="1"/>
                  </a:moveTo>
                  <a:cubicBezTo>
                    <a:pt x="651" y="1"/>
                    <a:pt x="0" y="652"/>
                    <a:pt x="0" y="1466"/>
                  </a:cubicBezTo>
                  <a:cubicBezTo>
                    <a:pt x="0" y="2366"/>
                    <a:pt x="722" y="2955"/>
                    <a:pt x="1483" y="2955"/>
                  </a:cubicBezTo>
                  <a:cubicBezTo>
                    <a:pt x="1845" y="2955"/>
                    <a:pt x="2216" y="2821"/>
                    <a:pt x="2523" y="2524"/>
                  </a:cubicBezTo>
                  <a:cubicBezTo>
                    <a:pt x="3445" y="1574"/>
                    <a:pt x="2794" y="1"/>
                    <a:pt x="14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6"/>
            <p:cNvSpPr/>
            <p:nvPr/>
          </p:nvSpPr>
          <p:spPr>
            <a:xfrm>
              <a:off x="-4935231" y="3778035"/>
              <a:ext cx="42517" cy="36294"/>
            </a:xfrm>
            <a:custGeom>
              <a:avLst/>
              <a:gdLst/>
              <a:ahLst/>
              <a:cxnLst/>
              <a:rect l="l" t="t" r="r" b="b"/>
              <a:pathLst>
                <a:path w="977" h="834" extrusionOk="0">
                  <a:moveTo>
                    <a:pt x="407" y="1"/>
                  </a:moveTo>
                  <a:cubicBezTo>
                    <a:pt x="190" y="1"/>
                    <a:pt x="0" y="191"/>
                    <a:pt x="0" y="408"/>
                  </a:cubicBezTo>
                  <a:cubicBezTo>
                    <a:pt x="0" y="664"/>
                    <a:pt x="198" y="834"/>
                    <a:pt x="410" y="834"/>
                  </a:cubicBezTo>
                  <a:cubicBezTo>
                    <a:pt x="512" y="834"/>
                    <a:pt x="617" y="794"/>
                    <a:pt x="705" y="706"/>
                  </a:cubicBezTo>
                  <a:cubicBezTo>
                    <a:pt x="977" y="435"/>
                    <a:pt x="787" y="1"/>
                    <a:pt x="4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6"/>
            <p:cNvSpPr/>
            <p:nvPr/>
          </p:nvSpPr>
          <p:spPr>
            <a:xfrm>
              <a:off x="-5095770" y="3243326"/>
              <a:ext cx="1013958" cy="414374"/>
            </a:xfrm>
            <a:custGeom>
              <a:avLst/>
              <a:gdLst/>
              <a:ahLst/>
              <a:cxnLst/>
              <a:rect l="l" t="t" r="r" b="b"/>
              <a:pathLst>
                <a:path w="23300" h="9522" extrusionOk="0">
                  <a:moveTo>
                    <a:pt x="0" y="1"/>
                  </a:moveTo>
                  <a:lnTo>
                    <a:pt x="0" y="9521"/>
                  </a:lnTo>
                  <a:lnTo>
                    <a:pt x="23300" y="9521"/>
                  </a:lnTo>
                  <a:lnTo>
                    <a:pt x="233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6"/>
            <p:cNvSpPr/>
            <p:nvPr/>
          </p:nvSpPr>
          <p:spPr>
            <a:xfrm>
              <a:off x="-5119400" y="3196109"/>
              <a:ext cx="1061218" cy="93302"/>
            </a:xfrm>
            <a:custGeom>
              <a:avLst/>
              <a:gdLst/>
              <a:ahLst/>
              <a:cxnLst/>
              <a:rect l="l" t="t" r="r" b="b"/>
              <a:pathLst>
                <a:path w="24386" h="2144" extrusionOk="0">
                  <a:moveTo>
                    <a:pt x="1" y="1"/>
                  </a:moveTo>
                  <a:lnTo>
                    <a:pt x="1" y="2144"/>
                  </a:lnTo>
                  <a:lnTo>
                    <a:pt x="24385" y="2144"/>
                  </a:lnTo>
                  <a:lnTo>
                    <a:pt x="243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6"/>
            <p:cNvSpPr/>
            <p:nvPr/>
          </p:nvSpPr>
          <p:spPr>
            <a:xfrm>
              <a:off x="-4772343" y="3178397"/>
              <a:ext cx="18930" cy="498188"/>
            </a:xfrm>
            <a:custGeom>
              <a:avLst/>
              <a:gdLst/>
              <a:ahLst/>
              <a:cxnLst/>
              <a:rect l="l" t="t" r="r" b="b"/>
              <a:pathLst>
                <a:path w="435" h="11448" extrusionOk="0">
                  <a:moveTo>
                    <a:pt x="0" y="1"/>
                  </a:moveTo>
                  <a:lnTo>
                    <a:pt x="0" y="11447"/>
                  </a:lnTo>
                  <a:lnTo>
                    <a:pt x="434" y="11447"/>
                  </a:lnTo>
                  <a:lnTo>
                    <a:pt x="4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6"/>
            <p:cNvSpPr/>
            <p:nvPr/>
          </p:nvSpPr>
          <p:spPr>
            <a:xfrm>
              <a:off x="-4926963" y="3178397"/>
              <a:ext cx="18930" cy="498188"/>
            </a:xfrm>
            <a:custGeom>
              <a:avLst/>
              <a:gdLst/>
              <a:ahLst/>
              <a:cxnLst/>
              <a:rect l="l" t="t" r="r" b="b"/>
              <a:pathLst>
                <a:path w="435" h="11448" extrusionOk="0">
                  <a:moveTo>
                    <a:pt x="0" y="1"/>
                  </a:moveTo>
                  <a:lnTo>
                    <a:pt x="0" y="11447"/>
                  </a:lnTo>
                  <a:lnTo>
                    <a:pt x="434" y="11447"/>
                  </a:lnTo>
                  <a:lnTo>
                    <a:pt x="4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6"/>
            <p:cNvSpPr/>
            <p:nvPr/>
          </p:nvSpPr>
          <p:spPr>
            <a:xfrm>
              <a:off x="-4917519" y="3233883"/>
              <a:ext cx="154661" cy="17755"/>
            </a:xfrm>
            <a:custGeom>
              <a:avLst/>
              <a:gdLst/>
              <a:ahLst/>
              <a:cxnLst/>
              <a:rect l="l" t="t" r="r" b="b"/>
              <a:pathLst>
                <a:path w="3554" h="408" extrusionOk="0">
                  <a:moveTo>
                    <a:pt x="0" y="1"/>
                  </a:moveTo>
                  <a:lnTo>
                    <a:pt x="0" y="408"/>
                  </a:lnTo>
                  <a:lnTo>
                    <a:pt x="3553" y="408"/>
                  </a:lnTo>
                  <a:lnTo>
                    <a:pt x="35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6"/>
            <p:cNvSpPr/>
            <p:nvPr/>
          </p:nvSpPr>
          <p:spPr>
            <a:xfrm>
              <a:off x="-4917519" y="3289369"/>
              <a:ext cx="154661" cy="17755"/>
            </a:xfrm>
            <a:custGeom>
              <a:avLst/>
              <a:gdLst/>
              <a:ahLst/>
              <a:cxnLst/>
              <a:rect l="l" t="t" r="r" b="b"/>
              <a:pathLst>
                <a:path w="3554" h="408" extrusionOk="0">
                  <a:moveTo>
                    <a:pt x="0" y="1"/>
                  </a:moveTo>
                  <a:lnTo>
                    <a:pt x="0" y="407"/>
                  </a:lnTo>
                  <a:lnTo>
                    <a:pt x="3553" y="407"/>
                  </a:lnTo>
                  <a:lnTo>
                    <a:pt x="35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6"/>
            <p:cNvSpPr/>
            <p:nvPr/>
          </p:nvSpPr>
          <p:spPr>
            <a:xfrm>
              <a:off x="-4917519" y="3343679"/>
              <a:ext cx="154661" cy="18930"/>
            </a:xfrm>
            <a:custGeom>
              <a:avLst/>
              <a:gdLst/>
              <a:ahLst/>
              <a:cxnLst/>
              <a:rect l="l" t="t" r="r" b="b"/>
              <a:pathLst>
                <a:path w="3554" h="435" extrusionOk="0">
                  <a:moveTo>
                    <a:pt x="0" y="0"/>
                  </a:moveTo>
                  <a:lnTo>
                    <a:pt x="0" y="434"/>
                  </a:lnTo>
                  <a:lnTo>
                    <a:pt x="3553" y="434"/>
                  </a:lnTo>
                  <a:lnTo>
                    <a:pt x="35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6"/>
            <p:cNvSpPr/>
            <p:nvPr/>
          </p:nvSpPr>
          <p:spPr>
            <a:xfrm>
              <a:off x="-4917519" y="3399165"/>
              <a:ext cx="154661" cy="18930"/>
            </a:xfrm>
            <a:custGeom>
              <a:avLst/>
              <a:gdLst/>
              <a:ahLst/>
              <a:cxnLst/>
              <a:rect l="l" t="t" r="r" b="b"/>
              <a:pathLst>
                <a:path w="3554" h="435" extrusionOk="0">
                  <a:moveTo>
                    <a:pt x="0" y="0"/>
                  </a:moveTo>
                  <a:lnTo>
                    <a:pt x="0" y="434"/>
                  </a:lnTo>
                  <a:lnTo>
                    <a:pt x="3553" y="434"/>
                  </a:lnTo>
                  <a:lnTo>
                    <a:pt x="35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6"/>
            <p:cNvSpPr/>
            <p:nvPr/>
          </p:nvSpPr>
          <p:spPr>
            <a:xfrm>
              <a:off x="-4917519" y="3454607"/>
              <a:ext cx="154661" cy="18930"/>
            </a:xfrm>
            <a:custGeom>
              <a:avLst/>
              <a:gdLst/>
              <a:ahLst/>
              <a:cxnLst/>
              <a:rect l="l" t="t" r="r" b="b"/>
              <a:pathLst>
                <a:path w="3554" h="435" extrusionOk="0">
                  <a:moveTo>
                    <a:pt x="0" y="1"/>
                  </a:moveTo>
                  <a:lnTo>
                    <a:pt x="0" y="435"/>
                  </a:lnTo>
                  <a:lnTo>
                    <a:pt x="3553" y="435"/>
                  </a:lnTo>
                  <a:lnTo>
                    <a:pt x="35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6"/>
            <p:cNvSpPr/>
            <p:nvPr/>
          </p:nvSpPr>
          <p:spPr>
            <a:xfrm>
              <a:off x="-4917519" y="3510093"/>
              <a:ext cx="154661" cy="18930"/>
            </a:xfrm>
            <a:custGeom>
              <a:avLst/>
              <a:gdLst/>
              <a:ahLst/>
              <a:cxnLst/>
              <a:rect l="l" t="t" r="r" b="b"/>
              <a:pathLst>
                <a:path w="3554" h="435" extrusionOk="0">
                  <a:moveTo>
                    <a:pt x="0" y="1"/>
                  </a:moveTo>
                  <a:lnTo>
                    <a:pt x="0" y="435"/>
                  </a:lnTo>
                  <a:lnTo>
                    <a:pt x="3553" y="435"/>
                  </a:lnTo>
                  <a:lnTo>
                    <a:pt x="35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6"/>
            <p:cNvSpPr/>
            <p:nvPr/>
          </p:nvSpPr>
          <p:spPr>
            <a:xfrm>
              <a:off x="-4917519" y="3565579"/>
              <a:ext cx="154661" cy="18930"/>
            </a:xfrm>
            <a:custGeom>
              <a:avLst/>
              <a:gdLst/>
              <a:ahLst/>
              <a:cxnLst/>
              <a:rect l="l" t="t" r="r" b="b"/>
              <a:pathLst>
                <a:path w="3554" h="435" extrusionOk="0">
                  <a:moveTo>
                    <a:pt x="0" y="1"/>
                  </a:moveTo>
                  <a:lnTo>
                    <a:pt x="0" y="435"/>
                  </a:lnTo>
                  <a:lnTo>
                    <a:pt x="3553" y="435"/>
                  </a:lnTo>
                  <a:lnTo>
                    <a:pt x="35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6"/>
            <p:cNvSpPr/>
            <p:nvPr/>
          </p:nvSpPr>
          <p:spPr>
            <a:xfrm>
              <a:off x="-4917519" y="3621065"/>
              <a:ext cx="154661" cy="18930"/>
            </a:xfrm>
            <a:custGeom>
              <a:avLst/>
              <a:gdLst/>
              <a:ahLst/>
              <a:cxnLst/>
              <a:rect l="l" t="t" r="r" b="b"/>
              <a:pathLst>
                <a:path w="3554" h="435" extrusionOk="0">
                  <a:moveTo>
                    <a:pt x="0" y="0"/>
                  </a:moveTo>
                  <a:lnTo>
                    <a:pt x="0" y="434"/>
                  </a:lnTo>
                  <a:lnTo>
                    <a:pt x="3553" y="434"/>
                  </a:lnTo>
                  <a:lnTo>
                    <a:pt x="35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6"/>
            <p:cNvSpPr/>
            <p:nvPr/>
          </p:nvSpPr>
          <p:spPr>
            <a:xfrm>
              <a:off x="-2929786" y="3243326"/>
              <a:ext cx="138168" cy="322291"/>
            </a:xfrm>
            <a:custGeom>
              <a:avLst/>
              <a:gdLst/>
              <a:ahLst/>
              <a:cxnLst/>
              <a:rect l="l" t="t" r="r" b="b"/>
              <a:pathLst>
                <a:path w="3175" h="7406" extrusionOk="0">
                  <a:moveTo>
                    <a:pt x="1058" y="1"/>
                  </a:moveTo>
                  <a:lnTo>
                    <a:pt x="1" y="1059"/>
                  </a:lnTo>
                  <a:lnTo>
                    <a:pt x="1" y="6348"/>
                  </a:lnTo>
                  <a:lnTo>
                    <a:pt x="1058" y="7406"/>
                  </a:lnTo>
                  <a:lnTo>
                    <a:pt x="3174" y="3690"/>
                  </a:lnTo>
                  <a:lnTo>
                    <a:pt x="10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6"/>
            <p:cNvSpPr/>
            <p:nvPr/>
          </p:nvSpPr>
          <p:spPr>
            <a:xfrm>
              <a:off x="-3263831" y="2965941"/>
              <a:ext cx="216064" cy="253838"/>
            </a:xfrm>
            <a:custGeom>
              <a:avLst/>
              <a:gdLst/>
              <a:ahLst/>
              <a:cxnLst/>
              <a:rect l="l" t="t" r="r" b="b"/>
              <a:pathLst>
                <a:path w="4965" h="5833" extrusionOk="0">
                  <a:moveTo>
                    <a:pt x="1" y="1"/>
                  </a:moveTo>
                  <a:lnTo>
                    <a:pt x="1" y="1058"/>
                  </a:lnTo>
                  <a:lnTo>
                    <a:pt x="841" y="5832"/>
                  </a:lnTo>
                  <a:lnTo>
                    <a:pt x="4123" y="5832"/>
                  </a:lnTo>
                  <a:lnTo>
                    <a:pt x="4964" y="1058"/>
                  </a:lnTo>
                  <a:lnTo>
                    <a:pt x="4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6"/>
            <p:cNvSpPr/>
            <p:nvPr/>
          </p:nvSpPr>
          <p:spPr>
            <a:xfrm>
              <a:off x="-3289811" y="3197241"/>
              <a:ext cx="267981" cy="92170"/>
            </a:xfrm>
            <a:custGeom>
              <a:avLst/>
              <a:gdLst/>
              <a:ahLst/>
              <a:cxnLst/>
              <a:rect l="l" t="t" r="r" b="b"/>
              <a:pathLst>
                <a:path w="6158" h="2118" extrusionOk="0">
                  <a:moveTo>
                    <a:pt x="553" y="0"/>
                  </a:moveTo>
                  <a:cubicBezTo>
                    <a:pt x="248" y="0"/>
                    <a:pt x="1" y="262"/>
                    <a:pt x="1" y="599"/>
                  </a:cubicBezTo>
                  <a:lnTo>
                    <a:pt x="1" y="2118"/>
                  </a:lnTo>
                  <a:lnTo>
                    <a:pt x="6158" y="2118"/>
                  </a:lnTo>
                  <a:lnTo>
                    <a:pt x="6158" y="599"/>
                  </a:lnTo>
                  <a:cubicBezTo>
                    <a:pt x="6132" y="262"/>
                    <a:pt x="5884" y="0"/>
                    <a:pt x="5579" y="0"/>
                  </a:cubicBezTo>
                  <a:cubicBezTo>
                    <a:pt x="5564" y="0"/>
                    <a:pt x="5549" y="1"/>
                    <a:pt x="5534" y="2"/>
                  </a:cubicBezTo>
                  <a:lnTo>
                    <a:pt x="598" y="2"/>
                  </a:lnTo>
                  <a:cubicBezTo>
                    <a:pt x="583" y="1"/>
                    <a:pt x="568" y="0"/>
                    <a:pt x="5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6"/>
            <p:cNvSpPr/>
            <p:nvPr/>
          </p:nvSpPr>
          <p:spPr>
            <a:xfrm>
              <a:off x="-3287418" y="2873900"/>
              <a:ext cx="262062" cy="138125"/>
            </a:xfrm>
            <a:custGeom>
              <a:avLst/>
              <a:gdLst/>
              <a:ahLst/>
              <a:cxnLst/>
              <a:rect l="l" t="t" r="r" b="b"/>
              <a:pathLst>
                <a:path w="6022" h="3174" extrusionOk="0">
                  <a:moveTo>
                    <a:pt x="1166" y="0"/>
                  </a:moveTo>
                  <a:lnTo>
                    <a:pt x="0" y="3173"/>
                  </a:lnTo>
                  <a:lnTo>
                    <a:pt x="6022" y="3173"/>
                  </a:lnTo>
                  <a:lnTo>
                    <a:pt x="48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6"/>
            <p:cNvSpPr/>
            <p:nvPr/>
          </p:nvSpPr>
          <p:spPr>
            <a:xfrm>
              <a:off x="-3944889" y="3495950"/>
              <a:ext cx="1015133" cy="253794"/>
            </a:xfrm>
            <a:custGeom>
              <a:avLst/>
              <a:gdLst/>
              <a:ahLst/>
              <a:cxnLst/>
              <a:rect l="l" t="t" r="r" b="b"/>
              <a:pathLst>
                <a:path w="23327" h="5832" extrusionOk="0">
                  <a:moveTo>
                    <a:pt x="0" y="0"/>
                  </a:moveTo>
                  <a:lnTo>
                    <a:pt x="0" y="5832"/>
                  </a:lnTo>
                  <a:lnTo>
                    <a:pt x="23327" y="5832"/>
                  </a:lnTo>
                  <a:lnTo>
                    <a:pt x="2332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6"/>
            <p:cNvSpPr/>
            <p:nvPr/>
          </p:nvSpPr>
          <p:spPr>
            <a:xfrm>
              <a:off x="-3990932" y="3081613"/>
              <a:ext cx="1107216" cy="576085"/>
            </a:xfrm>
            <a:custGeom>
              <a:avLst/>
              <a:gdLst/>
              <a:ahLst/>
              <a:cxnLst/>
              <a:rect l="l" t="t" r="r" b="b"/>
              <a:pathLst>
                <a:path w="25443" h="13238" extrusionOk="0">
                  <a:moveTo>
                    <a:pt x="0" y="1"/>
                  </a:moveTo>
                  <a:lnTo>
                    <a:pt x="0" y="13237"/>
                  </a:lnTo>
                  <a:lnTo>
                    <a:pt x="8490" y="13237"/>
                  </a:lnTo>
                  <a:lnTo>
                    <a:pt x="8490" y="11122"/>
                  </a:lnTo>
                  <a:lnTo>
                    <a:pt x="25442" y="11122"/>
                  </a:lnTo>
                  <a:lnTo>
                    <a:pt x="25442" y="3717"/>
                  </a:lnTo>
                  <a:lnTo>
                    <a:pt x="11257" y="3717"/>
                  </a:lnTo>
                  <a:lnTo>
                    <a:pt x="1125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6"/>
            <p:cNvSpPr/>
            <p:nvPr/>
          </p:nvSpPr>
          <p:spPr>
            <a:xfrm>
              <a:off x="-2975828" y="3611621"/>
              <a:ext cx="92127" cy="138125"/>
            </a:xfrm>
            <a:custGeom>
              <a:avLst/>
              <a:gdLst/>
              <a:ahLst/>
              <a:cxnLst/>
              <a:rect l="l" t="t" r="r" b="b"/>
              <a:pathLst>
                <a:path w="2117" h="3174" extrusionOk="0">
                  <a:moveTo>
                    <a:pt x="1" y="0"/>
                  </a:moveTo>
                  <a:lnTo>
                    <a:pt x="1" y="3174"/>
                  </a:lnTo>
                  <a:lnTo>
                    <a:pt x="2116" y="3174"/>
                  </a:lnTo>
                  <a:lnTo>
                    <a:pt x="2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6"/>
            <p:cNvSpPr/>
            <p:nvPr/>
          </p:nvSpPr>
          <p:spPr>
            <a:xfrm>
              <a:off x="-2883744" y="3611621"/>
              <a:ext cx="184166" cy="225464"/>
            </a:xfrm>
            <a:custGeom>
              <a:avLst/>
              <a:gdLst/>
              <a:ahLst/>
              <a:cxnLst/>
              <a:rect l="l" t="t" r="r" b="b"/>
              <a:pathLst>
                <a:path w="4232" h="5181" extrusionOk="0">
                  <a:moveTo>
                    <a:pt x="0" y="0"/>
                  </a:moveTo>
                  <a:lnTo>
                    <a:pt x="0" y="5181"/>
                  </a:lnTo>
                  <a:lnTo>
                    <a:pt x="4232" y="5181"/>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6"/>
            <p:cNvSpPr/>
            <p:nvPr/>
          </p:nvSpPr>
          <p:spPr>
            <a:xfrm>
              <a:off x="-3145810" y="3703836"/>
              <a:ext cx="216064" cy="184036"/>
            </a:xfrm>
            <a:custGeom>
              <a:avLst/>
              <a:gdLst/>
              <a:ahLst/>
              <a:cxnLst/>
              <a:rect l="l" t="t" r="r" b="b"/>
              <a:pathLst>
                <a:path w="4965" h="4229" extrusionOk="0">
                  <a:moveTo>
                    <a:pt x="2811" y="0"/>
                  </a:moveTo>
                  <a:cubicBezTo>
                    <a:pt x="2289" y="0"/>
                    <a:pt x="1759" y="192"/>
                    <a:pt x="1330" y="621"/>
                  </a:cubicBezTo>
                  <a:cubicBezTo>
                    <a:pt x="1" y="1950"/>
                    <a:pt x="950" y="4228"/>
                    <a:pt x="2849" y="4228"/>
                  </a:cubicBezTo>
                  <a:cubicBezTo>
                    <a:pt x="4015" y="4228"/>
                    <a:pt x="4965" y="3279"/>
                    <a:pt x="4965" y="2113"/>
                  </a:cubicBezTo>
                  <a:cubicBezTo>
                    <a:pt x="4965" y="845"/>
                    <a:pt x="3907" y="0"/>
                    <a:pt x="2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6"/>
            <p:cNvSpPr/>
            <p:nvPr/>
          </p:nvSpPr>
          <p:spPr>
            <a:xfrm>
              <a:off x="-3086756" y="3731993"/>
              <a:ext cx="151093" cy="128594"/>
            </a:xfrm>
            <a:custGeom>
              <a:avLst/>
              <a:gdLst/>
              <a:ahLst/>
              <a:cxnLst/>
              <a:rect l="l" t="t" r="r" b="b"/>
              <a:pathLst>
                <a:path w="3472" h="2955" extrusionOk="0">
                  <a:moveTo>
                    <a:pt x="1492" y="1"/>
                  </a:moveTo>
                  <a:cubicBezTo>
                    <a:pt x="651" y="1"/>
                    <a:pt x="0" y="652"/>
                    <a:pt x="0" y="1466"/>
                  </a:cubicBezTo>
                  <a:cubicBezTo>
                    <a:pt x="0" y="2366"/>
                    <a:pt x="734" y="2955"/>
                    <a:pt x="1495" y="2955"/>
                  </a:cubicBezTo>
                  <a:cubicBezTo>
                    <a:pt x="1857" y="2955"/>
                    <a:pt x="2225" y="2821"/>
                    <a:pt x="2523" y="2524"/>
                  </a:cubicBezTo>
                  <a:cubicBezTo>
                    <a:pt x="3472" y="1574"/>
                    <a:pt x="2794" y="1"/>
                    <a:pt x="14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6"/>
            <p:cNvSpPr/>
            <p:nvPr/>
          </p:nvSpPr>
          <p:spPr>
            <a:xfrm>
              <a:off x="-3039539" y="3777991"/>
              <a:ext cx="42168" cy="36337"/>
            </a:xfrm>
            <a:custGeom>
              <a:avLst/>
              <a:gdLst/>
              <a:ahLst/>
              <a:cxnLst/>
              <a:rect l="l" t="t" r="r" b="b"/>
              <a:pathLst>
                <a:path w="969" h="835" extrusionOk="0">
                  <a:moveTo>
                    <a:pt x="439" y="1"/>
                  </a:moveTo>
                  <a:cubicBezTo>
                    <a:pt x="428" y="1"/>
                    <a:pt x="418" y="1"/>
                    <a:pt x="407" y="2"/>
                  </a:cubicBezTo>
                  <a:cubicBezTo>
                    <a:pt x="163" y="2"/>
                    <a:pt x="0" y="192"/>
                    <a:pt x="0" y="409"/>
                  </a:cubicBezTo>
                  <a:cubicBezTo>
                    <a:pt x="0" y="665"/>
                    <a:pt x="210" y="835"/>
                    <a:pt x="422" y="835"/>
                  </a:cubicBezTo>
                  <a:cubicBezTo>
                    <a:pt x="524" y="835"/>
                    <a:pt x="626" y="795"/>
                    <a:pt x="705" y="707"/>
                  </a:cubicBezTo>
                  <a:cubicBezTo>
                    <a:pt x="969" y="443"/>
                    <a:pt x="797"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6"/>
            <p:cNvSpPr/>
            <p:nvPr/>
          </p:nvSpPr>
          <p:spPr>
            <a:xfrm>
              <a:off x="-3353522" y="3703836"/>
              <a:ext cx="216021" cy="184036"/>
            </a:xfrm>
            <a:custGeom>
              <a:avLst/>
              <a:gdLst/>
              <a:ahLst/>
              <a:cxnLst/>
              <a:rect l="l" t="t" r="r" b="b"/>
              <a:pathLst>
                <a:path w="4964" h="4229" extrusionOk="0">
                  <a:moveTo>
                    <a:pt x="2831" y="0"/>
                  </a:moveTo>
                  <a:cubicBezTo>
                    <a:pt x="2313" y="0"/>
                    <a:pt x="1785" y="192"/>
                    <a:pt x="1356" y="621"/>
                  </a:cubicBezTo>
                  <a:cubicBezTo>
                    <a:pt x="0" y="1950"/>
                    <a:pt x="950" y="4228"/>
                    <a:pt x="2848" y="4228"/>
                  </a:cubicBezTo>
                  <a:cubicBezTo>
                    <a:pt x="4015" y="4228"/>
                    <a:pt x="4964" y="3279"/>
                    <a:pt x="4964" y="2113"/>
                  </a:cubicBezTo>
                  <a:cubicBezTo>
                    <a:pt x="4964" y="845"/>
                    <a:pt x="3919" y="0"/>
                    <a:pt x="28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6"/>
            <p:cNvSpPr/>
            <p:nvPr/>
          </p:nvSpPr>
          <p:spPr>
            <a:xfrm>
              <a:off x="-3294511" y="3731993"/>
              <a:ext cx="150788" cy="128594"/>
            </a:xfrm>
            <a:custGeom>
              <a:avLst/>
              <a:gdLst/>
              <a:ahLst/>
              <a:cxnLst/>
              <a:rect l="l" t="t" r="r" b="b"/>
              <a:pathLst>
                <a:path w="3465" h="2955" extrusionOk="0">
                  <a:moveTo>
                    <a:pt x="1525" y="1"/>
                  </a:moveTo>
                  <a:cubicBezTo>
                    <a:pt x="1514" y="1"/>
                    <a:pt x="1503" y="1"/>
                    <a:pt x="1492" y="1"/>
                  </a:cubicBezTo>
                  <a:cubicBezTo>
                    <a:pt x="678" y="1"/>
                    <a:pt x="0" y="652"/>
                    <a:pt x="0" y="1466"/>
                  </a:cubicBezTo>
                  <a:cubicBezTo>
                    <a:pt x="0" y="2366"/>
                    <a:pt x="734" y="2955"/>
                    <a:pt x="1495" y="2955"/>
                  </a:cubicBezTo>
                  <a:cubicBezTo>
                    <a:pt x="1857" y="2955"/>
                    <a:pt x="2225" y="2821"/>
                    <a:pt x="2523" y="2524"/>
                  </a:cubicBezTo>
                  <a:cubicBezTo>
                    <a:pt x="3464" y="1582"/>
                    <a:pt x="2832" y="1"/>
                    <a:pt x="15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6"/>
            <p:cNvSpPr/>
            <p:nvPr/>
          </p:nvSpPr>
          <p:spPr>
            <a:xfrm>
              <a:off x="-3248469" y="3778035"/>
              <a:ext cx="43692" cy="36294"/>
            </a:xfrm>
            <a:custGeom>
              <a:avLst/>
              <a:gdLst/>
              <a:ahLst/>
              <a:cxnLst/>
              <a:rect l="l" t="t" r="r" b="b"/>
              <a:pathLst>
                <a:path w="1004" h="834" extrusionOk="0">
                  <a:moveTo>
                    <a:pt x="434" y="1"/>
                  </a:moveTo>
                  <a:cubicBezTo>
                    <a:pt x="190" y="1"/>
                    <a:pt x="0" y="191"/>
                    <a:pt x="0" y="408"/>
                  </a:cubicBezTo>
                  <a:cubicBezTo>
                    <a:pt x="0" y="664"/>
                    <a:pt x="210" y="834"/>
                    <a:pt x="430" y="834"/>
                  </a:cubicBezTo>
                  <a:cubicBezTo>
                    <a:pt x="536" y="834"/>
                    <a:pt x="644" y="794"/>
                    <a:pt x="733" y="706"/>
                  </a:cubicBezTo>
                  <a:cubicBezTo>
                    <a:pt x="1004" y="435"/>
                    <a:pt x="814"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6"/>
            <p:cNvSpPr/>
            <p:nvPr/>
          </p:nvSpPr>
          <p:spPr>
            <a:xfrm>
              <a:off x="-3561277" y="3703836"/>
              <a:ext cx="216064" cy="184036"/>
            </a:xfrm>
            <a:custGeom>
              <a:avLst/>
              <a:gdLst/>
              <a:ahLst/>
              <a:cxnLst/>
              <a:rect l="l" t="t" r="r" b="b"/>
              <a:pathLst>
                <a:path w="4965" h="4229" extrusionOk="0">
                  <a:moveTo>
                    <a:pt x="2831" y="0"/>
                  </a:moveTo>
                  <a:cubicBezTo>
                    <a:pt x="2313" y="0"/>
                    <a:pt x="1785" y="192"/>
                    <a:pt x="1357" y="621"/>
                  </a:cubicBezTo>
                  <a:cubicBezTo>
                    <a:pt x="0" y="1950"/>
                    <a:pt x="950" y="4228"/>
                    <a:pt x="2848" y="4228"/>
                  </a:cubicBezTo>
                  <a:cubicBezTo>
                    <a:pt x="4015" y="4228"/>
                    <a:pt x="4964" y="3279"/>
                    <a:pt x="4964" y="2113"/>
                  </a:cubicBezTo>
                  <a:cubicBezTo>
                    <a:pt x="4964" y="845"/>
                    <a:pt x="3919" y="0"/>
                    <a:pt x="28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6"/>
            <p:cNvSpPr/>
            <p:nvPr/>
          </p:nvSpPr>
          <p:spPr>
            <a:xfrm>
              <a:off x="-3502267" y="3731993"/>
              <a:ext cx="150788" cy="128594"/>
            </a:xfrm>
            <a:custGeom>
              <a:avLst/>
              <a:gdLst/>
              <a:ahLst/>
              <a:cxnLst/>
              <a:rect l="l" t="t" r="r" b="b"/>
              <a:pathLst>
                <a:path w="3465" h="2955" extrusionOk="0">
                  <a:moveTo>
                    <a:pt x="1526" y="1"/>
                  </a:moveTo>
                  <a:cubicBezTo>
                    <a:pt x="1515" y="1"/>
                    <a:pt x="1504" y="1"/>
                    <a:pt x="1492" y="1"/>
                  </a:cubicBezTo>
                  <a:cubicBezTo>
                    <a:pt x="679" y="1"/>
                    <a:pt x="1" y="652"/>
                    <a:pt x="1" y="1466"/>
                  </a:cubicBezTo>
                  <a:cubicBezTo>
                    <a:pt x="1" y="2366"/>
                    <a:pt x="735" y="2955"/>
                    <a:pt x="1503" y="2955"/>
                  </a:cubicBezTo>
                  <a:cubicBezTo>
                    <a:pt x="1870" y="2955"/>
                    <a:pt x="2244" y="2821"/>
                    <a:pt x="2550" y="2524"/>
                  </a:cubicBezTo>
                  <a:cubicBezTo>
                    <a:pt x="3465" y="1582"/>
                    <a:pt x="2832" y="1"/>
                    <a:pt x="15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6"/>
            <p:cNvSpPr/>
            <p:nvPr/>
          </p:nvSpPr>
          <p:spPr>
            <a:xfrm>
              <a:off x="-3456225" y="3778035"/>
              <a:ext cx="43692" cy="36294"/>
            </a:xfrm>
            <a:custGeom>
              <a:avLst/>
              <a:gdLst/>
              <a:ahLst/>
              <a:cxnLst/>
              <a:rect l="l" t="t" r="r" b="b"/>
              <a:pathLst>
                <a:path w="1004" h="834" extrusionOk="0">
                  <a:moveTo>
                    <a:pt x="434" y="1"/>
                  </a:moveTo>
                  <a:cubicBezTo>
                    <a:pt x="190" y="1"/>
                    <a:pt x="0" y="191"/>
                    <a:pt x="0" y="408"/>
                  </a:cubicBezTo>
                  <a:cubicBezTo>
                    <a:pt x="0" y="664"/>
                    <a:pt x="210" y="834"/>
                    <a:pt x="430" y="834"/>
                  </a:cubicBezTo>
                  <a:cubicBezTo>
                    <a:pt x="536" y="834"/>
                    <a:pt x="645" y="794"/>
                    <a:pt x="733" y="706"/>
                  </a:cubicBezTo>
                  <a:cubicBezTo>
                    <a:pt x="1004" y="435"/>
                    <a:pt x="814"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6"/>
            <p:cNvSpPr/>
            <p:nvPr/>
          </p:nvSpPr>
          <p:spPr>
            <a:xfrm>
              <a:off x="-3960251" y="3519058"/>
              <a:ext cx="430867" cy="368811"/>
            </a:xfrm>
            <a:custGeom>
              <a:avLst/>
              <a:gdLst/>
              <a:ahLst/>
              <a:cxnLst/>
              <a:rect l="l" t="t" r="r" b="b"/>
              <a:pathLst>
                <a:path w="9901" h="8475" extrusionOk="0">
                  <a:moveTo>
                    <a:pt x="5627" y="1"/>
                  </a:moveTo>
                  <a:cubicBezTo>
                    <a:pt x="4583" y="1"/>
                    <a:pt x="3520" y="390"/>
                    <a:pt x="2659" y="1259"/>
                  </a:cubicBezTo>
                  <a:cubicBezTo>
                    <a:pt x="1" y="3918"/>
                    <a:pt x="1872" y="8474"/>
                    <a:pt x="5669" y="8474"/>
                  </a:cubicBezTo>
                  <a:cubicBezTo>
                    <a:pt x="8002" y="8474"/>
                    <a:pt x="9901" y="6576"/>
                    <a:pt x="9901" y="4243"/>
                  </a:cubicBezTo>
                  <a:cubicBezTo>
                    <a:pt x="9901" y="1694"/>
                    <a:pt x="7806" y="1"/>
                    <a:pt x="56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6"/>
            <p:cNvSpPr/>
            <p:nvPr/>
          </p:nvSpPr>
          <p:spPr>
            <a:xfrm>
              <a:off x="-3861117" y="3556135"/>
              <a:ext cx="344746" cy="295484"/>
            </a:xfrm>
            <a:custGeom>
              <a:avLst/>
              <a:gdLst/>
              <a:ahLst/>
              <a:cxnLst/>
              <a:rect l="l" t="t" r="r" b="b"/>
              <a:pathLst>
                <a:path w="7922" h="6790" extrusionOk="0">
                  <a:moveTo>
                    <a:pt x="3391" y="1"/>
                  </a:moveTo>
                  <a:cubicBezTo>
                    <a:pt x="1493" y="1"/>
                    <a:pt x="1" y="1519"/>
                    <a:pt x="1" y="3391"/>
                  </a:cubicBezTo>
                  <a:cubicBezTo>
                    <a:pt x="1" y="5434"/>
                    <a:pt x="1674" y="6790"/>
                    <a:pt x="3419" y="6790"/>
                  </a:cubicBezTo>
                  <a:cubicBezTo>
                    <a:pt x="4246" y="6790"/>
                    <a:pt x="5089" y="6485"/>
                    <a:pt x="5778" y="5805"/>
                  </a:cubicBezTo>
                  <a:cubicBezTo>
                    <a:pt x="7921" y="3662"/>
                    <a:pt x="6402" y="1"/>
                    <a:pt x="33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6"/>
            <p:cNvSpPr/>
            <p:nvPr/>
          </p:nvSpPr>
          <p:spPr>
            <a:xfrm>
              <a:off x="-3732434" y="3685994"/>
              <a:ext cx="42517" cy="36294"/>
            </a:xfrm>
            <a:custGeom>
              <a:avLst/>
              <a:gdLst/>
              <a:ahLst/>
              <a:cxnLst/>
              <a:rect l="l" t="t" r="r" b="b"/>
              <a:pathLst>
                <a:path w="977" h="834" extrusionOk="0">
                  <a:moveTo>
                    <a:pt x="434" y="0"/>
                  </a:moveTo>
                  <a:cubicBezTo>
                    <a:pt x="190" y="0"/>
                    <a:pt x="0" y="163"/>
                    <a:pt x="0" y="407"/>
                  </a:cubicBezTo>
                  <a:cubicBezTo>
                    <a:pt x="0" y="663"/>
                    <a:pt x="210" y="833"/>
                    <a:pt x="430" y="833"/>
                  </a:cubicBezTo>
                  <a:cubicBezTo>
                    <a:pt x="536" y="833"/>
                    <a:pt x="645" y="794"/>
                    <a:pt x="733" y="705"/>
                  </a:cubicBezTo>
                  <a:cubicBezTo>
                    <a:pt x="977" y="434"/>
                    <a:pt x="787" y="0"/>
                    <a:pt x="4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6"/>
            <p:cNvSpPr/>
            <p:nvPr/>
          </p:nvSpPr>
          <p:spPr>
            <a:xfrm>
              <a:off x="-3722991" y="3635208"/>
              <a:ext cx="597321" cy="172373"/>
            </a:xfrm>
            <a:custGeom>
              <a:avLst/>
              <a:gdLst/>
              <a:ahLst/>
              <a:cxnLst/>
              <a:rect l="l" t="t" r="r" b="b"/>
              <a:pathLst>
                <a:path w="13726" h="3961" extrusionOk="0">
                  <a:moveTo>
                    <a:pt x="6890" y="1"/>
                  </a:moveTo>
                  <a:lnTo>
                    <a:pt x="0" y="3012"/>
                  </a:lnTo>
                  <a:lnTo>
                    <a:pt x="407" y="3961"/>
                  </a:lnTo>
                  <a:lnTo>
                    <a:pt x="7107" y="1059"/>
                  </a:lnTo>
                  <a:lnTo>
                    <a:pt x="13725" y="1059"/>
                  </a:lnTo>
                  <a:lnTo>
                    <a:pt x="137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6"/>
            <p:cNvSpPr/>
            <p:nvPr/>
          </p:nvSpPr>
          <p:spPr>
            <a:xfrm>
              <a:off x="-3764289" y="3749705"/>
              <a:ext cx="87383" cy="74154"/>
            </a:xfrm>
            <a:custGeom>
              <a:avLst/>
              <a:gdLst/>
              <a:ahLst/>
              <a:cxnLst/>
              <a:rect l="l" t="t" r="r" b="b"/>
              <a:pathLst>
                <a:path w="2008" h="1704" extrusionOk="0">
                  <a:moveTo>
                    <a:pt x="1166" y="1"/>
                  </a:moveTo>
                  <a:cubicBezTo>
                    <a:pt x="407" y="1"/>
                    <a:pt x="0" y="923"/>
                    <a:pt x="543" y="1466"/>
                  </a:cubicBezTo>
                  <a:cubicBezTo>
                    <a:pt x="715" y="1630"/>
                    <a:pt x="927" y="1703"/>
                    <a:pt x="1135" y="1703"/>
                  </a:cubicBezTo>
                  <a:cubicBezTo>
                    <a:pt x="1579" y="1703"/>
                    <a:pt x="2007" y="1368"/>
                    <a:pt x="2007" y="869"/>
                  </a:cubicBezTo>
                  <a:cubicBezTo>
                    <a:pt x="2007" y="381"/>
                    <a:pt x="1628" y="1"/>
                    <a:pt x="11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6"/>
            <p:cNvSpPr/>
            <p:nvPr/>
          </p:nvSpPr>
          <p:spPr>
            <a:xfrm>
              <a:off x="-3732434" y="3768592"/>
              <a:ext cx="42517" cy="36729"/>
            </a:xfrm>
            <a:custGeom>
              <a:avLst/>
              <a:gdLst/>
              <a:ahLst/>
              <a:cxnLst/>
              <a:rect l="l" t="t" r="r" b="b"/>
              <a:pathLst>
                <a:path w="977" h="844" extrusionOk="0">
                  <a:moveTo>
                    <a:pt x="434" y="1"/>
                  </a:moveTo>
                  <a:cubicBezTo>
                    <a:pt x="190" y="1"/>
                    <a:pt x="0" y="191"/>
                    <a:pt x="0" y="435"/>
                  </a:cubicBezTo>
                  <a:cubicBezTo>
                    <a:pt x="0" y="678"/>
                    <a:pt x="219" y="843"/>
                    <a:pt x="444" y="843"/>
                  </a:cubicBezTo>
                  <a:cubicBezTo>
                    <a:pt x="545" y="843"/>
                    <a:pt x="648" y="809"/>
                    <a:pt x="733" y="733"/>
                  </a:cubicBezTo>
                  <a:cubicBezTo>
                    <a:pt x="977" y="462"/>
                    <a:pt x="787"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6"/>
            <p:cNvSpPr/>
            <p:nvPr/>
          </p:nvSpPr>
          <p:spPr>
            <a:xfrm>
              <a:off x="-3468018" y="3621065"/>
              <a:ext cx="86208" cy="73719"/>
            </a:xfrm>
            <a:custGeom>
              <a:avLst/>
              <a:gdLst/>
              <a:ahLst/>
              <a:cxnLst/>
              <a:rect l="l" t="t" r="r" b="b"/>
              <a:pathLst>
                <a:path w="1981" h="1694" extrusionOk="0">
                  <a:moveTo>
                    <a:pt x="1139" y="0"/>
                  </a:moveTo>
                  <a:cubicBezTo>
                    <a:pt x="380" y="0"/>
                    <a:pt x="0" y="923"/>
                    <a:pt x="516" y="1438"/>
                  </a:cubicBezTo>
                  <a:cubicBezTo>
                    <a:pt x="692" y="1614"/>
                    <a:pt x="909" y="1693"/>
                    <a:pt x="1121" y="1693"/>
                  </a:cubicBezTo>
                  <a:cubicBezTo>
                    <a:pt x="1560" y="1693"/>
                    <a:pt x="1980" y="1354"/>
                    <a:pt x="1980" y="841"/>
                  </a:cubicBezTo>
                  <a:cubicBezTo>
                    <a:pt x="1980" y="380"/>
                    <a:pt x="1600" y="0"/>
                    <a:pt x="11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6"/>
            <p:cNvSpPr/>
            <p:nvPr/>
          </p:nvSpPr>
          <p:spPr>
            <a:xfrm>
              <a:off x="-3437338" y="3639821"/>
              <a:ext cx="42517" cy="36424"/>
            </a:xfrm>
            <a:custGeom>
              <a:avLst/>
              <a:gdLst/>
              <a:ahLst/>
              <a:cxnLst/>
              <a:rect l="l" t="t" r="r" b="b"/>
              <a:pathLst>
                <a:path w="977" h="837" extrusionOk="0">
                  <a:moveTo>
                    <a:pt x="388" y="1"/>
                  </a:moveTo>
                  <a:cubicBezTo>
                    <a:pt x="167" y="1"/>
                    <a:pt x="0" y="182"/>
                    <a:pt x="0" y="410"/>
                  </a:cubicBezTo>
                  <a:cubicBezTo>
                    <a:pt x="0" y="666"/>
                    <a:pt x="210" y="836"/>
                    <a:pt x="430" y="836"/>
                  </a:cubicBezTo>
                  <a:cubicBezTo>
                    <a:pt x="536" y="836"/>
                    <a:pt x="645" y="797"/>
                    <a:pt x="733" y="709"/>
                  </a:cubicBezTo>
                  <a:cubicBezTo>
                    <a:pt x="977" y="437"/>
                    <a:pt x="787" y="3"/>
                    <a:pt x="434" y="3"/>
                  </a:cubicBezTo>
                  <a:cubicBezTo>
                    <a:pt x="419" y="2"/>
                    <a:pt x="403" y="1"/>
                    <a:pt x="3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6"/>
            <p:cNvSpPr/>
            <p:nvPr/>
          </p:nvSpPr>
          <p:spPr>
            <a:xfrm>
              <a:off x="-3229582" y="3587991"/>
              <a:ext cx="207753" cy="139343"/>
            </a:xfrm>
            <a:custGeom>
              <a:avLst/>
              <a:gdLst/>
              <a:ahLst/>
              <a:cxnLst/>
              <a:rect l="l" t="t" r="r" b="b"/>
              <a:pathLst>
                <a:path w="4774" h="3202" extrusionOk="0">
                  <a:moveTo>
                    <a:pt x="597" y="1"/>
                  </a:moveTo>
                  <a:cubicBezTo>
                    <a:pt x="271" y="1"/>
                    <a:pt x="0" y="299"/>
                    <a:pt x="0" y="625"/>
                  </a:cubicBezTo>
                  <a:lnTo>
                    <a:pt x="0" y="2578"/>
                  </a:lnTo>
                  <a:cubicBezTo>
                    <a:pt x="0" y="2930"/>
                    <a:pt x="271" y="3201"/>
                    <a:pt x="597" y="3201"/>
                  </a:cubicBezTo>
                  <a:lnTo>
                    <a:pt x="4150" y="3201"/>
                  </a:lnTo>
                  <a:cubicBezTo>
                    <a:pt x="4476" y="3201"/>
                    <a:pt x="4774" y="2930"/>
                    <a:pt x="4774" y="2578"/>
                  </a:cubicBezTo>
                  <a:lnTo>
                    <a:pt x="4774" y="625"/>
                  </a:lnTo>
                  <a:cubicBezTo>
                    <a:pt x="4774" y="299"/>
                    <a:pt x="4476" y="1"/>
                    <a:pt x="415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6"/>
            <p:cNvSpPr/>
            <p:nvPr/>
          </p:nvSpPr>
          <p:spPr>
            <a:xfrm>
              <a:off x="-3898891" y="3196109"/>
              <a:ext cx="129900" cy="185385"/>
            </a:xfrm>
            <a:custGeom>
              <a:avLst/>
              <a:gdLst/>
              <a:ahLst/>
              <a:cxnLst/>
              <a:rect l="l" t="t" r="r" b="b"/>
              <a:pathLst>
                <a:path w="2985" h="4260" extrusionOk="0">
                  <a:moveTo>
                    <a:pt x="625" y="1"/>
                  </a:moveTo>
                  <a:cubicBezTo>
                    <a:pt x="272" y="1"/>
                    <a:pt x="1" y="299"/>
                    <a:pt x="1" y="625"/>
                  </a:cubicBezTo>
                  <a:lnTo>
                    <a:pt x="1" y="3635"/>
                  </a:lnTo>
                  <a:cubicBezTo>
                    <a:pt x="1" y="3988"/>
                    <a:pt x="272" y="4259"/>
                    <a:pt x="625" y="4259"/>
                  </a:cubicBezTo>
                  <a:lnTo>
                    <a:pt x="2388" y="4259"/>
                  </a:lnTo>
                  <a:cubicBezTo>
                    <a:pt x="2713" y="4259"/>
                    <a:pt x="2985" y="3988"/>
                    <a:pt x="2985" y="3635"/>
                  </a:cubicBezTo>
                  <a:lnTo>
                    <a:pt x="2985" y="625"/>
                  </a:lnTo>
                  <a:cubicBezTo>
                    <a:pt x="2985" y="299"/>
                    <a:pt x="2713" y="1"/>
                    <a:pt x="23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6"/>
            <p:cNvSpPr/>
            <p:nvPr/>
          </p:nvSpPr>
          <p:spPr>
            <a:xfrm>
              <a:off x="-3722991" y="3196109"/>
              <a:ext cx="129900" cy="185385"/>
            </a:xfrm>
            <a:custGeom>
              <a:avLst/>
              <a:gdLst/>
              <a:ahLst/>
              <a:cxnLst/>
              <a:rect l="l" t="t" r="r" b="b"/>
              <a:pathLst>
                <a:path w="2985" h="4260" extrusionOk="0">
                  <a:moveTo>
                    <a:pt x="624" y="1"/>
                  </a:moveTo>
                  <a:cubicBezTo>
                    <a:pt x="272" y="1"/>
                    <a:pt x="0" y="299"/>
                    <a:pt x="0" y="625"/>
                  </a:cubicBezTo>
                  <a:lnTo>
                    <a:pt x="0" y="3635"/>
                  </a:lnTo>
                  <a:cubicBezTo>
                    <a:pt x="0" y="3988"/>
                    <a:pt x="272" y="4259"/>
                    <a:pt x="624" y="4259"/>
                  </a:cubicBezTo>
                  <a:lnTo>
                    <a:pt x="2387" y="4259"/>
                  </a:lnTo>
                  <a:cubicBezTo>
                    <a:pt x="2713" y="4259"/>
                    <a:pt x="2984" y="3988"/>
                    <a:pt x="2984" y="3635"/>
                  </a:cubicBezTo>
                  <a:lnTo>
                    <a:pt x="2984" y="625"/>
                  </a:lnTo>
                  <a:cubicBezTo>
                    <a:pt x="2984" y="299"/>
                    <a:pt x="2713" y="1"/>
                    <a:pt x="2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6"/>
            <p:cNvSpPr/>
            <p:nvPr/>
          </p:nvSpPr>
          <p:spPr>
            <a:xfrm>
              <a:off x="-4013387" y="3058026"/>
              <a:ext cx="535962" cy="46085"/>
            </a:xfrm>
            <a:custGeom>
              <a:avLst/>
              <a:gdLst/>
              <a:ahLst/>
              <a:cxnLst/>
              <a:rect l="l" t="t" r="r" b="b"/>
              <a:pathLst>
                <a:path w="12316" h="1059" extrusionOk="0">
                  <a:moveTo>
                    <a:pt x="1" y="0"/>
                  </a:moveTo>
                  <a:lnTo>
                    <a:pt x="1" y="1058"/>
                  </a:lnTo>
                  <a:lnTo>
                    <a:pt x="12315" y="1058"/>
                  </a:lnTo>
                  <a:lnTo>
                    <a:pt x="123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6"/>
            <p:cNvSpPr/>
            <p:nvPr/>
          </p:nvSpPr>
          <p:spPr>
            <a:xfrm>
              <a:off x="-3990932" y="3473494"/>
              <a:ext cx="1107216" cy="17755"/>
            </a:xfrm>
            <a:custGeom>
              <a:avLst/>
              <a:gdLst/>
              <a:ahLst/>
              <a:cxnLst/>
              <a:rect l="l" t="t" r="r" b="b"/>
              <a:pathLst>
                <a:path w="25443" h="408" extrusionOk="0">
                  <a:moveTo>
                    <a:pt x="0" y="1"/>
                  </a:moveTo>
                  <a:lnTo>
                    <a:pt x="0" y="408"/>
                  </a:lnTo>
                  <a:lnTo>
                    <a:pt x="25442" y="408"/>
                  </a:lnTo>
                  <a:lnTo>
                    <a:pt x="254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5" name="Google Shape;2705;p46"/>
          <p:cNvGrpSpPr/>
          <p:nvPr/>
        </p:nvGrpSpPr>
        <p:grpSpPr>
          <a:xfrm>
            <a:off x="1388510" y="2792441"/>
            <a:ext cx="3054027" cy="642882"/>
            <a:chOff x="-5905500" y="3413600"/>
            <a:chExt cx="5007423" cy="1054078"/>
          </a:xfrm>
        </p:grpSpPr>
        <p:sp>
          <p:nvSpPr>
            <p:cNvPr id="2706" name="Google Shape;2706;p46"/>
            <p:cNvSpPr/>
            <p:nvPr/>
          </p:nvSpPr>
          <p:spPr>
            <a:xfrm>
              <a:off x="-5905500" y="3546281"/>
              <a:ext cx="105138" cy="806373"/>
            </a:xfrm>
            <a:custGeom>
              <a:avLst/>
              <a:gdLst/>
              <a:ahLst/>
              <a:cxnLst/>
              <a:rect l="l" t="t" r="r" b="b"/>
              <a:pathLst>
                <a:path w="2794" h="21429" extrusionOk="0">
                  <a:moveTo>
                    <a:pt x="1031" y="1"/>
                  </a:moveTo>
                  <a:cubicBezTo>
                    <a:pt x="461" y="1"/>
                    <a:pt x="0" y="435"/>
                    <a:pt x="0" y="1004"/>
                  </a:cubicBezTo>
                  <a:lnTo>
                    <a:pt x="0" y="20425"/>
                  </a:lnTo>
                  <a:cubicBezTo>
                    <a:pt x="0" y="20995"/>
                    <a:pt x="461" y="21429"/>
                    <a:pt x="1031" y="21429"/>
                  </a:cubicBezTo>
                  <a:lnTo>
                    <a:pt x="1763" y="21429"/>
                  </a:lnTo>
                  <a:cubicBezTo>
                    <a:pt x="2333" y="21429"/>
                    <a:pt x="2794" y="20995"/>
                    <a:pt x="2794" y="20425"/>
                  </a:cubicBezTo>
                  <a:lnTo>
                    <a:pt x="2794" y="1004"/>
                  </a:lnTo>
                  <a:cubicBezTo>
                    <a:pt x="2794" y="435"/>
                    <a:pt x="2333" y="1"/>
                    <a:pt x="1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6"/>
            <p:cNvSpPr/>
            <p:nvPr/>
          </p:nvSpPr>
          <p:spPr>
            <a:xfrm>
              <a:off x="-5848379" y="4076028"/>
              <a:ext cx="4950302" cy="295508"/>
            </a:xfrm>
            <a:custGeom>
              <a:avLst/>
              <a:gdLst/>
              <a:ahLst/>
              <a:cxnLst/>
              <a:rect l="l" t="t" r="r" b="b"/>
              <a:pathLst>
                <a:path w="131552" h="7853" extrusionOk="0">
                  <a:moveTo>
                    <a:pt x="119563" y="1085"/>
                  </a:moveTo>
                  <a:cubicBezTo>
                    <a:pt x="117832" y="2031"/>
                    <a:pt x="100685" y="2317"/>
                    <a:pt x="79824" y="2317"/>
                  </a:cubicBezTo>
                  <a:cubicBezTo>
                    <a:pt x="48058" y="2317"/>
                    <a:pt x="7679" y="1655"/>
                    <a:pt x="1" y="1655"/>
                  </a:cubicBezTo>
                  <a:lnTo>
                    <a:pt x="1" y="7703"/>
                  </a:lnTo>
                  <a:lnTo>
                    <a:pt x="105404" y="7703"/>
                  </a:lnTo>
                  <a:cubicBezTo>
                    <a:pt x="108405" y="7703"/>
                    <a:pt x="111840" y="7852"/>
                    <a:pt x="115093" y="7852"/>
                  </a:cubicBezTo>
                  <a:cubicBezTo>
                    <a:pt x="120279" y="7852"/>
                    <a:pt x="125000" y="7473"/>
                    <a:pt x="126751" y="5506"/>
                  </a:cubicBezTo>
                  <a:cubicBezTo>
                    <a:pt x="131552" y="0"/>
                    <a:pt x="124581" y="1817"/>
                    <a:pt x="119563" y="108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6"/>
            <p:cNvSpPr/>
            <p:nvPr/>
          </p:nvSpPr>
          <p:spPr>
            <a:xfrm>
              <a:off x="-5848379" y="4267900"/>
              <a:ext cx="900298" cy="98026"/>
            </a:xfrm>
            <a:custGeom>
              <a:avLst/>
              <a:gdLst/>
              <a:ahLst/>
              <a:cxnLst/>
              <a:rect l="l" t="t" r="r" b="b"/>
              <a:pathLst>
                <a:path w="23925" h="2605" extrusionOk="0">
                  <a:moveTo>
                    <a:pt x="2361" y="0"/>
                  </a:moveTo>
                  <a:lnTo>
                    <a:pt x="1" y="2604"/>
                  </a:lnTo>
                  <a:lnTo>
                    <a:pt x="23924" y="2604"/>
                  </a:lnTo>
                  <a:lnTo>
                    <a:pt x="221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6"/>
            <p:cNvSpPr/>
            <p:nvPr/>
          </p:nvSpPr>
          <p:spPr>
            <a:xfrm>
              <a:off x="-3246716" y="4267900"/>
              <a:ext cx="900260" cy="98026"/>
            </a:xfrm>
            <a:custGeom>
              <a:avLst/>
              <a:gdLst/>
              <a:ahLst/>
              <a:cxnLst/>
              <a:rect l="l" t="t" r="r" b="b"/>
              <a:pathLst>
                <a:path w="23924" h="2605" extrusionOk="0">
                  <a:moveTo>
                    <a:pt x="2333" y="0"/>
                  </a:moveTo>
                  <a:lnTo>
                    <a:pt x="1" y="2604"/>
                  </a:lnTo>
                  <a:lnTo>
                    <a:pt x="23924" y="2604"/>
                  </a:lnTo>
                  <a:lnTo>
                    <a:pt x="221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6"/>
            <p:cNvSpPr/>
            <p:nvPr/>
          </p:nvSpPr>
          <p:spPr>
            <a:xfrm>
              <a:off x="-5848379" y="3675915"/>
              <a:ext cx="4833950" cy="592070"/>
            </a:xfrm>
            <a:custGeom>
              <a:avLst/>
              <a:gdLst/>
              <a:ahLst/>
              <a:cxnLst/>
              <a:rect l="l" t="t" r="r" b="b"/>
              <a:pathLst>
                <a:path w="128460" h="15734" extrusionOk="0">
                  <a:moveTo>
                    <a:pt x="1" y="1"/>
                  </a:moveTo>
                  <a:lnTo>
                    <a:pt x="1" y="15732"/>
                  </a:lnTo>
                  <a:lnTo>
                    <a:pt x="105404" y="15732"/>
                  </a:lnTo>
                  <a:cubicBezTo>
                    <a:pt x="106215" y="15732"/>
                    <a:pt x="107107" y="15734"/>
                    <a:pt x="108055" y="15734"/>
                  </a:cubicBezTo>
                  <a:cubicBezTo>
                    <a:pt x="116205" y="15734"/>
                    <a:pt x="128460" y="15625"/>
                    <a:pt x="128460" y="13535"/>
                  </a:cubicBezTo>
                  <a:cubicBezTo>
                    <a:pt x="128460" y="10362"/>
                    <a:pt x="124581" y="9847"/>
                    <a:pt x="119563" y="9114"/>
                  </a:cubicBezTo>
                  <a:cubicBezTo>
                    <a:pt x="117788" y="10085"/>
                    <a:pt x="115246" y="10468"/>
                    <a:pt x="112395" y="10468"/>
                  </a:cubicBezTo>
                  <a:cubicBezTo>
                    <a:pt x="108233" y="10468"/>
                    <a:pt x="103412" y="9651"/>
                    <a:pt x="99356" y="8653"/>
                  </a:cubicBezTo>
                  <a:cubicBezTo>
                    <a:pt x="91002" y="6619"/>
                    <a:pt x="84248" y="1"/>
                    <a:pt x="799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6"/>
            <p:cNvSpPr/>
            <p:nvPr/>
          </p:nvSpPr>
          <p:spPr>
            <a:xfrm>
              <a:off x="-2838437" y="3758586"/>
              <a:ext cx="404221" cy="213362"/>
            </a:xfrm>
            <a:custGeom>
              <a:avLst/>
              <a:gdLst/>
              <a:ahLst/>
              <a:cxnLst/>
              <a:rect l="l" t="t" r="r" b="b"/>
              <a:pathLst>
                <a:path w="10742" h="5670" extrusionOk="0">
                  <a:moveTo>
                    <a:pt x="0" y="1"/>
                  </a:moveTo>
                  <a:lnTo>
                    <a:pt x="0" y="3771"/>
                  </a:lnTo>
                  <a:cubicBezTo>
                    <a:pt x="27" y="4829"/>
                    <a:pt x="868" y="5669"/>
                    <a:pt x="1899" y="5669"/>
                  </a:cubicBezTo>
                  <a:lnTo>
                    <a:pt x="9602" y="5669"/>
                  </a:lnTo>
                  <a:cubicBezTo>
                    <a:pt x="10633" y="5669"/>
                    <a:pt x="10741" y="5263"/>
                    <a:pt x="9819" y="4774"/>
                  </a:cubicBezTo>
                  <a:cubicBezTo>
                    <a:pt x="9819" y="4774"/>
                    <a:pt x="2360" y="787"/>
                    <a:pt x="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6"/>
            <p:cNvSpPr/>
            <p:nvPr/>
          </p:nvSpPr>
          <p:spPr>
            <a:xfrm>
              <a:off x="-2838437" y="3758586"/>
              <a:ext cx="404221" cy="213362"/>
            </a:xfrm>
            <a:custGeom>
              <a:avLst/>
              <a:gdLst/>
              <a:ahLst/>
              <a:cxnLst/>
              <a:rect l="l" t="t" r="r" b="b"/>
              <a:pathLst>
                <a:path w="10742" h="5670" extrusionOk="0">
                  <a:moveTo>
                    <a:pt x="0" y="1"/>
                  </a:moveTo>
                  <a:lnTo>
                    <a:pt x="0" y="3771"/>
                  </a:lnTo>
                  <a:cubicBezTo>
                    <a:pt x="27" y="4829"/>
                    <a:pt x="868" y="5669"/>
                    <a:pt x="1899" y="5669"/>
                  </a:cubicBezTo>
                  <a:lnTo>
                    <a:pt x="9602" y="5669"/>
                  </a:lnTo>
                  <a:cubicBezTo>
                    <a:pt x="10633" y="5669"/>
                    <a:pt x="10741" y="5263"/>
                    <a:pt x="9819" y="4774"/>
                  </a:cubicBezTo>
                  <a:cubicBezTo>
                    <a:pt x="9819" y="4774"/>
                    <a:pt x="2360" y="787"/>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6"/>
            <p:cNvSpPr/>
            <p:nvPr/>
          </p:nvSpPr>
          <p:spPr>
            <a:xfrm>
              <a:off x="-2695558" y="3539169"/>
              <a:ext cx="544055" cy="326628"/>
            </a:xfrm>
            <a:custGeom>
              <a:avLst/>
              <a:gdLst/>
              <a:ahLst/>
              <a:cxnLst/>
              <a:rect l="l" t="t" r="r" b="b"/>
              <a:pathLst>
                <a:path w="14458" h="8680" extrusionOk="0">
                  <a:moveTo>
                    <a:pt x="1" y="0"/>
                  </a:moveTo>
                  <a:cubicBezTo>
                    <a:pt x="28" y="1004"/>
                    <a:pt x="163" y="1899"/>
                    <a:pt x="1547" y="2848"/>
                  </a:cubicBezTo>
                  <a:cubicBezTo>
                    <a:pt x="4530" y="4882"/>
                    <a:pt x="10687" y="8653"/>
                    <a:pt x="12884" y="8680"/>
                  </a:cubicBezTo>
                  <a:cubicBezTo>
                    <a:pt x="13427" y="8680"/>
                    <a:pt x="13969" y="8544"/>
                    <a:pt x="14458" y="8327"/>
                  </a:cubicBezTo>
                  <a:cubicBezTo>
                    <a:pt x="14241" y="8191"/>
                    <a:pt x="13997" y="8029"/>
                    <a:pt x="13780" y="7893"/>
                  </a:cubicBezTo>
                  <a:cubicBezTo>
                    <a:pt x="10389" y="5316"/>
                    <a:pt x="5480" y="1166"/>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6"/>
            <p:cNvSpPr/>
            <p:nvPr/>
          </p:nvSpPr>
          <p:spPr>
            <a:xfrm>
              <a:off x="-5848379" y="3527918"/>
              <a:ext cx="4499156" cy="542436"/>
            </a:xfrm>
            <a:custGeom>
              <a:avLst/>
              <a:gdLst/>
              <a:ahLst/>
              <a:cxnLst/>
              <a:rect l="l" t="t" r="r" b="b"/>
              <a:pathLst>
                <a:path w="119563" h="14415" extrusionOk="0">
                  <a:moveTo>
                    <a:pt x="1" y="1"/>
                  </a:moveTo>
                  <a:lnTo>
                    <a:pt x="1" y="3934"/>
                  </a:lnTo>
                  <a:lnTo>
                    <a:pt x="79989" y="3934"/>
                  </a:lnTo>
                  <a:cubicBezTo>
                    <a:pt x="84248" y="3934"/>
                    <a:pt x="91002" y="10552"/>
                    <a:pt x="99356" y="12586"/>
                  </a:cubicBezTo>
                  <a:cubicBezTo>
                    <a:pt x="103430" y="13601"/>
                    <a:pt x="108249" y="14414"/>
                    <a:pt x="112407" y="14414"/>
                  </a:cubicBezTo>
                  <a:cubicBezTo>
                    <a:pt x="115253" y="14414"/>
                    <a:pt x="117789" y="14033"/>
                    <a:pt x="119563" y="13074"/>
                  </a:cubicBezTo>
                  <a:cubicBezTo>
                    <a:pt x="118885" y="12966"/>
                    <a:pt x="118180" y="12857"/>
                    <a:pt x="117447" y="12749"/>
                  </a:cubicBezTo>
                  <a:cubicBezTo>
                    <a:pt x="111778" y="11854"/>
                    <a:pt x="102583" y="11230"/>
                    <a:pt x="98244" y="8626"/>
                  </a:cubicBezTo>
                  <a:cubicBezTo>
                    <a:pt x="97755" y="8870"/>
                    <a:pt x="97213" y="8979"/>
                    <a:pt x="96670" y="8979"/>
                  </a:cubicBezTo>
                  <a:cubicBezTo>
                    <a:pt x="94473" y="8979"/>
                    <a:pt x="88316" y="5181"/>
                    <a:pt x="85333" y="3147"/>
                  </a:cubicBezTo>
                  <a:cubicBezTo>
                    <a:pt x="83976" y="2225"/>
                    <a:pt x="83814" y="1330"/>
                    <a:pt x="83814" y="326"/>
                  </a:cubicBezTo>
                  <a:cubicBezTo>
                    <a:pt x="82864" y="109"/>
                    <a:pt x="81888" y="1"/>
                    <a:pt x="809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6"/>
            <p:cNvSpPr/>
            <p:nvPr/>
          </p:nvSpPr>
          <p:spPr>
            <a:xfrm>
              <a:off x="-1899432" y="3991889"/>
              <a:ext cx="412387" cy="150934"/>
            </a:xfrm>
            <a:custGeom>
              <a:avLst/>
              <a:gdLst/>
              <a:ahLst/>
              <a:cxnLst/>
              <a:rect l="l" t="t" r="r" b="b"/>
              <a:pathLst>
                <a:path w="10959" h="4011" extrusionOk="0">
                  <a:moveTo>
                    <a:pt x="1109" y="1"/>
                  </a:moveTo>
                  <a:cubicBezTo>
                    <a:pt x="652" y="1"/>
                    <a:pt x="264" y="357"/>
                    <a:pt x="190" y="826"/>
                  </a:cubicBezTo>
                  <a:lnTo>
                    <a:pt x="54" y="1667"/>
                  </a:lnTo>
                  <a:cubicBezTo>
                    <a:pt x="0" y="2182"/>
                    <a:pt x="353" y="2670"/>
                    <a:pt x="868" y="2751"/>
                  </a:cubicBezTo>
                  <a:lnTo>
                    <a:pt x="9656" y="3999"/>
                  </a:lnTo>
                  <a:cubicBezTo>
                    <a:pt x="9706" y="4007"/>
                    <a:pt x="9756" y="4011"/>
                    <a:pt x="9805" y="4011"/>
                  </a:cubicBezTo>
                  <a:cubicBezTo>
                    <a:pt x="10262" y="4011"/>
                    <a:pt x="10668" y="3678"/>
                    <a:pt x="10741" y="3213"/>
                  </a:cubicBezTo>
                  <a:lnTo>
                    <a:pt x="10877" y="2345"/>
                  </a:lnTo>
                  <a:cubicBezTo>
                    <a:pt x="10958" y="1829"/>
                    <a:pt x="10579" y="1341"/>
                    <a:pt x="10063" y="1287"/>
                  </a:cubicBezTo>
                  <a:lnTo>
                    <a:pt x="1248" y="12"/>
                  </a:lnTo>
                  <a:cubicBezTo>
                    <a:pt x="1201" y="5"/>
                    <a:pt x="1154" y="1"/>
                    <a:pt x="1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6"/>
            <p:cNvSpPr/>
            <p:nvPr/>
          </p:nvSpPr>
          <p:spPr>
            <a:xfrm>
              <a:off x="-3936690" y="3758586"/>
              <a:ext cx="1001334" cy="233758"/>
            </a:xfrm>
            <a:custGeom>
              <a:avLst/>
              <a:gdLst/>
              <a:ahLst/>
              <a:cxnLst/>
              <a:rect l="l" t="t" r="r" b="b"/>
              <a:pathLst>
                <a:path w="26610" h="6212" extrusionOk="0">
                  <a:moveTo>
                    <a:pt x="950" y="1"/>
                  </a:moveTo>
                  <a:cubicBezTo>
                    <a:pt x="435" y="1"/>
                    <a:pt x="1" y="435"/>
                    <a:pt x="1" y="950"/>
                  </a:cubicBezTo>
                  <a:lnTo>
                    <a:pt x="1" y="5263"/>
                  </a:lnTo>
                  <a:cubicBezTo>
                    <a:pt x="1" y="5778"/>
                    <a:pt x="435" y="6212"/>
                    <a:pt x="950" y="6212"/>
                  </a:cubicBezTo>
                  <a:lnTo>
                    <a:pt x="25660" y="6212"/>
                  </a:lnTo>
                  <a:cubicBezTo>
                    <a:pt x="26175" y="6212"/>
                    <a:pt x="26609" y="5778"/>
                    <a:pt x="26609" y="5263"/>
                  </a:cubicBezTo>
                  <a:lnTo>
                    <a:pt x="26609" y="950"/>
                  </a:lnTo>
                  <a:cubicBezTo>
                    <a:pt x="26609" y="435"/>
                    <a:pt x="26175" y="1"/>
                    <a:pt x="256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6"/>
            <p:cNvSpPr/>
            <p:nvPr/>
          </p:nvSpPr>
          <p:spPr>
            <a:xfrm>
              <a:off x="-5848379" y="3864739"/>
              <a:ext cx="1426967" cy="272554"/>
            </a:xfrm>
            <a:custGeom>
              <a:avLst/>
              <a:gdLst/>
              <a:ahLst/>
              <a:cxnLst/>
              <a:rect l="l" t="t" r="r" b="b"/>
              <a:pathLst>
                <a:path w="37921" h="7243" extrusionOk="0">
                  <a:moveTo>
                    <a:pt x="950" y="1"/>
                  </a:moveTo>
                  <a:cubicBezTo>
                    <a:pt x="435" y="1"/>
                    <a:pt x="1" y="434"/>
                    <a:pt x="1" y="950"/>
                  </a:cubicBezTo>
                  <a:lnTo>
                    <a:pt x="1" y="6320"/>
                  </a:lnTo>
                  <a:cubicBezTo>
                    <a:pt x="1" y="6836"/>
                    <a:pt x="435" y="7243"/>
                    <a:pt x="950" y="7243"/>
                  </a:cubicBezTo>
                  <a:lnTo>
                    <a:pt x="36971" y="7243"/>
                  </a:lnTo>
                  <a:cubicBezTo>
                    <a:pt x="37513" y="7243"/>
                    <a:pt x="37920" y="6836"/>
                    <a:pt x="37920" y="6320"/>
                  </a:cubicBezTo>
                  <a:lnTo>
                    <a:pt x="37920" y="950"/>
                  </a:lnTo>
                  <a:cubicBezTo>
                    <a:pt x="37920" y="434"/>
                    <a:pt x="37513" y="1"/>
                    <a:pt x="36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6"/>
            <p:cNvSpPr/>
            <p:nvPr/>
          </p:nvSpPr>
          <p:spPr>
            <a:xfrm>
              <a:off x="-5706478" y="3864739"/>
              <a:ext cx="174566" cy="272554"/>
            </a:xfrm>
            <a:custGeom>
              <a:avLst/>
              <a:gdLst/>
              <a:ahLst/>
              <a:cxnLst/>
              <a:rect l="l" t="t" r="r" b="b"/>
              <a:pathLst>
                <a:path w="4639" h="7243" extrusionOk="0">
                  <a:moveTo>
                    <a:pt x="922" y="1"/>
                  </a:moveTo>
                  <a:cubicBezTo>
                    <a:pt x="407" y="1"/>
                    <a:pt x="0" y="434"/>
                    <a:pt x="0" y="950"/>
                  </a:cubicBezTo>
                  <a:lnTo>
                    <a:pt x="0" y="6320"/>
                  </a:lnTo>
                  <a:cubicBezTo>
                    <a:pt x="0" y="6836"/>
                    <a:pt x="407" y="7243"/>
                    <a:pt x="922" y="7243"/>
                  </a:cubicBezTo>
                  <a:lnTo>
                    <a:pt x="3689" y="7243"/>
                  </a:lnTo>
                  <a:cubicBezTo>
                    <a:pt x="4231" y="7243"/>
                    <a:pt x="4638" y="6836"/>
                    <a:pt x="4638" y="6320"/>
                  </a:cubicBezTo>
                  <a:lnTo>
                    <a:pt x="4638" y="950"/>
                  </a:lnTo>
                  <a:cubicBezTo>
                    <a:pt x="4638" y="434"/>
                    <a:pt x="4231" y="1"/>
                    <a:pt x="36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6"/>
            <p:cNvSpPr/>
            <p:nvPr/>
          </p:nvSpPr>
          <p:spPr>
            <a:xfrm>
              <a:off x="-5409469" y="3864739"/>
              <a:ext cx="175582" cy="272554"/>
            </a:xfrm>
            <a:custGeom>
              <a:avLst/>
              <a:gdLst/>
              <a:ahLst/>
              <a:cxnLst/>
              <a:rect l="l" t="t" r="r" b="b"/>
              <a:pathLst>
                <a:path w="4666" h="7243" extrusionOk="0">
                  <a:moveTo>
                    <a:pt x="950" y="1"/>
                  </a:moveTo>
                  <a:cubicBezTo>
                    <a:pt x="434" y="1"/>
                    <a:pt x="0" y="434"/>
                    <a:pt x="0" y="950"/>
                  </a:cubicBezTo>
                  <a:lnTo>
                    <a:pt x="0" y="6320"/>
                  </a:lnTo>
                  <a:cubicBezTo>
                    <a:pt x="0" y="6836"/>
                    <a:pt x="434" y="7243"/>
                    <a:pt x="950" y="7243"/>
                  </a:cubicBezTo>
                  <a:lnTo>
                    <a:pt x="3716" y="7243"/>
                  </a:lnTo>
                  <a:cubicBezTo>
                    <a:pt x="4259" y="7243"/>
                    <a:pt x="4666" y="6836"/>
                    <a:pt x="4666" y="6320"/>
                  </a:cubicBezTo>
                  <a:lnTo>
                    <a:pt x="4666" y="950"/>
                  </a:lnTo>
                  <a:cubicBezTo>
                    <a:pt x="4666" y="434"/>
                    <a:pt x="4259" y="1"/>
                    <a:pt x="37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6"/>
            <p:cNvSpPr/>
            <p:nvPr/>
          </p:nvSpPr>
          <p:spPr>
            <a:xfrm>
              <a:off x="-5111443" y="3864739"/>
              <a:ext cx="175582" cy="272554"/>
            </a:xfrm>
            <a:custGeom>
              <a:avLst/>
              <a:gdLst/>
              <a:ahLst/>
              <a:cxnLst/>
              <a:rect l="l" t="t" r="r" b="b"/>
              <a:pathLst>
                <a:path w="4666" h="7243" extrusionOk="0">
                  <a:moveTo>
                    <a:pt x="950" y="1"/>
                  </a:moveTo>
                  <a:cubicBezTo>
                    <a:pt x="434" y="1"/>
                    <a:pt x="0" y="434"/>
                    <a:pt x="0" y="950"/>
                  </a:cubicBezTo>
                  <a:lnTo>
                    <a:pt x="0" y="6320"/>
                  </a:lnTo>
                  <a:cubicBezTo>
                    <a:pt x="0" y="6836"/>
                    <a:pt x="434" y="7243"/>
                    <a:pt x="950" y="7243"/>
                  </a:cubicBezTo>
                  <a:lnTo>
                    <a:pt x="3716" y="7243"/>
                  </a:lnTo>
                  <a:cubicBezTo>
                    <a:pt x="4232" y="7243"/>
                    <a:pt x="4666" y="6836"/>
                    <a:pt x="4666" y="6320"/>
                  </a:cubicBezTo>
                  <a:lnTo>
                    <a:pt x="4666" y="950"/>
                  </a:lnTo>
                  <a:cubicBezTo>
                    <a:pt x="4666" y="434"/>
                    <a:pt x="4232" y="1"/>
                    <a:pt x="37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6"/>
            <p:cNvSpPr/>
            <p:nvPr/>
          </p:nvSpPr>
          <p:spPr>
            <a:xfrm>
              <a:off x="-4813418" y="3864739"/>
              <a:ext cx="175582" cy="272554"/>
            </a:xfrm>
            <a:custGeom>
              <a:avLst/>
              <a:gdLst/>
              <a:ahLst/>
              <a:cxnLst/>
              <a:rect l="l" t="t" r="r" b="b"/>
              <a:pathLst>
                <a:path w="4666" h="7243" extrusionOk="0">
                  <a:moveTo>
                    <a:pt x="950" y="1"/>
                  </a:moveTo>
                  <a:cubicBezTo>
                    <a:pt x="407" y="1"/>
                    <a:pt x="1" y="434"/>
                    <a:pt x="1" y="950"/>
                  </a:cubicBezTo>
                  <a:lnTo>
                    <a:pt x="1" y="6320"/>
                  </a:lnTo>
                  <a:cubicBezTo>
                    <a:pt x="1" y="6836"/>
                    <a:pt x="407" y="7243"/>
                    <a:pt x="950" y="7243"/>
                  </a:cubicBezTo>
                  <a:lnTo>
                    <a:pt x="3717" y="7243"/>
                  </a:lnTo>
                  <a:cubicBezTo>
                    <a:pt x="4232" y="7243"/>
                    <a:pt x="4666" y="6836"/>
                    <a:pt x="4666" y="6320"/>
                  </a:cubicBezTo>
                  <a:lnTo>
                    <a:pt x="4666" y="950"/>
                  </a:lnTo>
                  <a:cubicBezTo>
                    <a:pt x="4666" y="434"/>
                    <a:pt x="4232" y="1"/>
                    <a:pt x="37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6"/>
            <p:cNvSpPr/>
            <p:nvPr/>
          </p:nvSpPr>
          <p:spPr>
            <a:xfrm>
              <a:off x="-3776426" y="3758586"/>
              <a:ext cx="296035" cy="233758"/>
            </a:xfrm>
            <a:custGeom>
              <a:avLst/>
              <a:gdLst/>
              <a:ahLst/>
              <a:cxnLst/>
              <a:rect l="l" t="t" r="r" b="b"/>
              <a:pathLst>
                <a:path w="7867" h="6212" extrusionOk="0">
                  <a:moveTo>
                    <a:pt x="950" y="1"/>
                  </a:moveTo>
                  <a:cubicBezTo>
                    <a:pt x="434" y="1"/>
                    <a:pt x="0" y="435"/>
                    <a:pt x="0" y="950"/>
                  </a:cubicBezTo>
                  <a:lnTo>
                    <a:pt x="0" y="5263"/>
                  </a:lnTo>
                  <a:cubicBezTo>
                    <a:pt x="0" y="5778"/>
                    <a:pt x="434" y="6212"/>
                    <a:pt x="950" y="6212"/>
                  </a:cubicBezTo>
                  <a:lnTo>
                    <a:pt x="6917" y="6212"/>
                  </a:lnTo>
                  <a:cubicBezTo>
                    <a:pt x="7432" y="6212"/>
                    <a:pt x="7866" y="5778"/>
                    <a:pt x="7866" y="5263"/>
                  </a:cubicBezTo>
                  <a:lnTo>
                    <a:pt x="7866" y="950"/>
                  </a:lnTo>
                  <a:cubicBezTo>
                    <a:pt x="7866" y="435"/>
                    <a:pt x="7432" y="1"/>
                    <a:pt x="69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6"/>
            <p:cNvSpPr/>
            <p:nvPr/>
          </p:nvSpPr>
          <p:spPr>
            <a:xfrm>
              <a:off x="-3370216" y="3758586"/>
              <a:ext cx="295019" cy="233758"/>
            </a:xfrm>
            <a:custGeom>
              <a:avLst/>
              <a:gdLst/>
              <a:ahLst/>
              <a:cxnLst/>
              <a:rect l="l" t="t" r="r" b="b"/>
              <a:pathLst>
                <a:path w="7840" h="6212" extrusionOk="0">
                  <a:moveTo>
                    <a:pt x="950" y="1"/>
                  </a:moveTo>
                  <a:cubicBezTo>
                    <a:pt x="408" y="1"/>
                    <a:pt x="1" y="435"/>
                    <a:pt x="1" y="950"/>
                  </a:cubicBezTo>
                  <a:lnTo>
                    <a:pt x="1" y="5263"/>
                  </a:lnTo>
                  <a:cubicBezTo>
                    <a:pt x="1" y="5778"/>
                    <a:pt x="408" y="6212"/>
                    <a:pt x="950" y="6212"/>
                  </a:cubicBezTo>
                  <a:lnTo>
                    <a:pt x="6890" y="6212"/>
                  </a:lnTo>
                  <a:cubicBezTo>
                    <a:pt x="7433" y="6212"/>
                    <a:pt x="7840" y="5778"/>
                    <a:pt x="7840" y="5263"/>
                  </a:cubicBezTo>
                  <a:lnTo>
                    <a:pt x="7840" y="950"/>
                  </a:lnTo>
                  <a:cubicBezTo>
                    <a:pt x="7840" y="435"/>
                    <a:pt x="7433" y="1"/>
                    <a:pt x="68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6"/>
            <p:cNvSpPr/>
            <p:nvPr/>
          </p:nvSpPr>
          <p:spPr>
            <a:xfrm>
              <a:off x="-4421470" y="3675915"/>
              <a:ext cx="242939" cy="592033"/>
            </a:xfrm>
            <a:custGeom>
              <a:avLst/>
              <a:gdLst/>
              <a:ahLst/>
              <a:cxnLst/>
              <a:rect l="l" t="t" r="r" b="b"/>
              <a:pathLst>
                <a:path w="6456" h="15733" extrusionOk="0">
                  <a:moveTo>
                    <a:pt x="949" y="1"/>
                  </a:moveTo>
                  <a:cubicBezTo>
                    <a:pt x="434" y="1"/>
                    <a:pt x="0" y="435"/>
                    <a:pt x="0" y="950"/>
                  </a:cubicBezTo>
                  <a:lnTo>
                    <a:pt x="0" y="14810"/>
                  </a:lnTo>
                  <a:cubicBezTo>
                    <a:pt x="0" y="15326"/>
                    <a:pt x="434" y="15732"/>
                    <a:pt x="949" y="15732"/>
                  </a:cubicBezTo>
                  <a:lnTo>
                    <a:pt x="6456" y="15732"/>
                  </a:lnTo>
                  <a:lnTo>
                    <a:pt x="64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6"/>
            <p:cNvSpPr/>
            <p:nvPr/>
          </p:nvSpPr>
          <p:spPr>
            <a:xfrm>
              <a:off x="-4427604" y="3669781"/>
              <a:ext cx="255207" cy="604300"/>
            </a:xfrm>
            <a:custGeom>
              <a:avLst/>
              <a:gdLst/>
              <a:ahLst/>
              <a:cxnLst/>
              <a:rect l="l" t="t" r="r" b="b"/>
              <a:pathLst>
                <a:path w="6782" h="16059" extrusionOk="0">
                  <a:moveTo>
                    <a:pt x="6429" y="326"/>
                  </a:moveTo>
                  <a:lnTo>
                    <a:pt x="6429" y="15733"/>
                  </a:lnTo>
                  <a:lnTo>
                    <a:pt x="1112" y="15733"/>
                  </a:lnTo>
                  <a:cubicBezTo>
                    <a:pt x="678" y="15733"/>
                    <a:pt x="326" y="15380"/>
                    <a:pt x="326" y="14946"/>
                  </a:cubicBezTo>
                  <a:lnTo>
                    <a:pt x="326" y="1113"/>
                  </a:lnTo>
                  <a:cubicBezTo>
                    <a:pt x="326" y="679"/>
                    <a:pt x="678" y="326"/>
                    <a:pt x="1112" y="326"/>
                  </a:cubicBezTo>
                  <a:close/>
                  <a:moveTo>
                    <a:pt x="1112" y="1"/>
                  </a:moveTo>
                  <a:cubicBezTo>
                    <a:pt x="489" y="1"/>
                    <a:pt x="0" y="489"/>
                    <a:pt x="0" y="1113"/>
                  </a:cubicBezTo>
                  <a:lnTo>
                    <a:pt x="0" y="14946"/>
                  </a:lnTo>
                  <a:cubicBezTo>
                    <a:pt x="0" y="15570"/>
                    <a:pt x="489" y="16058"/>
                    <a:pt x="1112" y="16058"/>
                  </a:cubicBezTo>
                  <a:lnTo>
                    <a:pt x="6781" y="16058"/>
                  </a:lnTo>
                  <a:lnTo>
                    <a:pt x="67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6"/>
            <p:cNvSpPr/>
            <p:nvPr/>
          </p:nvSpPr>
          <p:spPr>
            <a:xfrm>
              <a:off x="-4178572" y="3675915"/>
              <a:ext cx="241923" cy="592033"/>
            </a:xfrm>
            <a:custGeom>
              <a:avLst/>
              <a:gdLst/>
              <a:ahLst/>
              <a:cxnLst/>
              <a:rect l="l" t="t" r="r" b="b"/>
              <a:pathLst>
                <a:path w="6429" h="15733" extrusionOk="0">
                  <a:moveTo>
                    <a:pt x="1" y="1"/>
                  </a:moveTo>
                  <a:lnTo>
                    <a:pt x="1" y="15732"/>
                  </a:lnTo>
                  <a:lnTo>
                    <a:pt x="5480" y="15732"/>
                  </a:lnTo>
                  <a:cubicBezTo>
                    <a:pt x="6022" y="15732"/>
                    <a:pt x="6429" y="15326"/>
                    <a:pt x="6429" y="14810"/>
                  </a:cubicBezTo>
                  <a:lnTo>
                    <a:pt x="6429" y="950"/>
                  </a:lnTo>
                  <a:cubicBezTo>
                    <a:pt x="6429" y="407"/>
                    <a:pt x="5995" y="1"/>
                    <a:pt x="54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6"/>
            <p:cNvSpPr/>
            <p:nvPr/>
          </p:nvSpPr>
          <p:spPr>
            <a:xfrm>
              <a:off x="-4185722" y="3669781"/>
              <a:ext cx="255207" cy="604300"/>
            </a:xfrm>
            <a:custGeom>
              <a:avLst/>
              <a:gdLst/>
              <a:ahLst/>
              <a:cxnLst/>
              <a:rect l="l" t="t" r="r" b="b"/>
              <a:pathLst>
                <a:path w="6782" h="16059" extrusionOk="0">
                  <a:moveTo>
                    <a:pt x="5670" y="326"/>
                  </a:moveTo>
                  <a:cubicBezTo>
                    <a:pt x="6104" y="326"/>
                    <a:pt x="6456" y="679"/>
                    <a:pt x="6456" y="1113"/>
                  </a:cubicBezTo>
                  <a:lnTo>
                    <a:pt x="6456" y="14946"/>
                  </a:lnTo>
                  <a:cubicBezTo>
                    <a:pt x="6456" y="15380"/>
                    <a:pt x="6104" y="15733"/>
                    <a:pt x="5670" y="15733"/>
                  </a:cubicBezTo>
                  <a:lnTo>
                    <a:pt x="353" y="15733"/>
                  </a:lnTo>
                  <a:lnTo>
                    <a:pt x="353" y="326"/>
                  </a:lnTo>
                  <a:close/>
                  <a:moveTo>
                    <a:pt x="1" y="1"/>
                  </a:moveTo>
                  <a:lnTo>
                    <a:pt x="1" y="16058"/>
                  </a:lnTo>
                  <a:lnTo>
                    <a:pt x="5670" y="16058"/>
                  </a:lnTo>
                  <a:cubicBezTo>
                    <a:pt x="6293" y="16058"/>
                    <a:pt x="6782" y="15570"/>
                    <a:pt x="6782" y="14946"/>
                  </a:cubicBezTo>
                  <a:lnTo>
                    <a:pt x="6782" y="1113"/>
                  </a:lnTo>
                  <a:cubicBezTo>
                    <a:pt x="6782" y="489"/>
                    <a:pt x="6293" y="1"/>
                    <a:pt x="5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6"/>
            <p:cNvSpPr/>
            <p:nvPr/>
          </p:nvSpPr>
          <p:spPr>
            <a:xfrm>
              <a:off x="-4129578" y="3735106"/>
              <a:ext cx="143972" cy="420553"/>
            </a:xfrm>
            <a:custGeom>
              <a:avLst/>
              <a:gdLst/>
              <a:ahLst/>
              <a:cxnLst/>
              <a:rect l="l" t="t" r="r" b="b"/>
              <a:pathLst>
                <a:path w="3826" h="11176" extrusionOk="0">
                  <a:moveTo>
                    <a:pt x="950" y="1"/>
                  </a:moveTo>
                  <a:cubicBezTo>
                    <a:pt x="435" y="1"/>
                    <a:pt x="1" y="408"/>
                    <a:pt x="1" y="950"/>
                  </a:cubicBezTo>
                  <a:lnTo>
                    <a:pt x="1" y="10226"/>
                  </a:lnTo>
                  <a:cubicBezTo>
                    <a:pt x="1" y="10742"/>
                    <a:pt x="435" y="11176"/>
                    <a:pt x="950" y="11176"/>
                  </a:cubicBezTo>
                  <a:lnTo>
                    <a:pt x="2876" y="11176"/>
                  </a:lnTo>
                  <a:cubicBezTo>
                    <a:pt x="3391" y="11176"/>
                    <a:pt x="3825" y="10742"/>
                    <a:pt x="3825" y="10226"/>
                  </a:cubicBezTo>
                  <a:lnTo>
                    <a:pt x="3825" y="950"/>
                  </a:lnTo>
                  <a:cubicBezTo>
                    <a:pt x="3825" y="408"/>
                    <a:pt x="3391" y="1"/>
                    <a:pt x="28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6"/>
            <p:cNvSpPr/>
            <p:nvPr/>
          </p:nvSpPr>
          <p:spPr>
            <a:xfrm>
              <a:off x="-4371460" y="3735106"/>
              <a:ext cx="142919" cy="420553"/>
            </a:xfrm>
            <a:custGeom>
              <a:avLst/>
              <a:gdLst/>
              <a:ahLst/>
              <a:cxnLst/>
              <a:rect l="l" t="t" r="r" b="b"/>
              <a:pathLst>
                <a:path w="3798" h="11176" extrusionOk="0">
                  <a:moveTo>
                    <a:pt x="922" y="1"/>
                  </a:moveTo>
                  <a:cubicBezTo>
                    <a:pt x="407" y="1"/>
                    <a:pt x="0" y="408"/>
                    <a:pt x="0" y="950"/>
                  </a:cubicBezTo>
                  <a:lnTo>
                    <a:pt x="0" y="10226"/>
                  </a:lnTo>
                  <a:cubicBezTo>
                    <a:pt x="0" y="10742"/>
                    <a:pt x="407" y="11176"/>
                    <a:pt x="922" y="11176"/>
                  </a:cubicBezTo>
                  <a:lnTo>
                    <a:pt x="2848" y="11176"/>
                  </a:lnTo>
                  <a:cubicBezTo>
                    <a:pt x="3391" y="11176"/>
                    <a:pt x="3798" y="10742"/>
                    <a:pt x="3798" y="10226"/>
                  </a:cubicBezTo>
                  <a:lnTo>
                    <a:pt x="3798" y="950"/>
                  </a:lnTo>
                  <a:cubicBezTo>
                    <a:pt x="3798" y="408"/>
                    <a:pt x="3391" y="1"/>
                    <a:pt x="28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6"/>
            <p:cNvSpPr/>
            <p:nvPr/>
          </p:nvSpPr>
          <p:spPr>
            <a:xfrm>
              <a:off x="-5380908" y="3413600"/>
              <a:ext cx="795160" cy="114358"/>
            </a:xfrm>
            <a:custGeom>
              <a:avLst/>
              <a:gdLst/>
              <a:ahLst/>
              <a:cxnLst/>
              <a:rect l="l" t="t" r="r" b="b"/>
              <a:pathLst>
                <a:path w="21131" h="3039" extrusionOk="0">
                  <a:moveTo>
                    <a:pt x="3717" y="1"/>
                  </a:moveTo>
                  <a:cubicBezTo>
                    <a:pt x="3120" y="55"/>
                    <a:pt x="2550" y="326"/>
                    <a:pt x="2116" y="733"/>
                  </a:cubicBezTo>
                  <a:lnTo>
                    <a:pt x="435" y="2306"/>
                  </a:lnTo>
                  <a:cubicBezTo>
                    <a:pt x="1" y="2713"/>
                    <a:pt x="28" y="3039"/>
                    <a:pt x="489" y="3039"/>
                  </a:cubicBezTo>
                  <a:lnTo>
                    <a:pt x="20642" y="3039"/>
                  </a:lnTo>
                  <a:cubicBezTo>
                    <a:pt x="21103" y="3039"/>
                    <a:pt x="21130" y="2686"/>
                    <a:pt x="20696" y="2306"/>
                  </a:cubicBezTo>
                  <a:lnTo>
                    <a:pt x="19015" y="733"/>
                  </a:lnTo>
                  <a:cubicBezTo>
                    <a:pt x="18581" y="326"/>
                    <a:pt x="18011" y="55"/>
                    <a:pt x="174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6"/>
            <p:cNvSpPr/>
            <p:nvPr/>
          </p:nvSpPr>
          <p:spPr>
            <a:xfrm>
              <a:off x="-4038741" y="3413600"/>
              <a:ext cx="795160" cy="114358"/>
            </a:xfrm>
            <a:custGeom>
              <a:avLst/>
              <a:gdLst/>
              <a:ahLst/>
              <a:cxnLst/>
              <a:rect l="l" t="t" r="r" b="b"/>
              <a:pathLst>
                <a:path w="21131" h="3039" extrusionOk="0">
                  <a:moveTo>
                    <a:pt x="3717" y="1"/>
                  </a:moveTo>
                  <a:cubicBezTo>
                    <a:pt x="3120" y="55"/>
                    <a:pt x="2550" y="326"/>
                    <a:pt x="2116" y="733"/>
                  </a:cubicBezTo>
                  <a:lnTo>
                    <a:pt x="407" y="2306"/>
                  </a:lnTo>
                  <a:cubicBezTo>
                    <a:pt x="1" y="2713"/>
                    <a:pt x="28" y="3039"/>
                    <a:pt x="489" y="3039"/>
                  </a:cubicBezTo>
                  <a:lnTo>
                    <a:pt x="20642" y="3039"/>
                  </a:lnTo>
                  <a:cubicBezTo>
                    <a:pt x="21103" y="3039"/>
                    <a:pt x="21130" y="2686"/>
                    <a:pt x="20696" y="2306"/>
                  </a:cubicBezTo>
                  <a:lnTo>
                    <a:pt x="19014" y="733"/>
                  </a:lnTo>
                  <a:cubicBezTo>
                    <a:pt x="18553" y="326"/>
                    <a:pt x="18011" y="55"/>
                    <a:pt x="174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6"/>
            <p:cNvSpPr/>
            <p:nvPr/>
          </p:nvSpPr>
          <p:spPr>
            <a:xfrm>
              <a:off x="-5668736" y="4305643"/>
              <a:ext cx="558354" cy="25588"/>
            </a:xfrm>
            <a:custGeom>
              <a:avLst/>
              <a:gdLst/>
              <a:ahLst/>
              <a:cxnLst/>
              <a:rect l="l" t="t" r="r" b="b"/>
              <a:pathLst>
                <a:path w="14838" h="680" extrusionOk="0">
                  <a:moveTo>
                    <a:pt x="1" y="1"/>
                  </a:moveTo>
                  <a:lnTo>
                    <a:pt x="1" y="679"/>
                  </a:lnTo>
                  <a:lnTo>
                    <a:pt x="14837" y="679"/>
                  </a:lnTo>
                  <a:lnTo>
                    <a:pt x="1483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6"/>
            <p:cNvSpPr/>
            <p:nvPr/>
          </p:nvSpPr>
          <p:spPr>
            <a:xfrm>
              <a:off x="-5797315" y="4295445"/>
              <a:ext cx="201095" cy="172233"/>
            </a:xfrm>
            <a:custGeom>
              <a:avLst/>
              <a:gdLst/>
              <a:ahLst/>
              <a:cxnLst/>
              <a:rect l="l" t="t" r="r" b="b"/>
              <a:pathLst>
                <a:path w="5344" h="4577" extrusionOk="0">
                  <a:moveTo>
                    <a:pt x="3065" y="1"/>
                  </a:moveTo>
                  <a:cubicBezTo>
                    <a:pt x="1031" y="1"/>
                    <a:pt x="0" y="2469"/>
                    <a:pt x="1438" y="3907"/>
                  </a:cubicBezTo>
                  <a:cubicBezTo>
                    <a:pt x="1901" y="4369"/>
                    <a:pt x="2470" y="4576"/>
                    <a:pt x="3030" y="4576"/>
                  </a:cubicBezTo>
                  <a:cubicBezTo>
                    <a:pt x="4209" y="4576"/>
                    <a:pt x="5344" y="3658"/>
                    <a:pt x="5344" y="2279"/>
                  </a:cubicBezTo>
                  <a:cubicBezTo>
                    <a:pt x="5344" y="1031"/>
                    <a:pt x="4313" y="1"/>
                    <a:pt x="30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6"/>
            <p:cNvSpPr/>
            <p:nvPr/>
          </p:nvSpPr>
          <p:spPr>
            <a:xfrm>
              <a:off x="-5224746" y="4295445"/>
              <a:ext cx="200079" cy="172233"/>
            </a:xfrm>
            <a:custGeom>
              <a:avLst/>
              <a:gdLst/>
              <a:ahLst/>
              <a:cxnLst/>
              <a:rect l="l" t="t" r="r" b="b"/>
              <a:pathLst>
                <a:path w="5317" h="4577" extrusionOk="0">
                  <a:moveTo>
                    <a:pt x="3038" y="1"/>
                  </a:moveTo>
                  <a:cubicBezTo>
                    <a:pt x="1004" y="1"/>
                    <a:pt x="1" y="2469"/>
                    <a:pt x="1438" y="3907"/>
                  </a:cubicBezTo>
                  <a:cubicBezTo>
                    <a:pt x="1901" y="4369"/>
                    <a:pt x="2468" y="4576"/>
                    <a:pt x="3024" y="4576"/>
                  </a:cubicBezTo>
                  <a:cubicBezTo>
                    <a:pt x="4195" y="4576"/>
                    <a:pt x="5317" y="3658"/>
                    <a:pt x="5317" y="2279"/>
                  </a:cubicBezTo>
                  <a:cubicBezTo>
                    <a:pt x="5317" y="1031"/>
                    <a:pt x="4313" y="1"/>
                    <a:pt x="30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6"/>
            <p:cNvSpPr/>
            <p:nvPr/>
          </p:nvSpPr>
          <p:spPr>
            <a:xfrm>
              <a:off x="-5696280" y="4290365"/>
              <a:ext cx="601102" cy="115374"/>
            </a:xfrm>
            <a:custGeom>
              <a:avLst/>
              <a:gdLst/>
              <a:ahLst/>
              <a:cxnLst/>
              <a:rect l="l" t="t" r="r" b="b"/>
              <a:pathLst>
                <a:path w="15974" h="3066" extrusionOk="0">
                  <a:moveTo>
                    <a:pt x="15488" y="2089"/>
                  </a:moveTo>
                  <a:cubicBezTo>
                    <a:pt x="15493" y="2089"/>
                    <a:pt x="15498" y="2089"/>
                    <a:pt x="15503" y="2089"/>
                  </a:cubicBezTo>
                  <a:lnTo>
                    <a:pt x="15503" y="2089"/>
                  </a:lnTo>
                  <a:cubicBezTo>
                    <a:pt x="15507" y="2089"/>
                    <a:pt x="15511" y="2089"/>
                    <a:pt x="15515" y="2089"/>
                  </a:cubicBezTo>
                  <a:close/>
                  <a:moveTo>
                    <a:pt x="3743" y="0"/>
                  </a:moveTo>
                  <a:lnTo>
                    <a:pt x="3228" y="543"/>
                  </a:lnTo>
                  <a:lnTo>
                    <a:pt x="4774" y="2007"/>
                  </a:lnTo>
                  <a:lnTo>
                    <a:pt x="4774" y="2089"/>
                  </a:lnTo>
                  <a:lnTo>
                    <a:pt x="4313" y="2089"/>
                  </a:lnTo>
                  <a:lnTo>
                    <a:pt x="4313" y="2360"/>
                  </a:lnTo>
                  <a:lnTo>
                    <a:pt x="733" y="2360"/>
                  </a:lnTo>
                  <a:cubicBezTo>
                    <a:pt x="673" y="2170"/>
                    <a:pt x="525" y="2084"/>
                    <a:pt x="378" y="2084"/>
                  </a:cubicBezTo>
                  <a:cubicBezTo>
                    <a:pt x="189" y="2084"/>
                    <a:pt x="0" y="2225"/>
                    <a:pt x="0" y="2468"/>
                  </a:cubicBezTo>
                  <a:cubicBezTo>
                    <a:pt x="0" y="2710"/>
                    <a:pt x="185" y="2842"/>
                    <a:pt x="372" y="2842"/>
                  </a:cubicBezTo>
                  <a:cubicBezTo>
                    <a:pt x="521" y="2842"/>
                    <a:pt x="673" y="2758"/>
                    <a:pt x="733" y="2577"/>
                  </a:cubicBezTo>
                  <a:lnTo>
                    <a:pt x="4313" y="2577"/>
                  </a:lnTo>
                  <a:lnTo>
                    <a:pt x="4313" y="2848"/>
                  </a:lnTo>
                  <a:lnTo>
                    <a:pt x="5344" y="2848"/>
                  </a:lnTo>
                  <a:lnTo>
                    <a:pt x="5344" y="2089"/>
                  </a:lnTo>
                  <a:lnTo>
                    <a:pt x="7459" y="2089"/>
                  </a:lnTo>
                  <a:lnTo>
                    <a:pt x="7459" y="2577"/>
                  </a:lnTo>
                  <a:lnTo>
                    <a:pt x="6944" y="2577"/>
                  </a:lnTo>
                  <a:lnTo>
                    <a:pt x="6944" y="3065"/>
                  </a:lnTo>
                  <a:lnTo>
                    <a:pt x="8843" y="3065"/>
                  </a:lnTo>
                  <a:lnTo>
                    <a:pt x="8843" y="2577"/>
                  </a:lnTo>
                  <a:lnTo>
                    <a:pt x="8355" y="2577"/>
                  </a:lnTo>
                  <a:lnTo>
                    <a:pt x="8355" y="2089"/>
                  </a:lnTo>
                  <a:lnTo>
                    <a:pt x="10552" y="2089"/>
                  </a:lnTo>
                  <a:lnTo>
                    <a:pt x="10552" y="2848"/>
                  </a:lnTo>
                  <a:lnTo>
                    <a:pt x="11555" y="2848"/>
                  </a:lnTo>
                  <a:lnTo>
                    <a:pt x="11555" y="2577"/>
                  </a:lnTo>
                  <a:lnTo>
                    <a:pt x="15163" y="2577"/>
                  </a:lnTo>
                  <a:cubicBezTo>
                    <a:pt x="15209" y="2732"/>
                    <a:pt x="15354" y="2826"/>
                    <a:pt x="15505" y="2826"/>
                  </a:cubicBezTo>
                  <a:cubicBezTo>
                    <a:pt x="15617" y="2826"/>
                    <a:pt x="15733" y="2774"/>
                    <a:pt x="15814" y="2658"/>
                  </a:cubicBezTo>
                  <a:cubicBezTo>
                    <a:pt x="15974" y="2418"/>
                    <a:pt x="15818" y="2098"/>
                    <a:pt x="15503" y="2089"/>
                  </a:cubicBezTo>
                  <a:lnTo>
                    <a:pt x="15503" y="2089"/>
                  </a:lnTo>
                  <a:cubicBezTo>
                    <a:pt x="15346" y="2094"/>
                    <a:pt x="15215" y="2201"/>
                    <a:pt x="15163" y="2360"/>
                  </a:cubicBezTo>
                  <a:lnTo>
                    <a:pt x="11582" y="2360"/>
                  </a:lnTo>
                  <a:lnTo>
                    <a:pt x="11582" y="2089"/>
                  </a:lnTo>
                  <a:lnTo>
                    <a:pt x="10986" y="2089"/>
                  </a:lnTo>
                  <a:lnTo>
                    <a:pt x="10986" y="2034"/>
                  </a:lnTo>
                  <a:lnTo>
                    <a:pt x="12586" y="543"/>
                  </a:lnTo>
                  <a:lnTo>
                    <a:pt x="12071" y="0"/>
                  </a:lnTo>
                  <a:lnTo>
                    <a:pt x="10443" y="1519"/>
                  </a:lnTo>
                  <a:lnTo>
                    <a:pt x="9250" y="1519"/>
                  </a:lnTo>
                  <a:lnTo>
                    <a:pt x="9250" y="787"/>
                  </a:lnTo>
                  <a:lnTo>
                    <a:pt x="8951" y="787"/>
                  </a:lnTo>
                  <a:lnTo>
                    <a:pt x="8951" y="1519"/>
                  </a:lnTo>
                  <a:lnTo>
                    <a:pt x="8355" y="1519"/>
                  </a:lnTo>
                  <a:lnTo>
                    <a:pt x="8355" y="787"/>
                  </a:lnTo>
                  <a:lnTo>
                    <a:pt x="7459" y="787"/>
                  </a:lnTo>
                  <a:lnTo>
                    <a:pt x="7459" y="1519"/>
                  </a:lnTo>
                  <a:lnTo>
                    <a:pt x="6836" y="1519"/>
                  </a:lnTo>
                  <a:lnTo>
                    <a:pt x="6836" y="787"/>
                  </a:lnTo>
                  <a:lnTo>
                    <a:pt x="6564" y="787"/>
                  </a:lnTo>
                  <a:lnTo>
                    <a:pt x="6564" y="1519"/>
                  </a:lnTo>
                  <a:lnTo>
                    <a:pt x="5371" y="1519"/>
                  </a:lnTo>
                  <a:lnTo>
                    <a:pt x="374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6"/>
            <p:cNvSpPr/>
            <p:nvPr/>
          </p:nvSpPr>
          <p:spPr>
            <a:xfrm>
              <a:off x="-3046678" y="4305643"/>
              <a:ext cx="559370" cy="25588"/>
            </a:xfrm>
            <a:custGeom>
              <a:avLst/>
              <a:gdLst/>
              <a:ahLst/>
              <a:cxnLst/>
              <a:rect l="l" t="t" r="r" b="b"/>
              <a:pathLst>
                <a:path w="14865" h="680" extrusionOk="0">
                  <a:moveTo>
                    <a:pt x="1" y="1"/>
                  </a:moveTo>
                  <a:lnTo>
                    <a:pt x="1" y="679"/>
                  </a:lnTo>
                  <a:lnTo>
                    <a:pt x="14865" y="679"/>
                  </a:lnTo>
                  <a:lnTo>
                    <a:pt x="148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6"/>
            <p:cNvSpPr/>
            <p:nvPr/>
          </p:nvSpPr>
          <p:spPr>
            <a:xfrm>
              <a:off x="-3175258" y="4295445"/>
              <a:ext cx="201095" cy="172233"/>
            </a:xfrm>
            <a:custGeom>
              <a:avLst/>
              <a:gdLst/>
              <a:ahLst/>
              <a:cxnLst/>
              <a:rect l="l" t="t" r="r" b="b"/>
              <a:pathLst>
                <a:path w="5344" h="4577" extrusionOk="0">
                  <a:moveTo>
                    <a:pt x="3065" y="1"/>
                  </a:moveTo>
                  <a:cubicBezTo>
                    <a:pt x="1031" y="1"/>
                    <a:pt x="0" y="2469"/>
                    <a:pt x="1438" y="3907"/>
                  </a:cubicBezTo>
                  <a:cubicBezTo>
                    <a:pt x="1901" y="4369"/>
                    <a:pt x="2470" y="4576"/>
                    <a:pt x="3030" y="4576"/>
                  </a:cubicBezTo>
                  <a:cubicBezTo>
                    <a:pt x="4209" y="4576"/>
                    <a:pt x="5344" y="3658"/>
                    <a:pt x="5344" y="2279"/>
                  </a:cubicBezTo>
                  <a:cubicBezTo>
                    <a:pt x="5344" y="1031"/>
                    <a:pt x="4313" y="1"/>
                    <a:pt x="30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6"/>
            <p:cNvSpPr/>
            <p:nvPr/>
          </p:nvSpPr>
          <p:spPr>
            <a:xfrm>
              <a:off x="-2602689" y="4295445"/>
              <a:ext cx="201132" cy="172233"/>
            </a:xfrm>
            <a:custGeom>
              <a:avLst/>
              <a:gdLst/>
              <a:ahLst/>
              <a:cxnLst/>
              <a:rect l="l" t="t" r="r" b="b"/>
              <a:pathLst>
                <a:path w="5345" h="4577" extrusionOk="0">
                  <a:moveTo>
                    <a:pt x="3066" y="1"/>
                  </a:moveTo>
                  <a:cubicBezTo>
                    <a:pt x="1032" y="1"/>
                    <a:pt x="1" y="2469"/>
                    <a:pt x="1438" y="3907"/>
                  </a:cubicBezTo>
                  <a:cubicBezTo>
                    <a:pt x="1901" y="4369"/>
                    <a:pt x="2471" y="4576"/>
                    <a:pt x="3031" y="4576"/>
                  </a:cubicBezTo>
                  <a:cubicBezTo>
                    <a:pt x="4210" y="4576"/>
                    <a:pt x="5344" y="3658"/>
                    <a:pt x="5344" y="2279"/>
                  </a:cubicBezTo>
                  <a:cubicBezTo>
                    <a:pt x="5344" y="1031"/>
                    <a:pt x="4314" y="1"/>
                    <a:pt x="30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6"/>
            <p:cNvSpPr/>
            <p:nvPr/>
          </p:nvSpPr>
          <p:spPr>
            <a:xfrm>
              <a:off x="-3077271" y="4290365"/>
              <a:ext cx="604074" cy="115374"/>
            </a:xfrm>
            <a:custGeom>
              <a:avLst/>
              <a:gdLst/>
              <a:ahLst/>
              <a:cxnLst/>
              <a:rect l="l" t="t" r="r" b="b"/>
              <a:pathLst>
                <a:path w="16053" h="3066" extrusionOk="0">
                  <a:moveTo>
                    <a:pt x="15569" y="2089"/>
                  </a:moveTo>
                  <a:cubicBezTo>
                    <a:pt x="15574" y="2089"/>
                    <a:pt x="15579" y="2089"/>
                    <a:pt x="15584" y="2089"/>
                  </a:cubicBezTo>
                  <a:lnTo>
                    <a:pt x="15584" y="2089"/>
                  </a:lnTo>
                  <a:cubicBezTo>
                    <a:pt x="15588" y="2089"/>
                    <a:pt x="15592" y="2089"/>
                    <a:pt x="15596" y="2089"/>
                  </a:cubicBezTo>
                  <a:close/>
                  <a:moveTo>
                    <a:pt x="3852" y="0"/>
                  </a:moveTo>
                  <a:lnTo>
                    <a:pt x="3336" y="543"/>
                  </a:lnTo>
                  <a:lnTo>
                    <a:pt x="4883" y="2007"/>
                  </a:lnTo>
                  <a:lnTo>
                    <a:pt x="4883" y="2089"/>
                  </a:lnTo>
                  <a:lnTo>
                    <a:pt x="4421" y="2089"/>
                  </a:lnTo>
                  <a:lnTo>
                    <a:pt x="4421" y="2360"/>
                  </a:lnTo>
                  <a:lnTo>
                    <a:pt x="814" y="2360"/>
                  </a:lnTo>
                  <a:cubicBezTo>
                    <a:pt x="787" y="2197"/>
                    <a:pt x="651" y="2089"/>
                    <a:pt x="488" y="2089"/>
                  </a:cubicBezTo>
                  <a:cubicBezTo>
                    <a:pt x="0" y="2089"/>
                    <a:pt x="0" y="2821"/>
                    <a:pt x="488" y="2821"/>
                  </a:cubicBezTo>
                  <a:cubicBezTo>
                    <a:pt x="651" y="2821"/>
                    <a:pt x="787" y="2712"/>
                    <a:pt x="814" y="2577"/>
                  </a:cubicBezTo>
                  <a:lnTo>
                    <a:pt x="4394" y="2577"/>
                  </a:lnTo>
                  <a:lnTo>
                    <a:pt x="4394" y="2821"/>
                  </a:lnTo>
                  <a:lnTo>
                    <a:pt x="5452" y="2821"/>
                  </a:lnTo>
                  <a:lnTo>
                    <a:pt x="5452" y="2089"/>
                  </a:lnTo>
                  <a:lnTo>
                    <a:pt x="7541" y="2089"/>
                  </a:lnTo>
                  <a:lnTo>
                    <a:pt x="7541" y="2577"/>
                  </a:lnTo>
                  <a:lnTo>
                    <a:pt x="7052" y="2577"/>
                  </a:lnTo>
                  <a:lnTo>
                    <a:pt x="7052" y="3065"/>
                  </a:lnTo>
                  <a:lnTo>
                    <a:pt x="8951" y="3065"/>
                  </a:lnTo>
                  <a:lnTo>
                    <a:pt x="8951" y="2577"/>
                  </a:lnTo>
                  <a:lnTo>
                    <a:pt x="8436" y="2577"/>
                  </a:lnTo>
                  <a:lnTo>
                    <a:pt x="8436" y="2089"/>
                  </a:lnTo>
                  <a:lnTo>
                    <a:pt x="10633" y="2089"/>
                  </a:lnTo>
                  <a:lnTo>
                    <a:pt x="10633" y="2821"/>
                  </a:lnTo>
                  <a:lnTo>
                    <a:pt x="11636" y="2821"/>
                  </a:lnTo>
                  <a:lnTo>
                    <a:pt x="11636" y="2577"/>
                  </a:lnTo>
                  <a:lnTo>
                    <a:pt x="15217" y="2577"/>
                  </a:lnTo>
                  <a:cubicBezTo>
                    <a:pt x="15271" y="2712"/>
                    <a:pt x="15407" y="2821"/>
                    <a:pt x="15569" y="2821"/>
                  </a:cubicBezTo>
                  <a:cubicBezTo>
                    <a:pt x="15578" y="2821"/>
                    <a:pt x="15586" y="2822"/>
                    <a:pt x="15595" y="2822"/>
                  </a:cubicBezTo>
                  <a:cubicBezTo>
                    <a:pt x="16053" y="2822"/>
                    <a:pt x="16049" y="2103"/>
                    <a:pt x="15584" y="2089"/>
                  </a:cubicBezTo>
                  <a:lnTo>
                    <a:pt x="15584" y="2089"/>
                  </a:lnTo>
                  <a:cubicBezTo>
                    <a:pt x="15427" y="2094"/>
                    <a:pt x="15297" y="2201"/>
                    <a:pt x="15271" y="2360"/>
                  </a:cubicBezTo>
                  <a:lnTo>
                    <a:pt x="11664" y="2360"/>
                  </a:lnTo>
                  <a:lnTo>
                    <a:pt x="11664" y="2089"/>
                  </a:lnTo>
                  <a:lnTo>
                    <a:pt x="11067" y="2089"/>
                  </a:lnTo>
                  <a:lnTo>
                    <a:pt x="11067" y="2034"/>
                  </a:lnTo>
                  <a:lnTo>
                    <a:pt x="12667" y="543"/>
                  </a:lnTo>
                  <a:lnTo>
                    <a:pt x="12152" y="0"/>
                  </a:lnTo>
                  <a:lnTo>
                    <a:pt x="10524" y="1519"/>
                  </a:lnTo>
                  <a:lnTo>
                    <a:pt x="9331" y="1519"/>
                  </a:lnTo>
                  <a:lnTo>
                    <a:pt x="9331" y="787"/>
                  </a:lnTo>
                  <a:lnTo>
                    <a:pt x="9060" y="787"/>
                  </a:lnTo>
                  <a:lnTo>
                    <a:pt x="9060" y="1519"/>
                  </a:lnTo>
                  <a:lnTo>
                    <a:pt x="8436" y="1519"/>
                  </a:lnTo>
                  <a:lnTo>
                    <a:pt x="8436" y="787"/>
                  </a:lnTo>
                  <a:lnTo>
                    <a:pt x="7541" y="787"/>
                  </a:lnTo>
                  <a:lnTo>
                    <a:pt x="7541" y="1519"/>
                  </a:lnTo>
                  <a:lnTo>
                    <a:pt x="6944" y="1519"/>
                  </a:lnTo>
                  <a:lnTo>
                    <a:pt x="6944" y="787"/>
                  </a:lnTo>
                  <a:lnTo>
                    <a:pt x="6646" y="787"/>
                  </a:lnTo>
                  <a:lnTo>
                    <a:pt x="6646" y="1519"/>
                  </a:lnTo>
                  <a:lnTo>
                    <a:pt x="5452" y="1519"/>
                  </a:lnTo>
                  <a:lnTo>
                    <a:pt x="38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40" name="Google Shape;2740;p46"/>
          <p:cNvGrpSpPr/>
          <p:nvPr/>
        </p:nvGrpSpPr>
        <p:grpSpPr>
          <a:xfrm>
            <a:off x="5152188" y="3748238"/>
            <a:ext cx="3046025" cy="712500"/>
            <a:chOff x="-4802325" y="2504425"/>
            <a:chExt cx="3046025" cy="712500"/>
          </a:xfrm>
        </p:grpSpPr>
        <p:sp>
          <p:nvSpPr>
            <p:cNvPr id="2741" name="Google Shape;2741;p46"/>
            <p:cNvSpPr/>
            <p:nvPr/>
          </p:nvSpPr>
          <p:spPr>
            <a:xfrm>
              <a:off x="-2554450" y="2560475"/>
              <a:ext cx="446225" cy="108325"/>
            </a:xfrm>
            <a:custGeom>
              <a:avLst/>
              <a:gdLst/>
              <a:ahLst/>
              <a:cxnLst/>
              <a:rect l="l" t="t" r="r" b="b"/>
              <a:pathLst>
                <a:path w="17849" h="4333" extrusionOk="0">
                  <a:moveTo>
                    <a:pt x="10708" y="1"/>
                  </a:moveTo>
                  <a:cubicBezTo>
                    <a:pt x="9179" y="1"/>
                    <a:pt x="7655" y="37"/>
                    <a:pt x="6510" y="37"/>
                  </a:cubicBezTo>
                  <a:cubicBezTo>
                    <a:pt x="3364" y="37"/>
                    <a:pt x="896" y="715"/>
                    <a:pt x="1" y="1393"/>
                  </a:cubicBezTo>
                  <a:lnTo>
                    <a:pt x="1" y="2044"/>
                  </a:lnTo>
                  <a:cubicBezTo>
                    <a:pt x="1" y="2044"/>
                    <a:pt x="12748" y="4333"/>
                    <a:pt x="16497" y="4333"/>
                  </a:cubicBezTo>
                  <a:cubicBezTo>
                    <a:pt x="17144" y="4333"/>
                    <a:pt x="17523" y="4265"/>
                    <a:pt x="17523" y="4105"/>
                  </a:cubicBezTo>
                  <a:cubicBezTo>
                    <a:pt x="17523" y="3020"/>
                    <a:pt x="17848" y="1664"/>
                    <a:pt x="16763" y="715"/>
                  </a:cubicBezTo>
                  <a:cubicBezTo>
                    <a:pt x="16073" y="111"/>
                    <a:pt x="13383" y="1"/>
                    <a:pt x="107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6"/>
            <p:cNvSpPr/>
            <p:nvPr/>
          </p:nvSpPr>
          <p:spPr>
            <a:xfrm>
              <a:off x="-4767075" y="2581050"/>
              <a:ext cx="2807350" cy="464525"/>
            </a:xfrm>
            <a:custGeom>
              <a:avLst/>
              <a:gdLst/>
              <a:ahLst/>
              <a:cxnLst/>
              <a:rect l="l" t="t" r="r" b="b"/>
              <a:pathLst>
                <a:path w="112294" h="18581" extrusionOk="0">
                  <a:moveTo>
                    <a:pt x="1" y="0"/>
                  </a:moveTo>
                  <a:lnTo>
                    <a:pt x="1" y="18580"/>
                  </a:lnTo>
                  <a:lnTo>
                    <a:pt x="112293" y="18580"/>
                  </a:lnTo>
                  <a:lnTo>
                    <a:pt x="112293" y="6429"/>
                  </a:lnTo>
                  <a:cubicBezTo>
                    <a:pt x="109744" y="4991"/>
                    <a:pt x="106869" y="3662"/>
                    <a:pt x="104021" y="2387"/>
                  </a:cubicBezTo>
                  <a:cubicBezTo>
                    <a:pt x="99871" y="516"/>
                    <a:pt x="93117" y="109"/>
                    <a:pt x="88641" y="27"/>
                  </a:cubicBezTo>
                  <a:lnTo>
                    <a:pt x="885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6"/>
            <p:cNvSpPr/>
            <p:nvPr/>
          </p:nvSpPr>
          <p:spPr>
            <a:xfrm>
              <a:off x="-4767075" y="3045550"/>
              <a:ext cx="2807350" cy="105800"/>
            </a:xfrm>
            <a:custGeom>
              <a:avLst/>
              <a:gdLst/>
              <a:ahLst/>
              <a:cxnLst/>
              <a:rect l="l" t="t" r="r" b="b"/>
              <a:pathLst>
                <a:path w="112294" h="4232" extrusionOk="0">
                  <a:moveTo>
                    <a:pt x="1" y="0"/>
                  </a:moveTo>
                  <a:lnTo>
                    <a:pt x="1" y="4231"/>
                  </a:lnTo>
                  <a:lnTo>
                    <a:pt x="107140" y="4231"/>
                  </a:lnTo>
                  <a:cubicBezTo>
                    <a:pt x="108876" y="4231"/>
                    <a:pt x="110612" y="4014"/>
                    <a:pt x="112293" y="3608"/>
                  </a:cubicBezTo>
                  <a:lnTo>
                    <a:pt x="1122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6"/>
            <p:cNvSpPr/>
            <p:nvPr/>
          </p:nvSpPr>
          <p:spPr>
            <a:xfrm>
              <a:off x="-1839050" y="2914000"/>
              <a:ext cx="82750" cy="172250"/>
            </a:xfrm>
            <a:custGeom>
              <a:avLst/>
              <a:gdLst/>
              <a:ahLst/>
              <a:cxnLst/>
              <a:rect l="l" t="t" r="r" b="b"/>
              <a:pathLst>
                <a:path w="3310" h="6890" extrusionOk="0">
                  <a:moveTo>
                    <a:pt x="2713" y="0"/>
                  </a:moveTo>
                  <a:cubicBezTo>
                    <a:pt x="679" y="190"/>
                    <a:pt x="55" y="1790"/>
                    <a:pt x="0" y="6890"/>
                  </a:cubicBezTo>
                  <a:cubicBezTo>
                    <a:pt x="2008" y="5615"/>
                    <a:pt x="3310" y="3879"/>
                    <a:pt x="3120" y="1655"/>
                  </a:cubicBezTo>
                  <a:cubicBezTo>
                    <a:pt x="3093" y="1085"/>
                    <a:pt x="2957" y="543"/>
                    <a:pt x="27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6"/>
            <p:cNvSpPr/>
            <p:nvPr/>
          </p:nvSpPr>
          <p:spPr>
            <a:xfrm>
              <a:off x="-2400525" y="2644100"/>
              <a:ext cx="393325" cy="199400"/>
            </a:xfrm>
            <a:custGeom>
              <a:avLst/>
              <a:gdLst/>
              <a:ahLst/>
              <a:cxnLst/>
              <a:rect l="l" t="t" r="r" b="b"/>
              <a:pathLst>
                <a:path w="15733" h="7976" extrusionOk="0">
                  <a:moveTo>
                    <a:pt x="1" y="1"/>
                  </a:moveTo>
                  <a:lnTo>
                    <a:pt x="1" y="7975"/>
                  </a:lnTo>
                  <a:lnTo>
                    <a:pt x="13427" y="7975"/>
                  </a:lnTo>
                  <a:lnTo>
                    <a:pt x="13563" y="7948"/>
                  </a:lnTo>
                  <a:cubicBezTo>
                    <a:pt x="13997" y="7840"/>
                    <a:pt x="15434" y="7406"/>
                    <a:pt x="15570" y="6212"/>
                  </a:cubicBezTo>
                  <a:cubicBezTo>
                    <a:pt x="15733" y="4965"/>
                    <a:pt x="14268" y="4259"/>
                    <a:pt x="13834" y="4015"/>
                  </a:cubicBezTo>
                  <a:cubicBezTo>
                    <a:pt x="11149" y="2686"/>
                    <a:pt x="5697" y="625"/>
                    <a:pt x="5453" y="543"/>
                  </a:cubicBezTo>
                  <a:lnTo>
                    <a:pt x="4775" y="272"/>
                  </a:lnTo>
                  <a:lnTo>
                    <a:pt x="39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6"/>
            <p:cNvSpPr/>
            <p:nvPr/>
          </p:nvSpPr>
          <p:spPr>
            <a:xfrm>
              <a:off x="-2295400" y="2672600"/>
              <a:ext cx="272600" cy="143100"/>
            </a:xfrm>
            <a:custGeom>
              <a:avLst/>
              <a:gdLst/>
              <a:ahLst/>
              <a:cxnLst/>
              <a:rect l="l" t="t" r="r" b="b"/>
              <a:pathLst>
                <a:path w="10904" h="5724" extrusionOk="0">
                  <a:moveTo>
                    <a:pt x="0" y="0"/>
                  </a:moveTo>
                  <a:lnTo>
                    <a:pt x="0" y="5723"/>
                  </a:lnTo>
                  <a:lnTo>
                    <a:pt x="8246" y="5723"/>
                  </a:lnTo>
                  <a:cubicBezTo>
                    <a:pt x="8246" y="5723"/>
                    <a:pt x="10904" y="5018"/>
                    <a:pt x="8246" y="3635"/>
                  </a:cubicBezTo>
                  <a:cubicBezTo>
                    <a:pt x="5588" y="2224"/>
                    <a:pt x="0" y="0"/>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6"/>
            <p:cNvSpPr/>
            <p:nvPr/>
          </p:nvSpPr>
          <p:spPr>
            <a:xfrm>
              <a:off x="-4767750" y="2722775"/>
              <a:ext cx="1913600" cy="118000"/>
            </a:xfrm>
            <a:custGeom>
              <a:avLst/>
              <a:gdLst/>
              <a:ahLst/>
              <a:cxnLst/>
              <a:rect l="l" t="t" r="r" b="b"/>
              <a:pathLst>
                <a:path w="76544" h="4720" extrusionOk="0">
                  <a:moveTo>
                    <a:pt x="1411" y="0"/>
                  </a:moveTo>
                  <a:cubicBezTo>
                    <a:pt x="624" y="27"/>
                    <a:pt x="0" y="651"/>
                    <a:pt x="28" y="1411"/>
                  </a:cubicBezTo>
                  <a:lnTo>
                    <a:pt x="28" y="3336"/>
                  </a:lnTo>
                  <a:cubicBezTo>
                    <a:pt x="28" y="4096"/>
                    <a:pt x="624" y="4720"/>
                    <a:pt x="1411" y="4720"/>
                  </a:cubicBezTo>
                  <a:lnTo>
                    <a:pt x="75161" y="4720"/>
                  </a:lnTo>
                  <a:cubicBezTo>
                    <a:pt x="75920" y="4720"/>
                    <a:pt x="76544" y="4096"/>
                    <a:pt x="76544" y="3309"/>
                  </a:cubicBezTo>
                  <a:lnTo>
                    <a:pt x="76544" y="1411"/>
                  </a:lnTo>
                  <a:cubicBezTo>
                    <a:pt x="76544" y="624"/>
                    <a:pt x="75920" y="0"/>
                    <a:pt x="75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46"/>
            <p:cNvSpPr/>
            <p:nvPr/>
          </p:nvSpPr>
          <p:spPr>
            <a:xfrm>
              <a:off x="-2941625" y="2722775"/>
              <a:ext cx="88175" cy="118000"/>
            </a:xfrm>
            <a:custGeom>
              <a:avLst/>
              <a:gdLst/>
              <a:ahLst/>
              <a:cxnLst/>
              <a:rect l="l" t="t" r="r" b="b"/>
              <a:pathLst>
                <a:path w="3527" h="4720" extrusionOk="0">
                  <a:moveTo>
                    <a:pt x="949" y="0"/>
                  </a:moveTo>
                  <a:cubicBezTo>
                    <a:pt x="407" y="0"/>
                    <a:pt x="0" y="651"/>
                    <a:pt x="0" y="1411"/>
                  </a:cubicBezTo>
                  <a:lnTo>
                    <a:pt x="0" y="3336"/>
                  </a:lnTo>
                  <a:cubicBezTo>
                    <a:pt x="0" y="4096"/>
                    <a:pt x="407" y="4720"/>
                    <a:pt x="949" y="4720"/>
                  </a:cubicBezTo>
                  <a:lnTo>
                    <a:pt x="2550" y="4720"/>
                  </a:lnTo>
                  <a:cubicBezTo>
                    <a:pt x="3092" y="4720"/>
                    <a:pt x="3499" y="4096"/>
                    <a:pt x="3499" y="3336"/>
                  </a:cubicBezTo>
                  <a:lnTo>
                    <a:pt x="3526" y="1411"/>
                  </a:lnTo>
                  <a:cubicBezTo>
                    <a:pt x="3526" y="651"/>
                    <a:pt x="3092" y="0"/>
                    <a:pt x="25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6"/>
            <p:cNvSpPr/>
            <p:nvPr/>
          </p:nvSpPr>
          <p:spPr>
            <a:xfrm>
              <a:off x="-3212200" y="2722775"/>
              <a:ext cx="129550" cy="118000"/>
            </a:xfrm>
            <a:custGeom>
              <a:avLst/>
              <a:gdLst/>
              <a:ahLst/>
              <a:cxnLst/>
              <a:rect l="l" t="t" r="r" b="b"/>
              <a:pathLst>
                <a:path w="5182" h="4720" extrusionOk="0">
                  <a:moveTo>
                    <a:pt x="1384" y="0"/>
                  </a:moveTo>
                  <a:cubicBezTo>
                    <a:pt x="624" y="0"/>
                    <a:pt x="1" y="651"/>
                    <a:pt x="1" y="1411"/>
                  </a:cubicBezTo>
                  <a:lnTo>
                    <a:pt x="1" y="3309"/>
                  </a:lnTo>
                  <a:cubicBezTo>
                    <a:pt x="1" y="4096"/>
                    <a:pt x="624" y="4720"/>
                    <a:pt x="1384" y="4720"/>
                  </a:cubicBezTo>
                  <a:lnTo>
                    <a:pt x="3798" y="4720"/>
                  </a:lnTo>
                  <a:cubicBezTo>
                    <a:pt x="4557" y="4720"/>
                    <a:pt x="5181" y="4096"/>
                    <a:pt x="5181" y="3309"/>
                  </a:cubicBezTo>
                  <a:lnTo>
                    <a:pt x="5181" y="1411"/>
                  </a:lnTo>
                  <a:cubicBezTo>
                    <a:pt x="5181" y="624"/>
                    <a:pt x="4557" y="0"/>
                    <a:pt x="37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6"/>
            <p:cNvSpPr/>
            <p:nvPr/>
          </p:nvSpPr>
          <p:spPr>
            <a:xfrm>
              <a:off x="-3440725" y="2722775"/>
              <a:ext cx="130225" cy="118000"/>
            </a:xfrm>
            <a:custGeom>
              <a:avLst/>
              <a:gdLst/>
              <a:ahLst/>
              <a:cxnLst/>
              <a:rect l="l" t="t" r="r" b="b"/>
              <a:pathLst>
                <a:path w="5209" h="4720" extrusionOk="0">
                  <a:moveTo>
                    <a:pt x="1411" y="0"/>
                  </a:moveTo>
                  <a:cubicBezTo>
                    <a:pt x="625" y="0"/>
                    <a:pt x="1" y="651"/>
                    <a:pt x="1" y="1411"/>
                  </a:cubicBezTo>
                  <a:lnTo>
                    <a:pt x="1" y="3309"/>
                  </a:lnTo>
                  <a:cubicBezTo>
                    <a:pt x="1" y="4096"/>
                    <a:pt x="625" y="4720"/>
                    <a:pt x="1411" y="4720"/>
                  </a:cubicBezTo>
                  <a:lnTo>
                    <a:pt x="3798" y="4720"/>
                  </a:lnTo>
                  <a:cubicBezTo>
                    <a:pt x="4558" y="4720"/>
                    <a:pt x="5209" y="4096"/>
                    <a:pt x="5209" y="3309"/>
                  </a:cubicBezTo>
                  <a:lnTo>
                    <a:pt x="5209" y="1411"/>
                  </a:lnTo>
                  <a:cubicBezTo>
                    <a:pt x="5209" y="624"/>
                    <a:pt x="4558" y="0"/>
                    <a:pt x="37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46"/>
            <p:cNvSpPr/>
            <p:nvPr/>
          </p:nvSpPr>
          <p:spPr>
            <a:xfrm>
              <a:off x="-3669225" y="2722775"/>
              <a:ext cx="130200" cy="118000"/>
            </a:xfrm>
            <a:custGeom>
              <a:avLst/>
              <a:gdLst/>
              <a:ahLst/>
              <a:cxnLst/>
              <a:rect l="l" t="t" r="r" b="b"/>
              <a:pathLst>
                <a:path w="5208" h="4720" extrusionOk="0">
                  <a:moveTo>
                    <a:pt x="1411" y="0"/>
                  </a:moveTo>
                  <a:cubicBezTo>
                    <a:pt x="624" y="0"/>
                    <a:pt x="0" y="651"/>
                    <a:pt x="0" y="1411"/>
                  </a:cubicBezTo>
                  <a:lnTo>
                    <a:pt x="0" y="3336"/>
                  </a:lnTo>
                  <a:cubicBezTo>
                    <a:pt x="0" y="4096"/>
                    <a:pt x="624" y="4720"/>
                    <a:pt x="1411" y="4720"/>
                  </a:cubicBezTo>
                  <a:lnTo>
                    <a:pt x="3797" y="4720"/>
                  </a:lnTo>
                  <a:cubicBezTo>
                    <a:pt x="4584" y="4720"/>
                    <a:pt x="5208" y="4096"/>
                    <a:pt x="5208" y="3336"/>
                  </a:cubicBezTo>
                  <a:lnTo>
                    <a:pt x="5208" y="1411"/>
                  </a:lnTo>
                  <a:cubicBezTo>
                    <a:pt x="5208" y="624"/>
                    <a:pt x="4584" y="0"/>
                    <a:pt x="37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6"/>
            <p:cNvSpPr/>
            <p:nvPr/>
          </p:nvSpPr>
          <p:spPr>
            <a:xfrm>
              <a:off x="-3897750" y="2722775"/>
              <a:ext cx="130225" cy="118000"/>
            </a:xfrm>
            <a:custGeom>
              <a:avLst/>
              <a:gdLst/>
              <a:ahLst/>
              <a:cxnLst/>
              <a:rect l="l" t="t" r="r" b="b"/>
              <a:pathLst>
                <a:path w="5209" h="4720" extrusionOk="0">
                  <a:moveTo>
                    <a:pt x="1411" y="0"/>
                  </a:moveTo>
                  <a:cubicBezTo>
                    <a:pt x="624" y="0"/>
                    <a:pt x="0" y="651"/>
                    <a:pt x="0" y="1411"/>
                  </a:cubicBezTo>
                  <a:lnTo>
                    <a:pt x="0" y="3309"/>
                  </a:lnTo>
                  <a:cubicBezTo>
                    <a:pt x="0" y="4096"/>
                    <a:pt x="624" y="4720"/>
                    <a:pt x="1411" y="4720"/>
                  </a:cubicBezTo>
                  <a:lnTo>
                    <a:pt x="3798" y="4720"/>
                  </a:lnTo>
                  <a:cubicBezTo>
                    <a:pt x="4584" y="4720"/>
                    <a:pt x="5208" y="4096"/>
                    <a:pt x="5208" y="3309"/>
                  </a:cubicBezTo>
                  <a:lnTo>
                    <a:pt x="5208" y="1411"/>
                  </a:lnTo>
                  <a:cubicBezTo>
                    <a:pt x="5208" y="624"/>
                    <a:pt x="4584" y="0"/>
                    <a:pt x="37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6"/>
            <p:cNvSpPr/>
            <p:nvPr/>
          </p:nvSpPr>
          <p:spPr>
            <a:xfrm>
              <a:off x="-4126275" y="2722775"/>
              <a:ext cx="130225" cy="118000"/>
            </a:xfrm>
            <a:custGeom>
              <a:avLst/>
              <a:gdLst/>
              <a:ahLst/>
              <a:cxnLst/>
              <a:rect l="l" t="t" r="r" b="b"/>
              <a:pathLst>
                <a:path w="5209" h="4720" extrusionOk="0">
                  <a:moveTo>
                    <a:pt x="1411" y="0"/>
                  </a:moveTo>
                  <a:cubicBezTo>
                    <a:pt x="624" y="0"/>
                    <a:pt x="1" y="624"/>
                    <a:pt x="1" y="1411"/>
                  </a:cubicBezTo>
                  <a:lnTo>
                    <a:pt x="1" y="3336"/>
                  </a:lnTo>
                  <a:cubicBezTo>
                    <a:pt x="1" y="4096"/>
                    <a:pt x="624" y="4720"/>
                    <a:pt x="1411" y="4720"/>
                  </a:cubicBezTo>
                  <a:lnTo>
                    <a:pt x="3798" y="4720"/>
                  </a:lnTo>
                  <a:cubicBezTo>
                    <a:pt x="4585" y="4720"/>
                    <a:pt x="5208" y="4096"/>
                    <a:pt x="5208" y="3336"/>
                  </a:cubicBezTo>
                  <a:lnTo>
                    <a:pt x="5208" y="1411"/>
                  </a:lnTo>
                  <a:cubicBezTo>
                    <a:pt x="5208" y="624"/>
                    <a:pt x="4585" y="0"/>
                    <a:pt x="37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6"/>
            <p:cNvSpPr/>
            <p:nvPr/>
          </p:nvSpPr>
          <p:spPr>
            <a:xfrm>
              <a:off x="-4354125" y="2722775"/>
              <a:ext cx="129550" cy="118000"/>
            </a:xfrm>
            <a:custGeom>
              <a:avLst/>
              <a:gdLst/>
              <a:ahLst/>
              <a:cxnLst/>
              <a:rect l="l" t="t" r="r" b="b"/>
              <a:pathLst>
                <a:path w="5182" h="4720" extrusionOk="0">
                  <a:moveTo>
                    <a:pt x="1384" y="0"/>
                  </a:moveTo>
                  <a:cubicBezTo>
                    <a:pt x="625" y="0"/>
                    <a:pt x="1" y="651"/>
                    <a:pt x="1" y="1411"/>
                  </a:cubicBezTo>
                  <a:lnTo>
                    <a:pt x="1" y="3336"/>
                  </a:lnTo>
                  <a:cubicBezTo>
                    <a:pt x="1" y="4096"/>
                    <a:pt x="625" y="4720"/>
                    <a:pt x="1384" y="4720"/>
                  </a:cubicBezTo>
                  <a:lnTo>
                    <a:pt x="3771" y="4720"/>
                  </a:lnTo>
                  <a:cubicBezTo>
                    <a:pt x="4531" y="4720"/>
                    <a:pt x="5182" y="4096"/>
                    <a:pt x="5182" y="3336"/>
                  </a:cubicBezTo>
                  <a:lnTo>
                    <a:pt x="5182" y="1411"/>
                  </a:lnTo>
                  <a:cubicBezTo>
                    <a:pt x="5182" y="651"/>
                    <a:pt x="4558" y="27"/>
                    <a:pt x="37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46"/>
            <p:cNvSpPr/>
            <p:nvPr/>
          </p:nvSpPr>
          <p:spPr>
            <a:xfrm>
              <a:off x="-4582625" y="2722775"/>
              <a:ext cx="130225" cy="118000"/>
            </a:xfrm>
            <a:custGeom>
              <a:avLst/>
              <a:gdLst/>
              <a:ahLst/>
              <a:cxnLst/>
              <a:rect l="l" t="t" r="r" b="b"/>
              <a:pathLst>
                <a:path w="5209" h="4720" extrusionOk="0">
                  <a:moveTo>
                    <a:pt x="1384" y="0"/>
                  </a:moveTo>
                  <a:cubicBezTo>
                    <a:pt x="624" y="0"/>
                    <a:pt x="0" y="651"/>
                    <a:pt x="0" y="1411"/>
                  </a:cubicBezTo>
                  <a:lnTo>
                    <a:pt x="0" y="3336"/>
                  </a:lnTo>
                  <a:cubicBezTo>
                    <a:pt x="0" y="4096"/>
                    <a:pt x="624" y="4720"/>
                    <a:pt x="1384" y="4720"/>
                  </a:cubicBezTo>
                  <a:lnTo>
                    <a:pt x="3798" y="4720"/>
                  </a:lnTo>
                  <a:cubicBezTo>
                    <a:pt x="4584" y="4720"/>
                    <a:pt x="5208" y="4096"/>
                    <a:pt x="5208" y="3309"/>
                  </a:cubicBezTo>
                  <a:lnTo>
                    <a:pt x="5208" y="1411"/>
                  </a:lnTo>
                  <a:cubicBezTo>
                    <a:pt x="5208" y="624"/>
                    <a:pt x="4557" y="0"/>
                    <a:pt x="37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6"/>
            <p:cNvSpPr/>
            <p:nvPr/>
          </p:nvSpPr>
          <p:spPr>
            <a:xfrm>
              <a:off x="-3745175" y="2504425"/>
              <a:ext cx="865275" cy="77325"/>
            </a:xfrm>
            <a:custGeom>
              <a:avLst/>
              <a:gdLst/>
              <a:ahLst/>
              <a:cxnLst/>
              <a:rect l="l" t="t" r="r" b="b"/>
              <a:pathLst>
                <a:path w="34611" h="3093" extrusionOk="0">
                  <a:moveTo>
                    <a:pt x="4584" y="0"/>
                  </a:moveTo>
                  <a:lnTo>
                    <a:pt x="0" y="3092"/>
                  </a:lnTo>
                  <a:lnTo>
                    <a:pt x="34610" y="3092"/>
                  </a:lnTo>
                  <a:lnTo>
                    <a:pt x="300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46"/>
            <p:cNvSpPr/>
            <p:nvPr/>
          </p:nvSpPr>
          <p:spPr>
            <a:xfrm>
              <a:off x="-2379500" y="2672600"/>
              <a:ext cx="63100" cy="143100"/>
            </a:xfrm>
            <a:custGeom>
              <a:avLst/>
              <a:gdLst/>
              <a:ahLst/>
              <a:cxnLst/>
              <a:rect l="l" t="t" r="r" b="b"/>
              <a:pathLst>
                <a:path w="2524" h="5724" extrusionOk="0">
                  <a:moveTo>
                    <a:pt x="1" y="0"/>
                  </a:moveTo>
                  <a:lnTo>
                    <a:pt x="1" y="5723"/>
                  </a:lnTo>
                  <a:lnTo>
                    <a:pt x="2523" y="5723"/>
                  </a:lnTo>
                  <a:lnTo>
                    <a:pt x="25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6"/>
            <p:cNvSpPr/>
            <p:nvPr/>
          </p:nvSpPr>
          <p:spPr>
            <a:xfrm>
              <a:off x="-4767750" y="2962825"/>
              <a:ext cx="2808025" cy="53575"/>
            </a:xfrm>
            <a:custGeom>
              <a:avLst/>
              <a:gdLst/>
              <a:ahLst/>
              <a:cxnLst/>
              <a:rect l="l" t="t" r="r" b="b"/>
              <a:pathLst>
                <a:path w="112321" h="2143" extrusionOk="0">
                  <a:moveTo>
                    <a:pt x="0" y="0"/>
                  </a:moveTo>
                  <a:lnTo>
                    <a:pt x="0" y="2143"/>
                  </a:lnTo>
                  <a:lnTo>
                    <a:pt x="112320" y="2143"/>
                  </a:lnTo>
                  <a:lnTo>
                    <a:pt x="1123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6"/>
            <p:cNvSpPr/>
            <p:nvPr/>
          </p:nvSpPr>
          <p:spPr>
            <a:xfrm>
              <a:off x="-4767750" y="2916700"/>
              <a:ext cx="2808025" cy="14950"/>
            </a:xfrm>
            <a:custGeom>
              <a:avLst/>
              <a:gdLst/>
              <a:ahLst/>
              <a:cxnLst/>
              <a:rect l="l" t="t" r="r" b="b"/>
              <a:pathLst>
                <a:path w="112321" h="598" extrusionOk="0">
                  <a:moveTo>
                    <a:pt x="0" y="1"/>
                  </a:moveTo>
                  <a:lnTo>
                    <a:pt x="0" y="597"/>
                  </a:lnTo>
                  <a:lnTo>
                    <a:pt x="112320" y="597"/>
                  </a:lnTo>
                  <a:lnTo>
                    <a:pt x="1123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6"/>
            <p:cNvSpPr/>
            <p:nvPr/>
          </p:nvSpPr>
          <p:spPr>
            <a:xfrm>
              <a:off x="-2766000" y="2637325"/>
              <a:ext cx="152575" cy="354000"/>
            </a:xfrm>
            <a:custGeom>
              <a:avLst/>
              <a:gdLst/>
              <a:ahLst/>
              <a:cxnLst/>
              <a:rect l="l" t="t" r="r" b="b"/>
              <a:pathLst>
                <a:path w="6103" h="14160" extrusionOk="0">
                  <a:moveTo>
                    <a:pt x="1383" y="1"/>
                  </a:moveTo>
                  <a:cubicBezTo>
                    <a:pt x="624" y="1"/>
                    <a:pt x="0" y="624"/>
                    <a:pt x="0" y="1411"/>
                  </a:cubicBezTo>
                  <a:lnTo>
                    <a:pt x="0" y="12749"/>
                  </a:lnTo>
                  <a:cubicBezTo>
                    <a:pt x="0" y="13535"/>
                    <a:pt x="624" y="14159"/>
                    <a:pt x="1383" y="14159"/>
                  </a:cubicBezTo>
                  <a:lnTo>
                    <a:pt x="4720" y="14159"/>
                  </a:lnTo>
                  <a:cubicBezTo>
                    <a:pt x="5479" y="14159"/>
                    <a:pt x="6103" y="13535"/>
                    <a:pt x="6103" y="12749"/>
                  </a:cubicBezTo>
                  <a:lnTo>
                    <a:pt x="6103" y="1411"/>
                  </a:lnTo>
                  <a:cubicBezTo>
                    <a:pt x="6103" y="624"/>
                    <a:pt x="5479" y="1"/>
                    <a:pt x="4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6"/>
            <p:cNvSpPr/>
            <p:nvPr/>
          </p:nvSpPr>
          <p:spPr>
            <a:xfrm>
              <a:off x="-2770750" y="2633250"/>
              <a:ext cx="161400" cy="362125"/>
            </a:xfrm>
            <a:custGeom>
              <a:avLst/>
              <a:gdLst/>
              <a:ahLst/>
              <a:cxnLst/>
              <a:rect l="l" t="t" r="r" b="b"/>
              <a:pathLst>
                <a:path w="6456" h="14485" extrusionOk="0">
                  <a:moveTo>
                    <a:pt x="4910" y="326"/>
                  </a:moveTo>
                  <a:cubicBezTo>
                    <a:pt x="5588" y="326"/>
                    <a:pt x="6130" y="896"/>
                    <a:pt x="6130" y="1574"/>
                  </a:cubicBezTo>
                  <a:lnTo>
                    <a:pt x="6130" y="12912"/>
                  </a:lnTo>
                  <a:cubicBezTo>
                    <a:pt x="6130" y="13590"/>
                    <a:pt x="5588" y="14160"/>
                    <a:pt x="4910" y="14160"/>
                  </a:cubicBezTo>
                  <a:lnTo>
                    <a:pt x="1573" y="14160"/>
                  </a:lnTo>
                  <a:cubicBezTo>
                    <a:pt x="895" y="14160"/>
                    <a:pt x="353" y="13590"/>
                    <a:pt x="353" y="12912"/>
                  </a:cubicBezTo>
                  <a:lnTo>
                    <a:pt x="353" y="1574"/>
                  </a:lnTo>
                  <a:cubicBezTo>
                    <a:pt x="353" y="896"/>
                    <a:pt x="895" y="326"/>
                    <a:pt x="1573" y="326"/>
                  </a:cubicBezTo>
                  <a:close/>
                  <a:moveTo>
                    <a:pt x="1573" y="1"/>
                  </a:moveTo>
                  <a:cubicBezTo>
                    <a:pt x="705" y="1"/>
                    <a:pt x="0" y="706"/>
                    <a:pt x="0" y="1574"/>
                  </a:cubicBezTo>
                  <a:lnTo>
                    <a:pt x="0" y="12912"/>
                  </a:lnTo>
                  <a:cubicBezTo>
                    <a:pt x="0" y="13780"/>
                    <a:pt x="705" y="14485"/>
                    <a:pt x="1573" y="14485"/>
                  </a:cubicBezTo>
                  <a:lnTo>
                    <a:pt x="4910" y="14485"/>
                  </a:lnTo>
                  <a:cubicBezTo>
                    <a:pt x="5750" y="14485"/>
                    <a:pt x="6456" y="13780"/>
                    <a:pt x="6456" y="12912"/>
                  </a:cubicBezTo>
                  <a:lnTo>
                    <a:pt x="6456" y="1574"/>
                  </a:lnTo>
                  <a:cubicBezTo>
                    <a:pt x="6456" y="706"/>
                    <a:pt x="5750" y="1"/>
                    <a:pt x="4910" y="1"/>
                  </a:cubicBezTo>
                  <a:close/>
                </a:path>
              </a:pathLst>
            </a:custGeom>
            <a:solidFill>
              <a:srgbClr val="F1F1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6"/>
            <p:cNvSpPr/>
            <p:nvPr/>
          </p:nvSpPr>
          <p:spPr>
            <a:xfrm>
              <a:off x="-2689375" y="2866525"/>
              <a:ext cx="65100" cy="72575"/>
            </a:xfrm>
            <a:custGeom>
              <a:avLst/>
              <a:gdLst/>
              <a:ahLst/>
              <a:cxnLst/>
              <a:rect l="l" t="t" r="r" b="b"/>
              <a:pathLst>
                <a:path w="2604" h="2903" extrusionOk="0">
                  <a:moveTo>
                    <a:pt x="841" y="0"/>
                  </a:moveTo>
                  <a:cubicBezTo>
                    <a:pt x="380" y="0"/>
                    <a:pt x="0" y="380"/>
                    <a:pt x="0" y="841"/>
                  </a:cubicBezTo>
                  <a:lnTo>
                    <a:pt x="0" y="2062"/>
                  </a:lnTo>
                  <a:cubicBezTo>
                    <a:pt x="0" y="2523"/>
                    <a:pt x="353" y="2903"/>
                    <a:pt x="841" y="2903"/>
                  </a:cubicBezTo>
                  <a:lnTo>
                    <a:pt x="1763" y="2903"/>
                  </a:lnTo>
                  <a:cubicBezTo>
                    <a:pt x="2224" y="2903"/>
                    <a:pt x="2604" y="2523"/>
                    <a:pt x="2604" y="2062"/>
                  </a:cubicBezTo>
                  <a:lnTo>
                    <a:pt x="2604" y="841"/>
                  </a:lnTo>
                  <a:cubicBezTo>
                    <a:pt x="2604" y="380"/>
                    <a:pt x="2224" y="0"/>
                    <a:pt x="17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6"/>
            <p:cNvSpPr/>
            <p:nvPr/>
          </p:nvSpPr>
          <p:spPr>
            <a:xfrm>
              <a:off x="-2677850" y="2902475"/>
              <a:ext cx="53575" cy="15600"/>
            </a:xfrm>
            <a:custGeom>
              <a:avLst/>
              <a:gdLst/>
              <a:ahLst/>
              <a:cxnLst/>
              <a:rect l="l" t="t" r="r" b="b"/>
              <a:pathLst>
                <a:path w="2143" h="624" extrusionOk="0">
                  <a:moveTo>
                    <a:pt x="299" y="0"/>
                  </a:moveTo>
                  <a:cubicBezTo>
                    <a:pt x="136" y="0"/>
                    <a:pt x="0" y="136"/>
                    <a:pt x="0" y="298"/>
                  </a:cubicBezTo>
                  <a:cubicBezTo>
                    <a:pt x="0" y="488"/>
                    <a:pt x="136" y="624"/>
                    <a:pt x="299" y="624"/>
                  </a:cubicBezTo>
                  <a:lnTo>
                    <a:pt x="1845" y="624"/>
                  </a:lnTo>
                  <a:cubicBezTo>
                    <a:pt x="2007" y="624"/>
                    <a:pt x="2143" y="488"/>
                    <a:pt x="2143" y="298"/>
                  </a:cubicBezTo>
                  <a:cubicBezTo>
                    <a:pt x="2143" y="136"/>
                    <a:pt x="2007" y="0"/>
                    <a:pt x="1845" y="0"/>
                  </a:cubicBezTo>
                  <a:close/>
                </a:path>
              </a:pathLst>
            </a:custGeom>
            <a:solidFill>
              <a:srgbClr val="F1F1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6"/>
            <p:cNvSpPr/>
            <p:nvPr/>
          </p:nvSpPr>
          <p:spPr>
            <a:xfrm>
              <a:off x="-2808725" y="2651575"/>
              <a:ext cx="19000" cy="349925"/>
            </a:xfrm>
            <a:custGeom>
              <a:avLst/>
              <a:gdLst/>
              <a:ahLst/>
              <a:cxnLst/>
              <a:rect l="l" t="t" r="r" b="b"/>
              <a:pathLst>
                <a:path w="760" h="13997" extrusionOk="0">
                  <a:moveTo>
                    <a:pt x="380" y="0"/>
                  </a:moveTo>
                  <a:cubicBezTo>
                    <a:pt x="190" y="0"/>
                    <a:pt x="0" y="163"/>
                    <a:pt x="0" y="380"/>
                  </a:cubicBezTo>
                  <a:lnTo>
                    <a:pt x="0" y="13616"/>
                  </a:lnTo>
                  <a:cubicBezTo>
                    <a:pt x="0" y="13833"/>
                    <a:pt x="190" y="13996"/>
                    <a:pt x="380" y="13996"/>
                  </a:cubicBezTo>
                  <a:cubicBezTo>
                    <a:pt x="597" y="13996"/>
                    <a:pt x="760" y="13833"/>
                    <a:pt x="760" y="13616"/>
                  </a:cubicBezTo>
                  <a:lnTo>
                    <a:pt x="760" y="380"/>
                  </a:lnTo>
                  <a:cubicBezTo>
                    <a:pt x="760" y="163"/>
                    <a:pt x="597" y="0"/>
                    <a:pt x="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6"/>
            <p:cNvSpPr/>
            <p:nvPr/>
          </p:nvSpPr>
          <p:spPr>
            <a:xfrm>
              <a:off x="-2594450" y="2651575"/>
              <a:ext cx="19000" cy="349925"/>
            </a:xfrm>
            <a:custGeom>
              <a:avLst/>
              <a:gdLst/>
              <a:ahLst/>
              <a:cxnLst/>
              <a:rect l="l" t="t" r="r" b="b"/>
              <a:pathLst>
                <a:path w="760" h="13997" extrusionOk="0">
                  <a:moveTo>
                    <a:pt x="380" y="0"/>
                  </a:moveTo>
                  <a:cubicBezTo>
                    <a:pt x="190" y="0"/>
                    <a:pt x="0" y="163"/>
                    <a:pt x="0" y="380"/>
                  </a:cubicBezTo>
                  <a:lnTo>
                    <a:pt x="0" y="13616"/>
                  </a:lnTo>
                  <a:cubicBezTo>
                    <a:pt x="0" y="13833"/>
                    <a:pt x="190" y="13996"/>
                    <a:pt x="380" y="13996"/>
                  </a:cubicBezTo>
                  <a:cubicBezTo>
                    <a:pt x="597" y="13996"/>
                    <a:pt x="760" y="13833"/>
                    <a:pt x="760" y="13616"/>
                  </a:cubicBezTo>
                  <a:lnTo>
                    <a:pt x="760" y="380"/>
                  </a:lnTo>
                  <a:cubicBezTo>
                    <a:pt x="760" y="163"/>
                    <a:pt x="597" y="0"/>
                    <a:pt x="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6"/>
            <p:cNvSpPr/>
            <p:nvPr/>
          </p:nvSpPr>
          <p:spPr>
            <a:xfrm>
              <a:off x="-1959750" y="2741750"/>
              <a:ext cx="188525" cy="394000"/>
            </a:xfrm>
            <a:custGeom>
              <a:avLst/>
              <a:gdLst/>
              <a:ahLst/>
              <a:cxnLst/>
              <a:rect l="l" t="t" r="r" b="b"/>
              <a:pathLst>
                <a:path w="7541" h="15760" extrusionOk="0">
                  <a:moveTo>
                    <a:pt x="0" y="1"/>
                  </a:moveTo>
                  <a:lnTo>
                    <a:pt x="0" y="15760"/>
                  </a:lnTo>
                  <a:cubicBezTo>
                    <a:pt x="1709" y="15353"/>
                    <a:pt x="3337" y="14702"/>
                    <a:pt x="4828" y="13780"/>
                  </a:cubicBezTo>
                  <a:cubicBezTo>
                    <a:pt x="4883" y="8680"/>
                    <a:pt x="5507" y="7080"/>
                    <a:pt x="7541" y="6890"/>
                  </a:cubicBezTo>
                  <a:cubicBezTo>
                    <a:pt x="7405" y="6510"/>
                    <a:pt x="7188" y="6158"/>
                    <a:pt x="6971" y="5805"/>
                  </a:cubicBezTo>
                  <a:lnTo>
                    <a:pt x="2360" y="5805"/>
                  </a:lnTo>
                  <a:cubicBezTo>
                    <a:pt x="1899" y="5805"/>
                    <a:pt x="1519" y="5425"/>
                    <a:pt x="1519" y="4964"/>
                  </a:cubicBezTo>
                  <a:lnTo>
                    <a:pt x="1519" y="3744"/>
                  </a:lnTo>
                  <a:cubicBezTo>
                    <a:pt x="1519" y="3256"/>
                    <a:pt x="1899" y="2903"/>
                    <a:pt x="2360" y="2903"/>
                  </a:cubicBezTo>
                  <a:lnTo>
                    <a:pt x="4286" y="2903"/>
                  </a:lnTo>
                  <a:cubicBezTo>
                    <a:pt x="2930" y="1818"/>
                    <a:pt x="1492" y="84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6"/>
            <p:cNvSpPr/>
            <p:nvPr/>
          </p:nvSpPr>
          <p:spPr>
            <a:xfrm>
              <a:off x="-1921775" y="2813625"/>
              <a:ext cx="136325" cy="73950"/>
            </a:xfrm>
            <a:custGeom>
              <a:avLst/>
              <a:gdLst/>
              <a:ahLst/>
              <a:cxnLst/>
              <a:rect l="l" t="t" r="r" b="b"/>
              <a:pathLst>
                <a:path w="5453" h="2958" extrusionOk="0">
                  <a:moveTo>
                    <a:pt x="841" y="1"/>
                  </a:moveTo>
                  <a:cubicBezTo>
                    <a:pt x="380" y="1"/>
                    <a:pt x="0" y="381"/>
                    <a:pt x="0" y="869"/>
                  </a:cubicBezTo>
                  <a:lnTo>
                    <a:pt x="0" y="2116"/>
                  </a:lnTo>
                  <a:cubicBezTo>
                    <a:pt x="0" y="2578"/>
                    <a:pt x="380" y="2957"/>
                    <a:pt x="841" y="2957"/>
                  </a:cubicBezTo>
                  <a:lnTo>
                    <a:pt x="5452" y="2957"/>
                  </a:lnTo>
                  <a:cubicBezTo>
                    <a:pt x="4720" y="1818"/>
                    <a:pt x="3825" y="842"/>
                    <a:pt x="27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6"/>
            <p:cNvSpPr/>
            <p:nvPr/>
          </p:nvSpPr>
          <p:spPr>
            <a:xfrm>
              <a:off x="-1900750" y="2835325"/>
              <a:ext cx="73250" cy="31225"/>
            </a:xfrm>
            <a:custGeom>
              <a:avLst/>
              <a:gdLst/>
              <a:ahLst/>
              <a:cxnLst/>
              <a:rect l="l" t="t" r="r" b="b"/>
              <a:pathLst>
                <a:path w="2930" h="1249" extrusionOk="0">
                  <a:moveTo>
                    <a:pt x="0" y="1"/>
                  </a:moveTo>
                  <a:lnTo>
                    <a:pt x="0" y="1221"/>
                  </a:lnTo>
                  <a:lnTo>
                    <a:pt x="2930" y="1248"/>
                  </a:lnTo>
                  <a:cubicBezTo>
                    <a:pt x="2523" y="787"/>
                    <a:pt x="2089" y="381"/>
                    <a:pt x="16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46"/>
            <p:cNvSpPr/>
            <p:nvPr/>
          </p:nvSpPr>
          <p:spPr>
            <a:xfrm>
              <a:off x="-3272550" y="3045550"/>
              <a:ext cx="583200" cy="106525"/>
            </a:xfrm>
            <a:custGeom>
              <a:avLst/>
              <a:gdLst/>
              <a:ahLst/>
              <a:cxnLst/>
              <a:rect l="l" t="t" r="r" b="b"/>
              <a:pathLst>
                <a:path w="23328" h="4261" extrusionOk="0">
                  <a:moveTo>
                    <a:pt x="841" y="0"/>
                  </a:moveTo>
                  <a:cubicBezTo>
                    <a:pt x="407" y="0"/>
                    <a:pt x="28" y="353"/>
                    <a:pt x="1" y="814"/>
                  </a:cubicBezTo>
                  <a:lnTo>
                    <a:pt x="1" y="3472"/>
                  </a:lnTo>
                  <a:cubicBezTo>
                    <a:pt x="27" y="3916"/>
                    <a:pt x="380" y="4260"/>
                    <a:pt x="795" y="4260"/>
                  </a:cubicBezTo>
                  <a:cubicBezTo>
                    <a:pt x="810" y="4260"/>
                    <a:pt x="826" y="4260"/>
                    <a:pt x="841" y="4259"/>
                  </a:cubicBezTo>
                  <a:lnTo>
                    <a:pt x="22486" y="4259"/>
                  </a:lnTo>
                  <a:cubicBezTo>
                    <a:pt x="22502" y="4260"/>
                    <a:pt x="22518" y="4260"/>
                    <a:pt x="22533" y="4260"/>
                  </a:cubicBezTo>
                  <a:cubicBezTo>
                    <a:pt x="22947" y="4260"/>
                    <a:pt x="23301" y="3916"/>
                    <a:pt x="23327" y="3472"/>
                  </a:cubicBezTo>
                  <a:lnTo>
                    <a:pt x="23327" y="814"/>
                  </a:lnTo>
                  <a:cubicBezTo>
                    <a:pt x="23300" y="353"/>
                    <a:pt x="22920" y="0"/>
                    <a:pt x="224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46"/>
            <p:cNvSpPr/>
            <p:nvPr/>
          </p:nvSpPr>
          <p:spPr>
            <a:xfrm>
              <a:off x="-4708750" y="3045550"/>
              <a:ext cx="582500" cy="106525"/>
            </a:xfrm>
            <a:custGeom>
              <a:avLst/>
              <a:gdLst/>
              <a:ahLst/>
              <a:cxnLst/>
              <a:rect l="l" t="t" r="r" b="b"/>
              <a:pathLst>
                <a:path w="23300" h="4261" extrusionOk="0">
                  <a:moveTo>
                    <a:pt x="841" y="0"/>
                  </a:moveTo>
                  <a:cubicBezTo>
                    <a:pt x="380" y="0"/>
                    <a:pt x="0" y="353"/>
                    <a:pt x="0" y="814"/>
                  </a:cubicBezTo>
                  <a:lnTo>
                    <a:pt x="0" y="3472"/>
                  </a:lnTo>
                  <a:cubicBezTo>
                    <a:pt x="0" y="3916"/>
                    <a:pt x="353" y="4260"/>
                    <a:pt x="791" y="4260"/>
                  </a:cubicBezTo>
                  <a:cubicBezTo>
                    <a:pt x="808" y="4260"/>
                    <a:pt x="824" y="4260"/>
                    <a:pt x="841" y="4259"/>
                  </a:cubicBezTo>
                  <a:lnTo>
                    <a:pt x="22486" y="4259"/>
                  </a:lnTo>
                  <a:cubicBezTo>
                    <a:pt x="22502" y="4260"/>
                    <a:pt x="22517" y="4260"/>
                    <a:pt x="22533" y="4260"/>
                  </a:cubicBezTo>
                  <a:cubicBezTo>
                    <a:pt x="22947" y="4260"/>
                    <a:pt x="23300" y="3916"/>
                    <a:pt x="23300" y="3472"/>
                  </a:cubicBezTo>
                  <a:lnTo>
                    <a:pt x="23300" y="814"/>
                  </a:lnTo>
                  <a:cubicBezTo>
                    <a:pt x="23300" y="353"/>
                    <a:pt x="22920" y="0"/>
                    <a:pt x="224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46"/>
            <p:cNvSpPr/>
            <p:nvPr/>
          </p:nvSpPr>
          <p:spPr>
            <a:xfrm>
              <a:off x="-4535850" y="3085550"/>
              <a:ext cx="226525" cy="50875"/>
            </a:xfrm>
            <a:custGeom>
              <a:avLst/>
              <a:gdLst/>
              <a:ahLst/>
              <a:cxnLst/>
              <a:rect l="l" t="t" r="r" b="b"/>
              <a:pathLst>
                <a:path w="9061" h="2035" extrusionOk="0">
                  <a:moveTo>
                    <a:pt x="489" y="0"/>
                  </a:moveTo>
                  <a:lnTo>
                    <a:pt x="1" y="543"/>
                  </a:lnTo>
                  <a:lnTo>
                    <a:pt x="1493" y="1953"/>
                  </a:lnTo>
                  <a:lnTo>
                    <a:pt x="1493" y="2035"/>
                  </a:lnTo>
                  <a:lnTo>
                    <a:pt x="7514" y="2035"/>
                  </a:lnTo>
                  <a:lnTo>
                    <a:pt x="7514" y="2008"/>
                  </a:lnTo>
                  <a:lnTo>
                    <a:pt x="9060" y="543"/>
                  </a:lnTo>
                  <a:lnTo>
                    <a:pt x="8572" y="0"/>
                  </a:lnTo>
                  <a:lnTo>
                    <a:pt x="6972" y="651"/>
                  </a:lnTo>
                  <a:lnTo>
                    <a:pt x="2062" y="651"/>
                  </a:lnTo>
                  <a:lnTo>
                    <a:pt x="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46"/>
            <p:cNvSpPr/>
            <p:nvPr/>
          </p:nvSpPr>
          <p:spPr>
            <a:xfrm>
              <a:off x="-4342575" y="3056400"/>
              <a:ext cx="187175" cy="160375"/>
            </a:xfrm>
            <a:custGeom>
              <a:avLst/>
              <a:gdLst/>
              <a:ahLst/>
              <a:cxnLst/>
              <a:rect l="l" t="t" r="r" b="b"/>
              <a:pathLst>
                <a:path w="7487" h="6415" extrusionOk="0">
                  <a:moveTo>
                    <a:pt x="4286" y="0"/>
                  </a:moveTo>
                  <a:cubicBezTo>
                    <a:pt x="1411" y="0"/>
                    <a:pt x="0" y="3445"/>
                    <a:pt x="2007" y="5479"/>
                  </a:cubicBezTo>
                  <a:cubicBezTo>
                    <a:pt x="2653" y="6125"/>
                    <a:pt x="3451" y="6414"/>
                    <a:pt x="4237" y="6414"/>
                  </a:cubicBezTo>
                  <a:cubicBezTo>
                    <a:pt x="5890" y="6414"/>
                    <a:pt x="7486" y="5132"/>
                    <a:pt x="7486" y="3201"/>
                  </a:cubicBezTo>
                  <a:cubicBezTo>
                    <a:pt x="7486" y="1438"/>
                    <a:pt x="6049" y="0"/>
                    <a:pt x="4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46"/>
            <p:cNvSpPr/>
            <p:nvPr/>
          </p:nvSpPr>
          <p:spPr>
            <a:xfrm>
              <a:off x="-4331725" y="3064525"/>
              <a:ext cx="168175" cy="144100"/>
            </a:xfrm>
            <a:custGeom>
              <a:avLst/>
              <a:gdLst/>
              <a:ahLst/>
              <a:cxnLst/>
              <a:rect l="l" t="t" r="r" b="b"/>
              <a:pathLst>
                <a:path w="6727" h="5764" extrusionOk="0">
                  <a:moveTo>
                    <a:pt x="3852" y="1"/>
                  </a:moveTo>
                  <a:cubicBezTo>
                    <a:pt x="1275" y="1"/>
                    <a:pt x="0" y="3093"/>
                    <a:pt x="1790" y="4910"/>
                  </a:cubicBezTo>
                  <a:cubicBezTo>
                    <a:pt x="2380" y="5499"/>
                    <a:pt x="3106" y="5764"/>
                    <a:pt x="3818" y="5764"/>
                  </a:cubicBezTo>
                  <a:cubicBezTo>
                    <a:pt x="5303" y="5764"/>
                    <a:pt x="6727" y="4617"/>
                    <a:pt x="6727" y="2876"/>
                  </a:cubicBezTo>
                  <a:cubicBezTo>
                    <a:pt x="6727" y="1303"/>
                    <a:pt x="5425" y="1"/>
                    <a:pt x="38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46"/>
            <p:cNvSpPr/>
            <p:nvPr/>
          </p:nvSpPr>
          <p:spPr>
            <a:xfrm>
              <a:off x="-4313425" y="3078775"/>
              <a:ext cx="135650" cy="116050"/>
            </a:xfrm>
            <a:custGeom>
              <a:avLst/>
              <a:gdLst/>
              <a:ahLst/>
              <a:cxnLst/>
              <a:rect l="l" t="t" r="r" b="b"/>
              <a:pathLst>
                <a:path w="5426" h="4642" extrusionOk="0">
                  <a:moveTo>
                    <a:pt x="3120" y="0"/>
                  </a:moveTo>
                  <a:cubicBezTo>
                    <a:pt x="1031" y="0"/>
                    <a:pt x="0" y="2496"/>
                    <a:pt x="1465" y="3960"/>
                  </a:cubicBezTo>
                  <a:cubicBezTo>
                    <a:pt x="1936" y="4431"/>
                    <a:pt x="2513" y="4641"/>
                    <a:pt x="3080" y="4641"/>
                  </a:cubicBezTo>
                  <a:cubicBezTo>
                    <a:pt x="4276" y="4641"/>
                    <a:pt x="5425" y="3705"/>
                    <a:pt x="5425" y="2306"/>
                  </a:cubicBezTo>
                  <a:cubicBezTo>
                    <a:pt x="5425" y="1031"/>
                    <a:pt x="4394" y="0"/>
                    <a:pt x="3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46"/>
            <p:cNvSpPr/>
            <p:nvPr/>
          </p:nvSpPr>
          <p:spPr>
            <a:xfrm>
              <a:off x="-4282925" y="3107925"/>
              <a:ext cx="94975" cy="57675"/>
            </a:xfrm>
            <a:custGeom>
              <a:avLst/>
              <a:gdLst/>
              <a:ahLst/>
              <a:cxnLst/>
              <a:rect l="l" t="t" r="r" b="b"/>
              <a:pathLst>
                <a:path w="3799" h="2307" extrusionOk="0">
                  <a:moveTo>
                    <a:pt x="1900" y="1"/>
                  </a:moveTo>
                  <a:cubicBezTo>
                    <a:pt x="842" y="1"/>
                    <a:pt x="1" y="706"/>
                    <a:pt x="1" y="1140"/>
                  </a:cubicBezTo>
                  <a:cubicBezTo>
                    <a:pt x="1" y="1574"/>
                    <a:pt x="842" y="2306"/>
                    <a:pt x="1900" y="2306"/>
                  </a:cubicBezTo>
                  <a:cubicBezTo>
                    <a:pt x="2930" y="2306"/>
                    <a:pt x="3798" y="1628"/>
                    <a:pt x="3798" y="1140"/>
                  </a:cubicBezTo>
                  <a:cubicBezTo>
                    <a:pt x="3798" y="787"/>
                    <a:pt x="2930" y="1"/>
                    <a:pt x="19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46"/>
            <p:cNvSpPr/>
            <p:nvPr/>
          </p:nvSpPr>
          <p:spPr>
            <a:xfrm>
              <a:off x="-4260525" y="3113350"/>
              <a:ext cx="49525" cy="46125"/>
            </a:xfrm>
            <a:custGeom>
              <a:avLst/>
              <a:gdLst/>
              <a:ahLst/>
              <a:cxnLst/>
              <a:rect l="l" t="t" r="r" b="b"/>
              <a:pathLst>
                <a:path w="1981" h="1845" extrusionOk="0">
                  <a:moveTo>
                    <a:pt x="0" y="1"/>
                  </a:moveTo>
                  <a:lnTo>
                    <a:pt x="0" y="1845"/>
                  </a:lnTo>
                  <a:lnTo>
                    <a:pt x="1980" y="1845"/>
                  </a:lnTo>
                  <a:lnTo>
                    <a:pt x="19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6"/>
            <p:cNvSpPr/>
            <p:nvPr/>
          </p:nvSpPr>
          <p:spPr>
            <a:xfrm>
              <a:off x="-4259850" y="3118725"/>
              <a:ext cx="42050" cy="36000"/>
            </a:xfrm>
            <a:custGeom>
              <a:avLst/>
              <a:gdLst/>
              <a:ahLst/>
              <a:cxnLst/>
              <a:rect l="l" t="t" r="r" b="b"/>
              <a:pathLst>
                <a:path w="1682" h="1440" extrusionOk="0">
                  <a:moveTo>
                    <a:pt x="1021" y="1"/>
                  </a:moveTo>
                  <a:cubicBezTo>
                    <a:pt x="1006" y="1"/>
                    <a:pt x="991" y="1"/>
                    <a:pt x="977" y="3"/>
                  </a:cubicBezTo>
                  <a:cubicBezTo>
                    <a:pt x="326" y="3"/>
                    <a:pt x="0" y="762"/>
                    <a:pt x="461" y="1223"/>
                  </a:cubicBezTo>
                  <a:cubicBezTo>
                    <a:pt x="602" y="1372"/>
                    <a:pt x="779" y="1439"/>
                    <a:pt x="955" y="1439"/>
                  </a:cubicBezTo>
                  <a:cubicBezTo>
                    <a:pt x="1322" y="1439"/>
                    <a:pt x="1682" y="1148"/>
                    <a:pt x="1682" y="708"/>
                  </a:cubicBezTo>
                  <a:cubicBezTo>
                    <a:pt x="1682" y="317"/>
                    <a:pt x="1381" y="1"/>
                    <a:pt x="10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6"/>
            <p:cNvSpPr/>
            <p:nvPr/>
          </p:nvSpPr>
          <p:spPr>
            <a:xfrm>
              <a:off x="-4356150" y="3129550"/>
              <a:ext cx="133875" cy="18475"/>
            </a:xfrm>
            <a:custGeom>
              <a:avLst/>
              <a:gdLst/>
              <a:ahLst/>
              <a:cxnLst/>
              <a:rect l="l" t="t" r="r" b="b"/>
              <a:pathLst>
                <a:path w="5355" h="739" extrusionOk="0">
                  <a:moveTo>
                    <a:pt x="4878" y="1"/>
                  </a:moveTo>
                  <a:cubicBezTo>
                    <a:pt x="4862" y="1"/>
                    <a:pt x="4846" y="2"/>
                    <a:pt x="4829" y="4"/>
                  </a:cubicBezTo>
                  <a:cubicBezTo>
                    <a:pt x="4666" y="4"/>
                    <a:pt x="4530" y="112"/>
                    <a:pt x="4503" y="248"/>
                  </a:cubicBezTo>
                  <a:lnTo>
                    <a:pt x="1031" y="248"/>
                  </a:lnTo>
                  <a:lnTo>
                    <a:pt x="1031" y="4"/>
                  </a:lnTo>
                  <a:lnTo>
                    <a:pt x="1" y="4"/>
                  </a:lnTo>
                  <a:lnTo>
                    <a:pt x="1" y="736"/>
                  </a:lnTo>
                  <a:lnTo>
                    <a:pt x="1031" y="736"/>
                  </a:lnTo>
                  <a:lnTo>
                    <a:pt x="1031" y="465"/>
                  </a:lnTo>
                  <a:lnTo>
                    <a:pt x="4503" y="465"/>
                  </a:lnTo>
                  <a:cubicBezTo>
                    <a:pt x="4530" y="627"/>
                    <a:pt x="4666" y="736"/>
                    <a:pt x="4829" y="736"/>
                  </a:cubicBezTo>
                  <a:cubicBezTo>
                    <a:pt x="4846" y="738"/>
                    <a:pt x="4862" y="738"/>
                    <a:pt x="4878" y="738"/>
                  </a:cubicBezTo>
                  <a:cubicBezTo>
                    <a:pt x="5355" y="738"/>
                    <a:pt x="5355" y="1"/>
                    <a:pt x="48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6"/>
            <p:cNvSpPr/>
            <p:nvPr/>
          </p:nvSpPr>
          <p:spPr>
            <a:xfrm>
              <a:off x="-4213075" y="3107250"/>
              <a:ext cx="54275" cy="8150"/>
            </a:xfrm>
            <a:custGeom>
              <a:avLst/>
              <a:gdLst/>
              <a:ahLst/>
              <a:cxnLst/>
              <a:rect l="l" t="t" r="r" b="b"/>
              <a:pathLst>
                <a:path w="2171" h="326" extrusionOk="0">
                  <a:moveTo>
                    <a:pt x="1" y="0"/>
                  </a:moveTo>
                  <a:lnTo>
                    <a:pt x="1" y="326"/>
                  </a:lnTo>
                  <a:lnTo>
                    <a:pt x="2171" y="326"/>
                  </a:lnTo>
                  <a:lnTo>
                    <a:pt x="21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6"/>
            <p:cNvSpPr/>
            <p:nvPr/>
          </p:nvSpPr>
          <p:spPr>
            <a:xfrm>
              <a:off x="-4213075" y="3120125"/>
              <a:ext cx="54275" cy="8175"/>
            </a:xfrm>
            <a:custGeom>
              <a:avLst/>
              <a:gdLst/>
              <a:ahLst/>
              <a:cxnLst/>
              <a:rect l="l" t="t" r="r" b="b"/>
              <a:pathLst>
                <a:path w="2171" h="327" extrusionOk="0">
                  <a:moveTo>
                    <a:pt x="1" y="1"/>
                  </a:moveTo>
                  <a:lnTo>
                    <a:pt x="1" y="326"/>
                  </a:lnTo>
                  <a:lnTo>
                    <a:pt x="2171" y="326"/>
                  </a:lnTo>
                  <a:lnTo>
                    <a:pt x="2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46"/>
            <p:cNvSpPr/>
            <p:nvPr/>
          </p:nvSpPr>
          <p:spPr>
            <a:xfrm>
              <a:off x="-4317500" y="3107250"/>
              <a:ext cx="54950" cy="8150"/>
            </a:xfrm>
            <a:custGeom>
              <a:avLst/>
              <a:gdLst/>
              <a:ahLst/>
              <a:cxnLst/>
              <a:rect l="l" t="t" r="r" b="b"/>
              <a:pathLst>
                <a:path w="2198" h="326" extrusionOk="0">
                  <a:moveTo>
                    <a:pt x="1" y="0"/>
                  </a:moveTo>
                  <a:lnTo>
                    <a:pt x="1" y="326"/>
                  </a:lnTo>
                  <a:lnTo>
                    <a:pt x="2198" y="326"/>
                  </a:lnTo>
                  <a:lnTo>
                    <a:pt x="21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46"/>
            <p:cNvSpPr/>
            <p:nvPr/>
          </p:nvSpPr>
          <p:spPr>
            <a:xfrm>
              <a:off x="-4213075" y="3094375"/>
              <a:ext cx="54275" cy="7475"/>
            </a:xfrm>
            <a:custGeom>
              <a:avLst/>
              <a:gdLst/>
              <a:ahLst/>
              <a:cxnLst/>
              <a:rect l="l" t="t" r="r" b="b"/>
              <a:pathLst>
                <a:path w="2171" h="299" extrusionOk="0">
                  <a:moveTo>
                    <a:pt x="1" y="0"/>
                  </a:moveTo>
                  <a:lnTo>
                    <a:pt x="1" y="298"/>
                  </a:lnTo>
                  <a:lnTo>
                    <a:pt x="2171" y="298"/>
                  </a:lnTo>
                  <a:lnTo>
                    <a:pt x="21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6"/>
            <p:cNvSpPr/>
            <p:nvPr/>
          </p:nvSpPr>
          <p:spPr>
            <a:xfrm>
              <a:off x="-4317500" y="3120125"/>
              <a:ext cx="54950" cy="8175"/>
            </a:xfrm>
            <a:custGeom>
              <a:avLst/>
              <a:gdLst/>
              <a:ahLst/>
              <a:cxnLst/>
              <a:rect l="l" t="t" r="r" b="b"/>
              <a:pathLst>
                <a:path w="2198" h="327" extrusionOk="0">
                  <a:moveTo>
                    <a:pt x="1" y="1"/>
                  </a:moveTo>
                  <a:lnTo>
                    <a:pt x="1" y="326"/>
                  </a:lnTo>
                  <a:lnTo>
                    <a:pt x="2198" y="326"/>
                  </a:lnTo>
                  <a:lnTo>
                    <a:pt x="21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6"/>
            <p:cNvSpPr/>
            <p:nvPr/>
          </p:nvSpPr>
          <p:spPr>
            <a:xfrm>
              <a:off x="-4681625" y="3056400"/>
              <a:ext cx="187850" cy="160525"/>
            </a:xfrm>
            <a:custGeom>
              <a:avLst/>
              <a:gdLst/>
              <a:ahLst/>
              <a:cxnLst/>
              <a:rect l="l" t="t" r="r" b="b"/>
              <a:pathLst>
                <a:path w="7514" h="6421" extrusionOk="0">
                  <a:moveTo>
                    <a:pt x="3228" y="0"/>
                  </a:moveTo>
                  <a:cubicBezTo>
                    <a:pt x="1438" y="0"/>
                    <a:pt x="0" y="1438"/>
                    <a:pt x="0" y="3201"/>
                  </a:cubicBezTo>
                  <a:cubicBezTo>
                    <a:pt x="0" y="5146"/>
                    <a:pt x="1589" y="6420"/>
                    <a:pt x="3238" y="6420"/>
                  </a:cubicBezTo>
                  <a:cubicBezTo>
                    <a:pt x="4027" y="6420"/>
                    <a:pt x="4830" y="6129"/>
                    <a:pt x="5479" y="5479"/>
                  </a:cubicBezTo>
                  <a:cubicBezTo>
                    <a:pt x="7513" y="3445"/>
                    <a:pt x="6076" y="0"/>
                    <a:pt x="32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6"/>
            <p:cNvSpPr/>
            <p:nvPr/>
          </p:nvSpPr>
          <p:spPr>
            <a:xfrm>
              <a:off x="-4672825" y="3064525"/>
              <a:ext cx="168200" cy="144100"/>
            </a:xfrm>
            <a:custGeom>
              <a:avLst/>
              <a:gdLst/>
              <a:ahLst/>
              <a:cxnLst/>
              <a:rect l="l" t="t" r="r" b="b"/>
              <a:pathLst>
                <a:path w="6728" h="5764" extrusionOk="0">
                  <a:moveTo>
                    <a:pt x="2876" y="1"/>
                  </a:moveTo>
                  <a:cubicBezTo>
                    <a:pt x="1276" y="1"/>
                    <a:pt x="1" y="1303"/>
                    <a:pt x="1" y="2876"/>
                  </a:cubicBezTo>
                  <a:cubicBezTo>
                    <a:pt x="1" y="4617"/>
                    <a:pt x="1413" y="5764"/>
                    <a:pt x="2889" y="5764"/>
                  </a:cubicBezTo>
                  <a:cubicBezTo>
                    <a:pt x="3597" y="5764"/>
                    <a:pt x="4321" y="5499"/>
                    <a:pt x="4910" y="4910"/>
                  </a:cubicBezTo>
                  <a:cubicBezTo>
                    <a:pt x="6727" y="3093"/>
                    <a:pt x="5426" y="1"/>
                    <a:pt x="28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6"/>
            <p:cNvSpPr/>
            <p:nvPr/>
          </p:nvSpPr>
          <p:spPr>
            <a:xfrm>
              <a:off x="-4659250" y="3078775"/>
              <a:ext cx="135650" cy="116050"/>
            </a:xfrm>
            <a:custGeom>
              <a:avLst/>
              <a:gdLst/>
              <a:ahLst/>
              <a:cxnLst/>
              <a:rect l="l" t="t" r="r" b="b"/>
              <a:pathLst>
                <a:path w="5426" h="4642" extrusionOk="0">
                  <a:moveTo>
                    <a:pt x="2333" y="0"/>
                  </a:moveTo>
                  <a:cubicBezTo>
                    <a:pt x="1031" y="0"/>
                    <a:pt x="0" y="1031"/>
                    <a:pt x="0" y="2306"/>
                  </a:cubicBezTo>
                  <a:cubicBezTo>
                    <a:pt x="0" y="3705"/>
                    <a:pt x="1149" y="4641"/>
                    <a:pt x="2346" y="4641"/>
                  </a:cubicBezTo>
                  <a:cubicBezTo>
                    <a:pt x="2912" y="4641"/>
                    <a:pt x="3490" y="4431"/>
                    <a:pt x="3960" y="3960"/>
                  </a:cubicBezTo>
                  <a:cubicBezTo>
                    <a:pt x="5425" y="2496"/>
                    <a:pt x="4394" y="0"/>
                    <a:pt x="23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46"/>
            <p:cNvSpPr/>
            <p:nvPr/>
          </p:nvSpPr>
          <p:spPr>
            <a:xfrm>
              <a:off x="-4648400" y="3107925"/>
              <a:ext cx="94950" cy="57675"/>
            </a:xfrm>
            <a:custGeom>
              <a:avLst/>
              <a:gdLst/>
              <a:ahLst/>
              <a:cxnLst/>
              <a:rect l="l" t="t" r="r" b="b"/>
              <a:pathLst>
                <a:path w="3798" h="2307" extrusionOk="0">
                  <a:moveTo>
                    <a:pt x="1899" y="1"/>
                  </a:moveTo>
                  <a:cubicBezTo>
                    <a:pt x="841" y="1"/>
                    <a:pt x="0" y="787"/>
                    <a:pt x="0" y="1140"/>
                  </a:cubicBezTo>
                  <a:cubicBezTo>
                    <a:pt x="0" y="1628"/>
                    <a:pt x="841" y="2306"/>
                    <a:pt x="1899" y="2306"/>
                  </a:cubicBezTo>
                  <a:cubicBezTo>
                    <a:pt x="2930" y="2306"/>
                    <a:pt x="3798" y="1574"/>
                    <a:pt x="3798" y="1167"/>
                  </a:cubicBezTo>
                  <a:cubicBezTo>
                    <a:pt x="3798" y="733"/>
                    <a:pt x="2930" y="1"/>
                    <a:pt x="18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46"/>
            <p:cNvSpPr/>
            <p:nvPr/>
          </p:nvSpPr>
          <p:spPr>
            <a:xfrm>
              <a:off x="-4626025" y="3113350"/>
              <a:ext cx="49525" cy="46125"/>
            </a:xfrm>
            <a:custGeom>
              <a:avLst/>
              <a:gdLst/>
              <a:ahLst/>
              <a:cxnLst/>
              <a:rect l="l" t="t" r="r" b="b"/>
              <a:pathLst>
                <a:path w="1981" h="1845" extrusionOk="0">
                  <a:moveTo>
                    <a:pt x="0" y="1"/>
                  </a:moveTo>
                  <a:lnTo>
                    <a:pt x="0" y="1845"/>
                  </a:lnTo>
                  <a:lnTo>
                    <a:pt x="1980" y="1845"/>
                  </a:lnTo>
                  <a:lnTo>
                    <a:pt x="19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46"/>
            <p:cNvSpPr/>
            <p:nvPr/>
          </p:nvSpPr>
          <p:spPr>
            <a:xfrm>
              <a:off x="-4619250" y="3118725"/>
              <a:ext cx="42075" cy="36000"/>
            </a:xfrm>
            <a:custGeom>
              <a:avLst/>
              <a:gdLst/>
              <a:ahLst/>
              <a:cxnLst/>
              <a:rect l="l" t="t" r="r" b="b"/>
              <a:pathLst>
                <a:path w="1683" h="1440" extrusionOk="0">
                  <a:moveTo>
                    <a:pt x="686" y="1"/>
                  </a:moveTo>
                  <a:cubicBezTo>
                    <a:pt x="301" y="1"/>
                    <a:pt x="1" y="317"/>
                    <a:pt x="1" y="708"/>
                  </a:cubicBezTo>
                  <a:cubicBezTo>
                    <a:pt x="1" y="1148"/>
                    <a:pt x="360" y="1439"/>
                    <a:pt x="727" y="1439"/>
                  </a:cubicBezTo>
                  <a:cubicBezTo>
                    <a:pt x="903" y="1439"/>
                    <a:pt x="1081" y="1372"/>
                    <a:pt x="1221" y="1223"/>
                  </a:cubicBezTo>
                  <a:cubicBezTo>
                    <a:pt x="1682" y="762"/>
                    <a:pt x="1357" y="3"/>
                    <a:pt x="733" y="3"/>
                  </a:cubicBezTo>
                  <a:cubicBezTo>
                    <a:pt x="717" y="1"/>
                    <a:pt x="701" y="1"/>
                    <a:pt x="6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6"/>
            <p:cNvSpPr/>
            <p:nvPr/>
          </p:nvSpPr>
          <p:spPr>
            <a:xfrm>
              <a:off x="-4613150" y="3129625"/>
              <a:ext cx="131575" cy="18325"/>
            </a:xfrm>
            <a:custGeom>
              <a:avLst/>
              <a:gdLst/>
              <a:ahLst/>
              <a:cxnLst/>
              <a:rect l="l" t="t" r="r" b="b"/>
              <a:pathLst>
                <a:path w="5263" h="733" extrusionOk="0">
                  <a:moveTo>
                    <a:pt x="462" y="1"/>
                  </a:moveTo>
                  <a:cubicBezTo>
                    <a:pt x="163" y="1"/>
                    <a:pt x="1" y="326"/>
                    <a:pt x="163" y="570"/>
                  </a:cubicBezTo>
                  <a:cubicBezTo>
                    <a:pt x="233" y="674"/>
                    <a:pt x="341" y="724"/>
                    <a:pt x="449" y="724"/>
                  </a:cubicBezTo>
                  <a:cubicBezTo>
                    <a:pt x="595" y="724"/>
                    <a:pt x="741" y="633"/>
                    <a:pt x="787" y="462"/>
                  </a:cubicBezTo>
                  <a:lnTo>
                    <a:pt x="4259" y="462"/>
                  </a:lnTo>
                  <a:lnTo>
                    <a:pt x="4259" y="733"/>
                  </a:lnTo>
                  <a:lnTo>
                    <a:pt x="5263" y="733"/>
                  </a:lnTo>
                  <a:lnTo>
                    <a:pt x="5263" y="1"/>
                  </a:lnTo>
                  <a:lnTo>
                    <a:pt x="4259" y="1"/>
                  </a:lnTo>
                  <a:lnTo>
                    <a:pt x="4259" y="245"/>
                  </a:lnTo>
                  <a:lnTo>
                    <a:pt x="787" y="245"/>
                  </a:lnTo>
                  <a:cubicBezTo>
                    <a:pt x="760" y="109"/>
                    <a:pt x="625" y="1"/>
                    <a:pt x="4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46"/>
            <p:cNvSpPr/>
            <p:nvPr/>
          </p:nvSpPr>
          <p:spPr>
            <a:xfrm>
              <a:off x="-4678250" y="3107250"/>
              <a:ext cx="54275" cy="8150"/>
            </a:xfrm>
            <a:custGeom>
              <a:avLst/>
              <a:gdLst/>
              <a:ahLst/>
              <a:cxnLst/>
              <a:rect l="l" t="t" r="r" b="b"/>
              <a:pathLst>
                <a:path w="2171" h="326" extrusionOk="0">
                  <a:moveTo>
                    <a:pt x="1" y="0"/>
                  </a:moveTo>
                  <a:lnTo>
                    <a:pt x="1" y="326"/>
                  </a:lnTo>
                  <a:lnTo>
                    <a:pt x="2171" y="326"/>
                  </a:lnTo>
                  <a:lnTo>
                    <a:pt x="21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46"/>
            <p:cNvSpPr/>
            <p:nvPr/>
          </p:nvSpPr>
          <p:spPr>
            <a:xfrm>
              <a:off x="-4678250" y="3120125"/>
              <a:ext cx="54275" cy="8175"/>
            </a:xfrm>
            <a:custGeom>
              <a:avLst/>
              <a:gdLst/>
              <a:ahLst/>
              <a:cxnLst/>
              <a:rect l="l" t="t" r="r" b="b"/>
              <a:pathLst>
                <a:path w="2171" h="327" extrusionOk="0">
                  <a:moveTo>
                    <a:pt x="1" y="1"/>
                  </a:moveTo>
                  <a:lnTo>
                    <a:pt x="1" y="326"/>
                  </a:lnTo>
                  <a:lnTo>
                    <a:pt x="2171" y="326"/>
                  </a:lnTo>
                  <a:lnTo>
                    <a:pt x="2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46"/>
            <p:cNvSpPr/>
            <p:nvPr/>
          </p:nvSpPr>
          <p:spPr>
            <a:xfrm>
              <a:off x="-4573825" y="3107250"/>
              <a:ext cx="54275" cy="8150"/>
            </a:xfrm>
            <a:custGeom>
              <a:avLst/>
              <a:gdLst/>
              <a:ahLst/>
              <a:cxnLst/>
              <a:rect l="l" t="t" r="r" b="b"/>
              <a:pathLst>
                <a:path w="2171" h="326" extrusionOk="0">
                  <a:moveTo>
                    <a:pt x="1" y="0"/>
                  </a:moveTo>
                  <a:lnTo>
                    <a:pt x="1" y="326"/>
                  </a:lnTo>
                  <a:lnTo>
                    <a:pt x="2171" y="326"/>
                  </a:lnTo>
                  <a:lnTo>
                    <a:pt x="21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46"/>
            <p:cNvSpPr/>
            <p:nvPr/>
          </p:nvSpPr>
          <p:spPr>
            <a:xfrm>
              <a:off x="-4678250" y="3094375"/>
              <a:ext cx="54275" cy="7475"/>
            </a:xfrm>
            <a:custGeom>
              <a:avLst/>
              <a:gdLst/>
              <a:ahLst/>
              <a:cxnLst/>
              <a:rect l="l" t="t" r="r" b="b"/>
              <a:pathLst>
                <a:path w="2171" h="299" extrusionOk="0">
                  <a:moveTo>
                    <a:pt x="1" y="0"/>
                  </a:moveTo>
                  <a:lnTo>
                    <a:pt x="1" y="298"/>
                  </a:lnTo>
                  <a:lnTo>
                    <a:pt x="2171" y="298"/>
                  </a:lnTo>
                  <a:lnTo>
                    <a:pt x="21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46"/>
            <p:cNvSpPr/>
            <p:nvPr/>
          </p:nvSpPr>
          <p:spPr>
            <a:xfrm>
              <a:off x="-4573825" y="3120125"/>
              <a:ext cx="54275" cy="8175"/>
            </a:xfrm>
            <a:custGeom>
              <a:avLst/>
              <a:gdLst/>
              <a:ahLst/>
              <a:cxnLst/>
              <a:rect l="l" t="t" r="r" b="b"/>
              <a:pathLst>
                <a:path w="2171" h="327" extrusionOk="0">
                  <a:moveTo>
                    <a:pt x="1" y="1"/>
                  </a:moveTo>
                  <a:lnTo>
                    <a:pt x="1" y="326"/>
                  </a:lnTo>
                  <a:lnTo>
                    <a:pt x="2171" y="326"/>
                  </a:lnTo>
                  <a:lnTo>
                    <a:pt x="2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46"/>
            <p:cNvSpPr/>
            <p:nvPr/>
          </p:nvSpPr>
          <p:spPr>
            <a:xfrm>
              <a:off x="-4430050" y="3098425"/>
              <a:ext cx="21025" cy="42750"/>
            </a:xfrm>
            <a:custGeom>
              <a:avLst/>
              <a:gdLst/>
              <a:ahLst/>
              <a:cxnLst/>
              <a:rect l="l" t="t" r="r" b="b"/>
              <a:pathLst>
                <a:path w="841" h="1710" extrusionOk="0">
                  <a:moveTo>
                    <a:pt x="0" y="1"/>
                  </a:moveTo>
                  <a:lnTo>
                    <a:pt x="0" y="1710"/>
                  </a:lnTo>
                  <a:lnTo>
                    <a:pt x="841" y="1710"/>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46"/>
            <p:cNvSpPr/>
            <p:nvPr/>
          </p:nvSpPr>
          <p:spPr>
            <a:xfrm>
              <a:off x="-4394125" y="3098425"/>
              <a:ext cx="7500" cy="21725"/>
            </a:xfrm>
            <a:custGeom>
              <a:avLst/>
              <a:gdLst/>
              <a:ahLst/>
              <a:cxnLst/>
              <a:rect l="l" t="t" r="r" b="b"/>
              <a:pathLst>
                <a:path w="300" h="869" extrusionOk="0">
                  <a:moveTo>
                    <a:pt x="1" y="1"/>
                  </a:moveTo>
                  <a:lnTo>
                    <a:pt x="1" y="869"/>
                  </a:lnTo>
                  <a:lnTo>
                    <a:pt x="299" y="869"/>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46"/>
            <p:cNvSpPr/>
            <p:nvPr/>
          </p:nvSpPr>
          <p:spPr>
            <a:xfrm>
              <a:off x="-4452425" y="3098425"/>
              <a:ext cx="7475" cy="21725"/>
            </a:xfrm>
            <a:custGeom>
              <a:avLst/>
              <a:gdLst/>
              <a:ahLst/>
              <a:cxnLst/>
              <a:rect l="l" t="t" r="r" b="b"/>
              <a:pathLst>
                <a:path w="299" h="869" extrusionOk="0">
                  <a:moveTo>
                    <a:pt x="0" y="1"/>
                  </a:moveTo>
                  <a:lnTo>
                    <a:pt x="0" y="869"/>
                  </a:lnTo>
                  <a:lnTo>
                    <a:pt x="298" y="869"/>
                  </a:lnTo>
                  <a:lnTo>
                    <a:pt x="2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46"/>
            <p:cNvSpPr/>
            <p:nvPr/>
          </p:nvSpPr>
          <p:spPr>
            <a:xfrm>
              <a:off x="-4442950" y="3141150"/>
              <a:ext cx="46150" cy="12225"/>
            </a:xfrm>
            <a:custGeom>
              <a:avLst/>
              <a:gdLst/>
              <a:ahLst/>
              <a:cxnLst/>
              <a:rect l="l" t="t" r="r" b="b"/>
              <a:pathLst>
                <a:path w="1846" h="489" extrusionOk="0">
                  <a:moveTo>
                    <a:pt x="1" y="1"/>
                  </a:moveTo>
                  <a:lnTo>
                    <a:pt x="1" y="489"/>
                  </a:lnTo>
                  <a:lnTo>
                    <a:pt x="1845" y="489"/>
                  </a:lnTo>
                  <a:lnTo>
                    <a:pt x="1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46"/>
            <p:cNvSpPr/>
            <p:nvPr/>
          </p:nvSpPr>
          <p:spPr>
            <a:xfrm>
              <a:off x="-4533125" y="3078775"/>
              <a:ext cx="227175" cy="50875"/>
            </a:xfrm>
            <a:custGeom>
              <a:avLst/>
              <a:gdLst/>
              <a:ahLst/>
              <a:cxnLst/>
              <a:rect l="l" t="t" r="r" b="b"/>
              <a:pathLst>
                <a:path w="9087" h="2035" extrusionOk="0">
                  <a:moveTo>
                    <a:pt x="516" y="0"/>
                  </a:moveTo>
                  <a:lnTo>
                    <a:pt x="0" y="543"/>
                  </a:lnTo>
                  <a:lnTo>
                    <a:pt x="1519" y="1953"/>
                  </a:lnTo>
                  <a:lnTo>
                    <a:pt x="1519" y="2035"/>
                  </a:lnTo>
                  <a:lnTo>
                    <a:pt x="7514" y="2035"/>
                  </a:lnTo>
                  <a:lnTo>
                    <a:pt x="7514" y="1980"/>
                  </a:lnTo>
                  <a:lnTo>
                    <a:pt x="9087" y="543"/>
                  </a:lnTo>
                  <a:lnTo>
                    <a:pt x="8571" y="0"/>
                  </a:lnTo>
                  <a:lnTo>
                    <a:pt x="6998" y="1465"/>
                  </a:lnTo>
                  <a:lnTo>
                    <a:pt x="2089" y="1465"/>
                  </a:lnTo>
                  <a:lnTo>
                    <a:pt x="5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46"/>
            <p:cNvSpPr/>
            <p:nvPr/>
          </p:nvSpPr>
          <p:spPr>
            <a:xfrm>
              <a:off x="-4573825" y="3094375"/>
              <a:ext cx="54275" cy="7475"/>
            </a:xfrm>
            <a:custGeom>
              <a:avLst/>
              <a:gdLst/>
              <a:ahLst/>
              <a:cxnLst/>
              <a:rect l="l" t="t" r="r" b="b"/>
              <a:pathLst>
                <a:path w="2171" h="299" extrusionOk="0">
                  <a:moveTo>
                    <a:pt x="1" y="0"/>
                  </a:moveTo>
                  <a:lnTo>
                    <a:pt x="1" y="298"/>
                  </a:lnTo>
                  <a:lnTo>
                    <a:pt x="2171" y="298"/>
                  </a:lnTo>
                  <a:lnTo>
                    <a:pt x="21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46"/>
            <p:cNvSpPr/>
            <p:nvPr/>
          </p:nvSpPr>
          <p:spPr>
            <a:xfrm>
              <a:off x="-4317500" y="3094375"/>
              <a:ext cx="54950" cy="7475"/>
            </a:xfrm>
            <a:custGeom>
              <a:avLst/>
              <a:gdLst/>
              <a:ahLst/>
              <a:cxnLst/>
              <a:rect l="l" t="t" r="r" b="b"/>
              <a:pathLst>
                <a:path w="2198" h="299" extrusionOk="0">
                  <a:moveTo>
                    <a:pt x="1" y="0"/>
                  </a:moveTo>
                  <a:lnTo>
                    <a:pt x="1" y="298"/>
                  </a:lnTo>
                  <a:lnTo>
                    <a:pt x="2198" y="298"/>
                  </a:lnTo>
                  <a:lnTo>
                    <a:pt x="21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46"/>
            <p:cNvSpPr/>
            <p:nvPr/>
          </p:nvSpPr>
          <p:spPr>
            <a:xfrm>
              <a:off x="-3098950" y="3085550"/>
              <a:ext cx="227175" cy="50875"/>
            </a:xfrm>
            <a:custGeom>
              <a:avLst/>
              <a:gdLst/>
              <a:ahLst/>
              <a:cxnLst/>
              <a:rect l="l" t="t" r="r" b="b"/>
              <a:pathLst>
                <a:path w="9087" h="2035" extrusionOk="0">
                  <a:moveTo>
                    <a:pt x="516" y="0"/>
                  </a:moveTo>
                  <a:lnTo>
                    <a:pt x="0" y="543"/>
                  </a:lnTo>
                  <a:lnTo>
                    <a:pt x="1519" y="1953"/>
                  </a:lnTo>
                  <a:lnTo>
                    <a:pt x="1519" y="2035"/>
                  </a:lnTo>
                  <a:lnTo>
                    <a:pt x="7541" y="2035"/>
                  </a:lnTo>
                  <a:lnTo>
                    <a:pt x="7541" y="2008"/>
                  </a:lnTo>
                  <a:lnTo>
                    <a:pt x="9087" y="543"/>
                  </a:lnTo>
                  <a:lnTo>
                    <a:pt x="8571" y="0"/>
                  </a:lnTo>
                  <a:lnTo>
                    <a:pt x="6998" y="651"/>
                  </a:lnTo>
                  <a:lnTo>
                    <a:pt x="2089" y="651"/>
                  </a:lnTo>
                  <a:lnTo>
                    <a:pt x="5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6"/>
            <p:cNvSpPr/>
            <p:nvPr/>
          </p:nvSpPr>
          <p:spPr>
            <a:xfrm>
              <a:off x="-2905700" y="3056400"/>
              <a:ext cx="187850" cy="160525"/>
            </a:xfrm>
            <a:custGeom>
              <a:avLst/>
              <a:gdLst/>
              <a:ahLst/>
              <a:cxnLst/>
              <a:rect l="l" t="t" r="r" b="b"/>
              <a:pathLst>
                <a:path w="7514" h="6421" extrusionOk="0">
                  <a:moveTo>
                    <a:pt x="4286" y="0"/>
                  </a:moveTo>
                  <a:cubicBezTo>
                    <a:pt x="1438" y="0"/>
                    <a:pt x="1" y="3445"/>
                    <a:pt x="2035" y="5479"/>
                  </a:cubicBezTo>
                  <a:cubicBezTo>
                    <a:pt x="2684" y="6129"/>
                    <a:pt x="3487" y="6420"/>
                    <a:pt x="4276" y="6420"/>
                  </a:cubicBezTo>
                  <a:cubicBezTo>
                    <a:pt x="5925" y="6420"/>
                    <a:pt x="7514" y="5146"/>
                    <a:pt x="7514" y="3201"/>
                  </a:cubicBezTo>
                  <a:cubicBezTo>
                    <a:pt x="7514" y="1438"/>
                    <a:pt x="6076" y="0"/>
                    <a:pt x="4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6"/>
            <p:cNvSpPr/>
            <p:nvPr/>
          </p:nvSpPr>
          <p:spPr>
            <a:xfrm>
              <a:off x="-2894850" y="3064525"/>
              <a:ext cx="168875" cy="144100"/>
            </a:xfrm>
            <a:custGeom>
              <a:avLst/>
              <a:gdLst/>
              <a:ahLst/>
              <a:cxnLst/>
              <a:rect l="l" t="t" r="r" b="b"/>
              <a:pathLst>
                <a:path w="6755" h="5764" extrusionOk="0">
                  <a:moveTo>
                    <a:pt x="3852" y="1"/>
                  </a:moveTo>
                  <a:cubicBezTo>
                    <a:pt x="1303" y="1"/>
                    <a:pt x="1" y="3093"/>
                    <a:pt x="1818" y="4910"/>
                  </a:cubicBezTo>
                  <a:cubicBezTo>
                    <a:pt x="2407" y="5499"/>
                    <a:pt x="3134" y="5764"/>
                    <a:pt x="3846" y="5764"/>
                  </a:cubicBezTo>
                  <a:cubicBezTo>
                    <a:pt x="5330" y="5764"/>
                    <a:pt x="6754" y="4617"/>
                    <a:pt x="6754" y="2876"/>
                  </a:cubicBezTo>
                  <a:cubicBezTo>
                    <a:pt x="6754" y="1303"/>
                    <a:pt x="5452" y="1"/>
                    <a:pt x="38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46"/>
            <p:cNvSpPr/>
            <p:nvPr/>
          </p:nvSpPr>
          <p:spPr>
            <a:xfrm>
              <a:off x="-2875850" y="3078775"/>
              <a:ext cx="135625" cy="116050"/>
            </a:xfrm>
            <a:custGeom>
              <a:avLst/>
              <a:gdLst/>
              <a:ahLst/>
              <a:cxnLst/>
              <a:rect l="l" t="t" r="r" b="b"/>
              <a:pathLst>
                <a:path w="5425" h="4642" extrusionOk="0">
                  <a:moveTo>
                    <a:pt x="3092" y="0"/>
                  </a:moveTo>
                  <a:cubicBezTo>
                    <a:pt x="1031" y="0"/>
                    <a:pt x="0" y="2496"/>
                    <a:pt x="1465" y="3960"/>
                  </a:cubicBezTo>
                  <a:cubicBezTo>
                    <a:pt x="1936" y="4431"/>
                    <a:pt x="2513" y="4641"/>
                    <a:pt x="3079" y="4641"/>
                  </a:cubicBezTo>
                  <a:cubicBezTo>
                    <a:pt x="4276" y="4641"/>
                    <a:pt x="5425" y="3705"/>
                    <a:pt x="5425" y="2306"/>
                  </a:cubicBezTo>
                  <a:cubicBezTo>
                    <a:pt x="5425" y="1031"/>
                    <a:pt x="4394" y="0"/>
                    <a:pt x="30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46"/>
            <p:cNvSpPr/>
            <p:nvPr/>
          </p:nvSpPr>
          <p:spPr>
            <a:xfrm>
              <a:off x="-2846025" y="3107925"/>
              <a:ext cx="95625" cy="57675"/>
            </a:xfrm>
            <a:custGeom>
              <a:avLst/>
              <a:gdLst/>
              <a:ahLst/>
              <a:cxnLst/>
              <a:rect l="l" t="t" r="r" b="b"/>
              <a:pathLst>
                <a:path w="3825" h="2307" extrusionOk="0">
                  <a:moveTo>
                    <a:pt x="1899" y="1"/>
                  </a:moveTo>
                  <a:cubicBezTo>
                    <a:pt x="868" y="1"/>
                    <a:pt x="0" y="706"/>
                    <a:pt x="0" y="1140"/>
                  </a:cubicBezTo>
                  <a:cubicBezTo>
                    <a:pt x="0" y="1574"/>
                    <a:pt x="868" y="2306"/>
                    <a:pt x="1899" y="2306"/>
                  </a:cubicBezTo>
                  <a:cubicBezTo>
                    <a:pt x="2957" y="2306"/>
                    <a:pt x="3825" y="1628"/>
                    <a:pt x="3825" y="1140"/>
                  </a:cubicBezTo>
                  <a:cubicBezTo>
                    <a:pt x="3825" y="787"/>
                    <a:pt x="2957" y="1"/>
                    <a:pt x="18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46"/>
            <p:cNvSpPr/>
            <p:nvPr/>
          </p:nvSpPr>
          <p:spPr>
            <a:xfrm>
              <a:off x="-2822975" y="3113350"/>
              <a:ext cx="49525" cy="46125"/>
            </a:xfrm>
            <a:custGeom>
              <a:avLst/>
              <a:gdLst/>
              <a:ahLst/>
              <a:cxnLst/>
              <a:rect l="l" t="t" r="r" b="b"/>
              <a:pathLst>
                <a:path w="1981" h="1845" extrusionOk="0">
                  <a:moveTo>
                    <a:pt x="1" y="1"/>
                  </a:moveTo>
                  <a:lnTo>
                    <a:pt x="1" y="1845"/>
                  </a:lnTo>
                  <a:lnTo>
                    <a:pt x="1981" y="1845"/>
                  </a:lnTo>
                  <a:lnTo>
                    <a:pt x="19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46"/>
            <p:cNvSpPr/>
            <p:nvPr/>
          </p:nvSpPr>
          <p:spPr>
            <a:xfrm>
              <a:off x="-2822300" y="3118725"/>
              <a:ext cx="42075" cy="36000"/>
            </a:xfrm>
            <a:custGeom>
              <a:avLst/>
              <a:gdLst/>
              <a:ahLst/>
              <a:cxnLst/>
              <a:rect l="l" t="t" r="r" b="b"/>
              <a:pathLst>
                <a:path w="1683" h="1440" extrusionOk="0">
                  <a:moveTo>
                    <a:pt x="997" y="1"/>
                  </a:moveTo>
                  <a:cubicBezTo>
                    <a:pt x="982" y="1"/>
                    <a:pt x="966" y="1"/>
                    <a:pt x="950" y="3"/>
                  </a:cubicBezTo>
                  <a:cubicBezTo>
                    <a:pt x="326" y="3"/>
                    <a:pt x="1" y="762"/>
                    <a:pt x="462" y="1223"/>
                  </a:cubicBezTo>
                  <a:cubicBezTo>
                    <a:pt x="602" y="1372"/>
                    <a:pt x="780" y="1439"/>
                    <a:pt x="956" y="1439"/>
                  </a:cubicBezTo>
                  <a:cubicBezTo>
                    <a:pt x="1323" y="1439"/>
                    <a:pt x="1682" y="1148"/>
                    <a:pt x="1682" y="708"/>
                  </a:cubicBezTo>
                  <a:cubicBezTo>
                    <a:pt x="1682" y="317"/>
                    <a:pt x="1382" y="1"/>
                    <a:pt x="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46"/>
            <p:cNvSpPr/>
            <p:nvPr/>
          </p:nvSpPr>
          <p:spPr>
            <a:xfrm>
              <a:off x="-2917900" y="3129625"/>
              <a:ext cx="131575" cy="18325"/>
            </a:xfrm>
            <a:custGeom>
              <a:avLst/>
              <a:gdLst/>
              <a:ahLst/>
              <a:cxnLst/>
              <a:rect l="l" t="t" r="r" b="b"/>
              <a:pathLst>
                <a:path w="5263" h="733" extrusionOk="0">
                  <a:moveTo>
                    <a:pt x="0" y="1"/>
                  </a:moveTo>
                  <a:lnTo>
                    <a:pt x="0" y="733"/>
                  </a:lnTo>
                  <a:lnTo>
                    <a:pt x="1004" y="733"/>
                  </a:lnTo>
                  <a:lnTo>
                    <a:pt x="1004" y="462"/>
                  </a:lnTo>
                  <a:lnTo>
                    <a:pt x="4476" y="462"/>
                  </a:lnTo>
                  <a:cubicBezTo>
                    <a:pt x="4523" y="633"/>
                    <a:pt x="4668" y="724"/>
                    <a:pt x="4814" y="724"/>
                  </a:cubicBezTo>
                  <a:cubicBezTo>
                    <a:pt x="4922" y="724"/>
                    <a:pt x="5030" y="674"/>
                    <a:pt x="5100" y="570"/>
                  </a:cubicBezTo>
                  <a:cubicBezTo>
                    <a:pt x="5262" y="326"/>
                    <a:pt x="5100" y="1"/>
                    <a:pt x="4801" y="1"/>
                  </a:cubicBezTo>
                  <a:cubicBezTo>
                    <a:pt x="4639" y="1"/>
                    <a:pt x="4503" y="109"/>
                    <a:pt x="4476" y="245"/>
                  </a:cubicBezTo>
                  <a:lnTo>
                    <a:pt x="1004" y="245"/>
                  </a:lnTo>
                  <a:lnTo>
                    <a:pt x="10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46"/>
            <p:cNvSpPr/>
            <p:nvPr/>
          </p:nvSpPr>
          <p:spPr>
            <a:xfrm>
              <a:off x="-2775500" y="3107250"/>
              <a:ext cx="54275" cy="8150"/>
            </a:xfrm>
            <a:custGeom>
              <a:avLst/>
              <a:gdLst/>
              <a:ahLst/>
              <a:cxnLst/>
              <a:rect l="l" t="t" r="r" b="b"/>
              <a:pathLst>
                <a:path w="2171" h="326" extrusionOk="0">
                  <a:moveTo>
                    <a:pt x="0" y="0"/>
                  </a:moveTo>
                  <a:lnTo>
                    <a:pt x="0" y="326"/>
                  </a:lnTo>
                  <a:lnTo>
                    <a:pt x="2170" y="326"/>
                  </a:lnTo>
                  <a:lnTo>
                    <a:pt x="21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46"/>
            <p:cNvSpPr/>
            <p:nvPr/>
          </p:nvSpPr>
          <p:spPr>
            <a:xfrm>
              <a:off x="-2775500" y="3120125"/>
              <a:ext cx="54275" cy="8175"/>
            </a:xfrm>
            <a:custGeom>
              <a:avLst/>
              <a:gdLst/>
              <a:ahLst/>
              <a:cxnLst/>
              <a:rect l="l" t="t" r="r" b="b"/>
              <a:pathLst>
                <a:path w="2171" h="327" extrusionOk="0">
                  <a:moveTo>
                    <a:pt x="0" y="1"/>
                  </a:moveTo>
                  <a:lnTo>
                    <a:pt x="0" y="326"/>
                  </a:lnTo>
                  <a:lnTo>
                    <a:pt x="2170" y="326"/>
                  </a:lnTo>
                  <a:lnTo>
                    <a:pt x="2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46"/>
            <p:cNvSpPr/>
            <p:nvPr/>
          </p:nvSpPr>
          <p:spPr>
            <a:xfrm>
              <a:off x="-2879925" y="3107250"/>
              <a:ext cx="54275" cy="8150"/>
            </a:xfrm>
            <a:custGeom>
              <a:avLst/>
              <a:gdLst/>
              <a:ahLst/>
              <a:cxnLst/>
              <a:rect l="l" t="t" r="r" b="b"/>
              <a:pathLst>
                <a:path w="2171" h="326" extrusionOk="0">
                  <a:moveTo>
                    <a:pt x="0" y="0"/>
                  </a:moveTo>
                  <a:lnTo>
                    <a:pt x="0" y="326"/>
                  </a:lnTo>
                  <a:lnTo>
                    <a:pt x="2170" y="326"/>
                  </a:lnTo>
                  <a:lnTo>
                    <a:pt x="21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46"/>
            <p:cNvSpPr/>
            <p:nvPr/>
          </p:nvSpPr>
          <p:spPr>
            <a:xfrm>
              <a:off x="-2775500" y="3094375"/>
              <a:ext cx="54275" cy="7475"/>
            </a:xfrm>
            <a:custGeom>
              <a:avLst/>
              <a:gdLst/>
              <a:ahLst/>
              <a:cxnLst/>
              <a:rect l="l" t="t" r="r" b="b"/>
              <a:pathLst>
                <a:path w="2171" h="299" extrusionOk="0">
                  <a:moveTo>
                    <a:pt x="0" y="0"/>
                  </a:moveTo>
                  <a:lnTo>
                    <a:pt x="0" y="298"/>
                  </a:lnTo>
                  <a:lnTo>
                    <a:pt x="2170" y="298"/>
                  </a:lnTo>
                  <a:lnTo>
                    <a:pt x="21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46"/>
            <p:cNvSpPr/>
            <p:nvPr/>
          </p:nvSpPr>
          <p:spPr>
            <a:xfrm>
              <a:off x="-2879925" y="3120125"/>
              <a:ext cx="54275" cy="8175"/>
            </a:xfrm>
            <a:custGeom>
              <a:avLst/>
              <a:gdLst/>
              <a:ahLst/>
              <a:cxnLst/>
              <a:rect l="l" t="t" r="r" b="b"/>
              <a:pathLst>
                <a:path w="2171" h="327" extrusionOk="0">
                  <a:moveTo>
                    <a:pt x="0" y="1"/>
                  </a:moveTo>
                  <a:lnTo>
                    <a:pt x="0" y="326"/>
                  </a:lnTo>
                  <a:lnTo>
                    <a:pt x="2170" y="326"/>
                  </a:lnTo>
                  <a:lnTo>
                    <a:pt x="2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46"/>
            <p:cNvSpPr/>
            <p:nvPr/>
          </p:nvSpPr>
          <p:spPr>
            <a:xfrm>
              <a:off x="-3244075" y="3056400"/>
              <a:ext cx="187175" cy="160375"/>
            </a:xfrm>
            <a:custGeom>
              <a:avLst/>
              <a:gdLst/>
              <a:ahLst/>
              <a:cxnLst/>
              <a:rect l="l" t="t" r="r" b="b"/>
              <a:pathLst>
                <a:path w="7487" h="6415" extrusionOk="0">
                  <a:moveTo>
                    <a:pt x="3229" y="0"/>
                  </a:moveTo>
                  <a:cubicBezTo>
                    <a:pt x="1438" y="0"/>
                    <a:pt x="1" y="1438"/>
                    <a:pt x="1" y="3201"/>
                  </a:cubicBezTo>
                  <a:cubicBezTo>
                    <a:pt x="1" y="5132"/>
                    <a:pt x="1597" y="6414"/>
                    <a:pt x="3251" y="6414"/>
                  </a:cubicBezTo>
                  <a:cubicBezTo>
                    <a:pt x="4036" y="6414"/>
                    <a:pt x="4834" y="6125"/>
                    <a:pt x="5480" y="5479"/>
                  </a:cubicBezTo>
                  <a:cubicBezTo>
                    <a:pt x="7487" y="3445"/>
                    <a:pt x="6077" y="0"/>
                    <a:pt x="3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46"/>
            <p:cNvSpPr/>
            <p:nvPr/>
          </p:nvSpPr>
          <p:spPr>
            <a:xfrm>
              <a:off x="-3235925" y="3064525"/>
              <a:ext cx="168175" cy="144100"/>
            </a:xfrm>
            <a:custGeom>
              <a:avLst/>
              <a:gdLst/>
              <a:ahLst/>
              <a:cxnLst/>
              <a:rect l="l" t="t" r="r" b="b"/>
              <a:pathLst>
                <a:path w="6727" h="5764" extrusionOk="0">
                  <a:moveTo>
                    <a:pt x="2903" y="1"/>
                  </a:moveTo>
                  <a:cubicBezTo>
                    <a:pt x="1302" y="1"/>
                    <a:pt x="0" y="1303"/>
                    <a:pt x="0" y="2876"/>
                  </a:cubicBezTo>
                  <a:cubicBezTo>
                    <a:pt x="0" y="4617"/>
                    <a:pt x="1424" y="5764"/>
                    <a:pt x="2909" y="5764"/>
                  </a:cubicBezTo>
                  <a:cubicBezTo>
                    <a:pt x="3621" y="5764"/>
                    <a:pt x="4347" y="5499"/>
                    <a:pt x="4937" y="4910"/>
                  </a:cubicBezTo>
                  <a:cubicBezTo>
                    <a:pt x="6727" y="3093"/>
                    <a:pt x="5452" y="1"/>
                    <a:pt x="2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46"/>
            <p:cNvSpPr/>
            <p:nvPr/>
          </p:nvSpPr>
          <p:spPr>
            <a:xfrm>
              <a:off x="-3221700" y="3078775"/>
              <a:ext cx="135650" cy="116050"/>
            </a:xfrm>
            <a:custGeom>
              <a:avLst/>
              <a:gdLst/>
              <a:ahLst/>
              <a:cxnLst/>
              <a:rect l="l" t="t" r="r" b="b"/>
              <a:pathLst>
                <a:path w="5426" h="4642" extrusionOk="0">
                  <a:moveTo>
                    <a:pt x="2334" y="0"/>
                  </a:moveTo>
                  <a:cubicBezTo>
                    <a:pt x="1032" y="0"/>
                    <a:pt x="1" y="1031"/>
                    <a:pt x="1" y="2306"/>
                  </a:cubicBezTo>
                  <a:cubicBezTo>
                    <a:pt x="1" y="3705"/>
                    <a:pt x="1150" y="4641"/>
                    <a:pt x="2346" y="4641"/>
                  </a:cubicBezTo>
                  <a:cubicBezTo>
                    <a:pt x="2913" y="4641"/>
                    <a:pt x="3490" y="4431"/>
                    <a:pt x="3961" y="3960"/>
                  </a:cubicBezTo>
                  <a:cubicBezTo>
                    <a:pt x="5426" y="2496"/>
                    <a:pt x="4395" y="0"/>
                    <a:pt x="23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46"/>
            <p:cNvSpPr/>
            <p:nvPr/>
          </p:nvSpPr>
          <p:spPr>
            <a:xfrm>
              <a:off x="-3210850" y="3107925"/>
              <a:ext cx="94975" cy="57675"/>
            </a:xfrm>
            <a:custGeom>
              <a:avLst/>
              <a:gdLst/>
              <a:ahLst/>
              <a:cxnLst/>
              <a:rect l="l" t="t" r="r" b="b"/>
              <a:pathLst>
                <a:path w="3799" h="2307" extrusionOk="0">
                  <a:moveTo>
                    <a:pt x="1900" y="1"/>
                  </a:moveTo>
                  <a:cubicBezTo>
                    <a:pt x="842" y="1"/>
                    <a:pt x="1" y="787"/>
                    <a:pt x="1" y="1140"/>
                  </a:cubicBezTo>
                  <a:cubicBezTo>
                    <a:pt x="1" y="1628"/>
                    <a:pt x="842" y="2306"/>
                    <a:pt x="1900" y="2306"/>
                  </a:cubicBezTo>
                  <a:cubicBezTo>
                    <a:pt x="2930" y="2306"/>
                    <a:pt x="3798" y="1574"/>
                    <a:pt x="3798" y="1140"/>
                  </a:cubicBezTo>
                  <a:cubicBezTo>
                    <a:pt x="3798" y="706"/>
                    <a:pt x="2930" y="1"/>
                    <a:pt x="19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46"/>
            <p:cNvSpPr/>
            <p:nvPr/>
          </p:nvSpPr>
          <p:spPr>
            <a:xfrm>
              <a:off x="-3188475" y="3113350"/>
              <a:ext cx="49525" cy="46125"/>
            </a:xfrm>
            <a:custGeom>
              <a:avLst/>
              <a:gdLst/>
              <a:ahLst/>
              <a:cxnLst/>
              <a:rect l="l" t="t" r="r" b="b"/>
              <a:pathLst>
                <a:path w="1981" h="1845" extrusionOk="0">
                  <a:moveTo>
                    <a:pt x="1" y="1"/>
                  </a:moveTo>
                  <a:lnTo>
                    <a:pt x="1" y="1845"/>
                  </a:lnTo>
                  <a:lnTo>
                    <a:pt x="1981" y="1845"/>
                  </a:lnTo>
                  <a:lnTo>
                    <a:pt x="19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46"/>
            <p:cNvSpPr/>
            <p:nvPr/>
          </p:nvSpPr>
          <p:spPr>
            <a:xfrm>
              <a:off x="-3181675" y="3118725"/>
              <a:ext cx="42050" cy="36000"/>
            </a:xfrm>
            <a:custGeom>
              <a:avLst/>
              <a:gdLst/>
              <a:ahLst/>
              <a:cxnLst/>
              <a:rect l="l" t="t" r="r" b="b"/>
              <a:pathLst>
                <a:path w="1682" h="1440" extrusionOk="0">
                  <a:moveTo>
                    <a:pt x="685" y="1"/>
                  </a:moveTo>
                  <a:cubicBezTo>
                    <a:pt x="301" y="1"/>
                    <a:pt x="0" y="317"/>
                    <a:pt x="0" y="708"/>
                  </a:cubicBezTo>
                  <a:cubicBezTo>
                    <a:pt x="0" y="1148"/>
                    <a:pt x="360" y="1439"/>
                    <a:pt x="727" y="1439"/>
                  </a:cubicBezTo>
                  <a:cubicBezTo>
                    <a:pt x="903" y="1439"/>
                    <a:pt x="1080" y="1372"/>
                    <a:pt x="1221" y="1223"/>
                  </a:cubicBezTo>
                  <a:cubicBezTo>
                    <a:pt x="1682" y="762"/>
                    <a:pt x="1356" y="3"/>
                    <a:pt x="733" y="3"/>
                  </a:cubicBezTo>
                  <a:cubicBezTo>
                    <a:pt x="717" y="1"/>
                    <a:pt x="701" y="1"/>
                    <a:pt x="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46"/>
            <p:cNvSpPr/>
            <p:nvPr/>
          </p:nvSpPr>
          <p:spPr>
            <a:xfrm>
              <a:off x="-3177200" y="3129550"/>
              <a:ext cx="133875" cy="18475"/>
            </a:xfrm>
            <a:custGeom>
              <a:avLst/>
              <a:gdLst/>
              <a:ahLst/>
              <a:cxnLst/>
              <a:rect l="l" t="t" r="r" b="b"/>
              <a:pathLst>
                <a:path w="5355" h="739" extrusionOk="0">
                  <a:moveTo>
                    <a:pt x="477" y="1"/>
                  </a:moveTo>
                  <a:cubicBezTo>
                    <a:pt x="0" y="1"/>
                    <a:pt x="0" y="738"/>
                    <a:pt x="477" y="738"/>
                  </a:cubicBezTo>
                  <a:cubicBezTo>
                    <a:pt x="493" y="738"/>
                    <a:pt x="509" y="738"/>
                    <a:pt x="526" y="736"/>
                  </a:cubicBezTo>
                  <a:cubicBezTo>
                    <a:pt x="689" y="736"/>
                    <a:pt x="825" y="627"/>
                    <a:pt x="852" y="465"/>
                  </a:cubicBezTo>
                  <a:lnTo>
                    <a:pt x="4324" y="465"/>
                  </a:lnTo>
                  <a:lnTo>
                    <a:pt x="4324" y="736"/>
                  </a:lnTo>
                  <a:lnTo>
                    <a:pt x="5354" y="736"/>
                  </a:lnTo>
                  <a:lnTo>
                    <a:pt x="5354" y="4"/>
                  </a:lnTo>
                  <a:lnTo>
                    <a:pt x="4324" y="4"/>
                  </a:lnTo>
                  <a:lnTo>
                    <a:pt x="4324" y="248"/>
                  </a:lnTo>
                  <a:lnTo>
                    <a:pt x="852" y="248"/>
                  </a:lnTo>
                  <a:cubicBezTo>
                    <a:pt x="825" y="112"/>
                    <a:pt x="689" y="4"/>
                    <a:pt x="526" y="4"/>
                  </a:cubicBezTo>
                  <a:cubicBezTo>
                    <a:pt x="509" y="2"/>
                    <a:pt x="493" y="1"/>
                    <a:pt x="4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46"/>
            <p:cNvSpPr/>
            <p:nvPr/>
          </p:nvSpPr>
          <p:spPr>
            <a:xfrm>
              <a:off x="-3240675" y="3107250"/>
              <a:ext cx="54275" cy="8150"/>
            </a:xfrm>
            <a:custGeom>
              <a:avLst/>
              <a:gdLst/>
              <a:ahLst/>
              <a:cxnLst/>
              <a:rect l="l" t="t" r="r" b="b"/>
              <a:pathLst>
                <a:path w="2171" h="326" extrusionOk="0">
                  <a:moveTo>
                    <a:pt x="0" y="0"/>
                  </a:moveTo>
                  <a:lnTo>
                    <a:pt x="0" y="326"/>
                  </a:lnTo>
                  <a:lnTo>
                    <a:pt x="2170" y="326"/>
                  </a:lnTo>
                  <a:lnTo>
                    <a:pt x="21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46"/>
            <p:cNvSpPr/>
            <p:nvPr/>
          </p:nvSpPr>
          <p:spPr>
            <a:xfrm>
              <a:off x="-3240675" y="3120125"/>
              <a:ext cx="54275" cy="8175"/>
            </a:xfrm>
            <a:custGeom>
              <a:avLst/>
              <a:gdLst/>
              <a:ahLst/>
              <a:cxnLst/>
              <a:rect l="l" t="t" r="r" b="b"/>
              <a:pathLst>
                <a:path w="2171" h="327" extrusionOk="0">
                  <a:moveTo>
                    <a:pt x="0" y="1"/>
                  </a:moveTo>
                  <a:lnTo>
                    <a:pt x="0" y="326"/>
                  </a:lnTo>
                  <a:lnTo>
                    <a:pt x="2170" y="326"/>
                  </a:lnTo>
                  <a:lnTo>
                    <a:pt x="2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46"/>
            <p:cNvSpPr/>
            <p:nvPr/>
          </p:nvSpPr>
          <p:spPr>
            <a:xfrm>
              <a:off x="-3136925" y="3107250"/>
              <a:ext cx="54950" cy="8150"/>
            </a:xfrm>
            <a:custGeom>
              <a:avLst/>
              <a:gdLst/>
              <a:ahLst/>
              <a:cxnLst/>
              <a:rect l="l" t="t" r="r" b="b"/>
              <a:pathLst>
                <a:path w="2198" h="326" extrusionOk="0">
                  <a:moveTo>
                    <a:pt x="0" y="0"/>
                  </a:moveTo>
                  <a:lnTo>
                    <a:pt x="0" y="326"/>
                  </a:lnTo>
                  <a:lnTo>
                    <a:pt x="2197" y="326"/>
                  </a:lnTo>
                  <a:lnTo>
                    <a:pt x="21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46"/>
            <p:cNvSpPr/>
            <p:nvPr/>
          </p:nvSpPr>
          <p:spPr>
            <a:xfrm>
              <a:off x="-3240675" y="3094375"/>
              <a:ext cx="54275" cy="7475"/>
            </a:xfrm>
            <a:custGeom>
              <a:avLst/>
              <a:gdLst/>
              <a:ahLst/>
              <a:cxnLst/>
              <a:rect l="l" t="t" r="r" b="b"/>
              <a:pathLst>
                <a:path w="2171" h="299" extrusionOk="0">
                  <a:moveTo>
                    <a:pt x="0" y="0"/>
                  </a:moveTo>
                  <a:lnTo>
                    <a:pt x="0" y="298"/>
                  </a:lnTo>
                  <a:lnTo>
                    <a:pt x="2170" y="298"/>
                  </a:lnTo>
                  <a:lnTo>
                    <a:pt x="21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46"/>
            <p:cNvSpPr/>
            <p:nvPr/>
          </p:nvSpPr>
          <p:spPr>
            <a:xfrm>
              <a:off x="-3136925" y="3120125"/>
              <a:ext cx="54950" cy="8175"/>
            </a:xfrm>
            <a:custGeom>
              <a:avLst/>
              <a:gdLst/>
              <a:ahLst/>
              <a:cxnLst/>
              <a:rect l="l" t="t" r="r" b="b"/>
              <a:pathLst>
                <a:path w="2198" h="327" extrusionOk="0">
                  <a:moveTo>
                    <a:pt x="0" y="1"/>
                  </a:moveTo>
                  <a:lnTo>
                    <a:pt x="0" y="326"/>
                  </a:lnTo>
                  <a:lnTo>
                    <a:pt x="2197" y="326"/>
                  </a:lnTo>
                  <a:lnTo>
                    <a:pt x="2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46"/>
            <p:cNvSpPr/>
            <p:nvPr/>
          </p:nvSpPr>
          <p:spPr>
            <a:xfrm>
              <a:off x="-2992500" y="3098425"/>
              <a:ext cx="21050" cy="42750"/>
            </a:xfrm>
            <a:custGeom>
              <a:avLst/>
              <a:gdLst/>
              <a:ahLst/>
              <a:cxnLst/>
              <a:rect l="l" t="t" r="r" b="b"/>
              <a:pathLst>
                <a:path w="842" h="1710" extrusionOk="0">
                  <a:moveTo>
                    <a:pt x="1" y="1"/>
                  </a:moveTo>
                  <a:lnTo>
                    <a:pt x="1" y="1710"/>
                  </a:lnTo>
                  <a:lnTo>
                    <a:pt x="842" y="1710"/>
                  </a:lnTo>
                  <a:lnTo>
                    <a:pt x="8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46"/>
            <p:cNvSpPr/>
            <p:nvPr/>
          </p:nvSpPr>
          <p:spPr>
            <a:xfrm>
              <a:off x="-2956550" y="3098425"/>
              <a:ext cx="6800" cy="21725"/>
            </a:xfrm>
            <a:custGeom>
              <a:avLst/>
              <a:gdLst/>
              <a:ahLst/>
              <a:cxnLst/>
              <a:rect l="l" t="t" r="r" b="b"/>
              <a:pathLst>
                <a:path w="272" h="869" extrusionOk="0">
                  <a:moveTo>
                    <a:pt x="0" y="1"/>
                  </a:moveTo>
                  <a:lnTo>
                    <a:pt x="0" y="869"/>
                  </a:lnTo>
                  <a:lnTo>
                    <a:pt x="272" y="869"/>
                  </a:lnTo>
                  <a:lnTo>
                    <a:pt x="2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46"/>
            <p:cNvSpPr/>
            <p:nvPr/>
          </p:nvSpPr>
          <p:spPr>
            <a:xfrm>
              <a:off x="-3014875" y="3098425"/>
              <a:ext cx="7475" cy="21725"/>
            </a:xfrm>
            <a:custGeom>
              <a:avLst/>
              <a:gdLst/>
              <a:ahLst/>
              <a:cxnLst/>
              <a:rect l="l" t="t" r="r" b="b"/>
              <a:pathLst>
                <a:path w="299" h="869" extrusionOk="0">
                  <a:moveTo>
                    <a:pt x="1" y="1"/>
                  </a:moveTo>
                  <a:lnTo>
                    <a:pt x="1" y="869"/>
                  </a:lnTo>
                  <a:lnTo>
                    <a:pt x="299" y="869"/>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46"/>
            <p:cNvSpPr/>
            <p:nvPr/>
          </p:nvSpPr>
          <p:spPr>
            <a:xfrm>
              <a:off x="-3005375" y="3141150"/>
              <a:ext cx="46125" cy="12225"/>
            </a:xfrm>
            <a:custGeom>
              <a:avLst/>
              <a:gdLst/>
              <a:ahLst/>
              <a:cxnLst/>
              <a:rect l="l" t="t" r="r" b="b"/>
              <a:pathLst>
                <a:path w="1845" h="489" extrusionOk="0">
                  <a:moveTo>
                    <a:pt x="0" y="1"/>
                  </a:moveTo>
                  <a:lnTo>
                    <a:pt x="0" y="489"/>
                  </a:lnTo>
                  <a:lnTo>
                    <a:pt x="1845" y="489"/>
                  </a:lnTo>
                  <a:lnTo>
                    <a:pt x="1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46"/>
            <p:cNvSpPr/>
            <p:nvPr/>
          </p:nvSpPr>
          <p:spPr>
            <a:xfrm>
              <a:off x="-3095575" y="3078775"/>
              <a:ext cx="227200" cy="50875"/>
            </a:xfrm>
            <a:custGeom>
              <a:avLst/>
              <a:gdLst/>
              <a:ahLst/>
              <a:cxnLst/>
              <a:rect l="l" t="t" r="r" b="b"/>
              <a:pathLst>
                <a:path w="9088" h="2035" extrusionOk="0">
                  <a:moveTo>
                    <a:pt x="516" y="0"/>
                  </a:moveTo>
                  <a:lnTo>
                    <a:pt x="1" y="543"/>
                  </a:lnTo>
                  <a:lnTo>
                    <a:pt x="1520" y="1953"/>
                  </a:lnTo>
                  <a:lnTo>
                    <a:pt x="1520" y="2035"/>
                  </a:lnTo>
                  <a:lnTo>
                    <a:pt x="7514" y="2035"/>
                  </a:lnTo>
                  <a:lnTo>
                    <a:pt x="7514" y="1980"/>
                  </a:lnTo>
                  <a:lnTo>
                    <a:pt x="9087" y="543"/>
                  </a:lnTo>
                  <a:lnTo>
                    <a:pt x="8572" y="0"/>
                  </a:lnTo>
                  <a:lnTo>
                    <a:pt x="6999" y="1465"/>
                  </a:lnTo>
                  <a:lnTo>
                    <a:pt x="2089" y="1465"/>
                  </a:lnTo>
                  <a:lnTo>
                    <a:pt x="5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46"/>
            <p:cNvSpPr/>
            <p:nvPr/>
          </p:nvSpPr>
          <p:spPr>
            <a:xfrm>
              <a:off x="-3136925" y="3094375"/>
              <a:ext cx="54950" cy="7475"/>
            </a:xfrm>
            <a:custGeom>
              <a:avLst/>
              <a:gdLst/>
              <a:ahLst/>
              <a:cxnLst/>
              <a:rect l="l" t="t" r="r" b="b"/>
              <a:pathLst>
                <a:path w="2198" h="299" extrusionOk="0">
                  <a:moveTo>
                    <a:pt x="0" y="0"/>
                  </a:moveTo>
                  <a:lnTo>
                    <a:pt x="0" y="298"/>
                  </a:lnTo>
                  <a:lnTo>
                    <a:pt x="2197" y="298"/>
                  </a:lnTo>
                  <a:lnTo>
                    <a:pt x="21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46"/>
            <p:cNvSpPr/>
            <p:nvPr/>
          </p:nvSpPr>
          <p:spPr>
            <a:xfrm>
              <a:off x="-2879925" y="3094375"/>
              <a:ext cx="54275" cy="7475"/>
            </a:xfrm>
            <a:custGeom>
              <a:avLst/>
              <a:gdLst/>
              <a:ahLst/>
              <a:cxnLst/>
              <a:rect l="l" t="t" r="r" b="b"/>
              <a:pathLst>
                <a:path w="2171" h="299" extrusionOk="0">
                  <a:moveTo>
                    <a:pt x="0" y="0"/>
                  </a:moveTo>
                  <a:lnTo>
                    <a:pt x="0" y="298"/>
                  </a:lnTo>
                  <a:lnTo>
                    <a:pt x="2170" y="298"/>
                  </a:lnTo>
                  <a:lnTo>
                    <a:pt x="21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46"/>
            <p:cNvSpPr/>
            <p:nvPr/>
          </p:nvSpPr>
          <p:spPr>
            <a:xfrm>
              <a:off x="-4802325" y="2588500"/>
              <a:ext cx="34600" cy="556075"/>
            </a:xfrm>
            <a:custGeom>
              <a:avLst/>
              <a:gdLst/>
              <a:ahLst/>
              <a:cxnLst/>
              <a:rect l="l" t="t" r="r" b="b"/>
              <a:pathLst>
                <a:path w="1384" h="22243" extrusionOk="0">
                  <a:moveTo>
                    <a:pt x="0" y="1"/>
                  </a:moveTo>
                  <a:lnTo>
                    <a:pt x="0" y="22242"/>
                  </a:lnTo>
                  <a:lnTo>
                    <a:pt x="1383" y="22242"/>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6" name="Google Shape;2836;p46"/>
          <p:cNvGrpSpPr/>
          <p:nvPr/>
        </p:nvGrpSpPr>
        <p:grpSpPr>
          <a:xfrm>
            <a:off x="1436590" y="3725795"/>
            <a:ext cx="2746808" cy="757386"/>
            <a:chOff x="-4853925" y="3273325"/>
            <a:chExt cx="4029350" cy="1111025"/>
          </a:xfrm>
        </p:grpSpPr>
        <p:sp>
          <p:nvSpPr>
            <p:cNvPr id="2837" name="Google Shape;2837;p46"/>
            <p:cNvSpPr/>
            <p:nvPr/>
          </p:nvSpPr>
          <p:spPr>
            <a:xfrm>
              <a:off x="-2524075" y="4150600"/>
              <a:ext cx="274025" cy="233750"/>
            </a:xfrm>
            <a:custGeom>
              <a:avLst/>
              <a:gdLst/>
              <a:ahLst/>
              <a:cxnLst/>
              <a:rect l="l" t="t" r="r" b="b"/>
              <a:pathLst>
                <a:path w="10961" h="9350" extrusionOk="0">
                  <a:moveTo>
                    <a:pt x="6232" y="1"/>
                  </a:moveTo>
                  <a:cubicBezTo>
                    <a:pt x="5071" y="1"/>
                    <a:pt x="3889" y="430"/>
                    <a:pt x="2935" y="1384"/>
                  </a:cubicBezTo>
                  <a:cubicBezTo>
                    <a:pt x="0" y="4318"/>
                    <a:pt x="2097" y="9349"/>
                    <a:pt x="6289" y="9349"/>
                  </a:cubicBezTo>
                  <a:cubicBezTo>
                    <a:pt x="8865" y="9349"/>
                    <a:pt x="10961" y="7253"/>
                    <a:pt x="10961" y="4678"/>
                  </a:cubicBezTo>
                  <a:cubicBezTo>
                    <a:pt x="10961" y="1848"/>
                    <a:pt x="8642" y="1"/>
                    <a:pt x="62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46"/>
            <p:cNvSpPr/>
            <p:nvPr/>
          </p:nvSpPr>
          <p:spPr>
            <a:xfrm>
              <a:off x="-2461200" y="4174700"/>
              <a:ext cx="218650" cy="186925"/>
            </a:xfrm>
            <a:custGeom>
              <a:avLst/>
              <a:gdLst/>
              <a:ahLst/>
              <a:cxnLst/>
              <a:rect l="l" t="t" r="r" b="b"/>
              <a:pathLst>
                <a:path w="8746" h="7477" extrusionOk="0">
                  <a:moveTo>
                    <a:pt x="3774" y="0"/>
                  </a:moveTo>
                  <a:cubicBezTo>
                    <a:pt x="1678" y="0"/>
                    <a:pt x="1" y="1677"/>
                    <a:pt x="1" y="3714"/>
                  </a:cubicBezTo>
                  <a:cubicBezTo>
                    <a:pt x="1" y="5977"/>
                    <a:pt x="1828" y="7477"/>
                    <a:pt x="3753" y="7477"/>
                  </a:cubicBezTo>
                  <a:cubicBezTo>
                    <a:pt x="4680" y="7477"/>
                    <a:pt x="5630" y="7128"/>
                    <a:pt x="6409" y="6349"/>
                  </a:cubicBezTo>
                  <a:cubicBezTo>
                    <a:pt x="8745" y="4013"/>
                    <a:pt x="7068" y="0"/>
                    <a:pt x="3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46"/>
            <p:cNvSpPr/>
            <p:nvPr/>
          </p:nvSpPr>
          <p:spPr>
            <a:xfrm>
              <a:off x="-2232100" y="4150600"/>
              <a:ext cx="274025" cy="233750"/>
            </a:xfrm>
            <a:custGeom>
              <a:avLst/>
              <a:gdLst/>
              <a:ahLst/>
              <a:cxnLst/>
              <a:rect l="l" t="t" r="r" b="b"/>
              <a:pathLst>
                <a:path w="10961" h="9350" extrusionOk="0">
                  <a:moveTo>
                    <a:pt x="6259" y="1"/>
                  </a:moveTo>
                  <a:cubicBezTo>
                    <a:pt x="5098" y="1"/>
                    <a:pt x="3909" y="430"/>
                    <a:pt x="2935" y="1384"/>
                  </a:cubicBezTo>
                  <a:cubicBezTo>
                    <a:pt x="1" y="4318"/>
                    <a:pt x="2097" y="9349"/>
                    <a:pt x="6289" y="9349"/>
                  </a:cubicBezTo>
                  <a:cubicBezTo>
                    <a:pt x="8865" y="9349"/>
                    <a:pt x="10961" y="7253"/>
                    <a:pt x="10961" y="4678"/>
                  </a:cubicBezTo>
                  <a:cubicBezTo>
                    <a:pt x="10961" y="1848"/>
                    <a:pt x="8669" y="1"/>
                    <a:pt x="62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6"/>
            <p:cNvSpPr/>
            <p:nvPr/>
          </p:nvSpPr>
          <p:spPr>
            <a:xfrm>
              <a:off x="-2169200" y="4174700"/>
              <a:ext cx="218625" cy="186925"/>
            </a:xfrm>
            <a:custGeom>
              <a:avLst/>
              <a:gdLst/>
              <a:ahLst/>
              <a:cxnLst/>
              <a:rect l="l" t="t" r="r" b="b"/>
              <a:pathLst>
                <a:path w="8745" h="7477" extrusionOk="0">
                  <a:moveTo>
                    <a:pt x="3773" y="0"/>
                  </a:moveTo>
                  <a:cubicBezTo>
                    <a:pt x="1677" y="0"/>
                    <a:pt x="0" y="1677"/>
                    <a:pt x="0" y="3714"/>
                  </a:cubicBezTo>
                  <a:cubicBezTo>
                    <a:pt x="0" y="5977"/>
                    <a:pt x="1854" y="7477"/>
                    <a:pt x="3778" y="7477"/>
                  </a:cubicBezTo>
                  <a:cubicBezTo>
                    <a:pt x="4706" y="7477"/>
                    <a:pt x="5649" y="7128"/>
                    <a:pt x="6409" y="6349"/>
                  </a:cubicBezTo>
                  <a:cubicBezTo>
                    <a:pt x="8744" y="4013"/>
                    <a:pt x="7067" y="0"/>
                    <a:pt x="3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46"/>
            <p:cNvSpPr/>
            <p:nvPr/>
          </p:nvSpPr>
          <p:spPr>
            <a:xfrm>
              <a:off x="-1938625" y="4150600"/>
              <a:ext cx="272550" cy="233750"/>
            </a:xfrm>
            <a:custGeom>
              <a:avLst/>
              <a:gdLst/>
              <a:ahLst/>
              <a:cxnLst/>
              <a:rect l="l" t="t" r="r" b="b"/>
              <a:pathLst>
                <a:path w="10902" h="9350" extrusionOk="0">
                  <a:moveTo>
                    <a:pt x="6217" y="1"/>
                  </a:moveTo>
                  <a:cubicBezTo>
                    <a:pt x="5065" y="1"/>
                    <a:pt x="3889" y="430"/>
                    <a:pt x="2935" y="1384"/>
                  </a:cubicBezTo>
                  <a:cubicBezTo>
                    <a:pt x="1" y="4318"/>
                    <a:pt x="2097" y="9349"/>
                    <a:pt x="6229" y="9349"/>
                  </a:cubicBezTo>
                  <a:cubicBezTo>
                    <a:pt x="8805" y="9349"/>
                    <a:pt x="10901" y="7253"/>
                    <a:pt x="10901" y="4678"/>
                  </a:cubicBezTo>
                  <a:cubicBezTo>
                    <a:pt x="10901" y="1848"/>
                    <a:pt x="8610" y="1"/>
                    <a:pt x="62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46"/>
            <p:cNvSpPr/>
            <p:nvPr/>
          </p:nvSpPr>
          <p:spPr>
            <a:xfrm>
              <a:off x="-1875725" y="4174700"/>
              <a:ext cx="218625" cy="186925"/>
            </a:xfrm>
            <a:custGeom>
              <a:avLst/>
              <a:gdLst/>
              <a:ahLst/>
              <a:cxnLst/>
              <a:rect l="l" t="t" r="r" b="b"/>
              <a:pathLst>
                <a:path w="8745" h="7477" extrusionOk="0">
                  <a:moveTo>
                    <a:pt x="3713" y="0"/>
                  </a:moveTo>
                  <a:cubicBezTo>
                    <a:pt x="1677" y="0"/>
                    <a:pt x="0" y="1677"/>
                    <a:pt x="0" y="3714"/>
                  </a:cubicBezTo>
                  <a:cubicBezTo>
                    <a:pt x="0" y="5977"/>
                    <a:pt x="1827" y="7477"/>
                    <a:pt x="3733" y="7477"/>
                  </a:cubicBezTo>
                  <a:cubicBezTo>
                    <a:pt x="4652" y="7477"/>
                    <a:pt x="5589" y="7128"/>
                    <a:pt x="6349" y="6349"/>
                  </a:cubicBezTo>
                  <a:cubicBezTo>
                    <a:pt x="8745" y="4013"/>
                    <a:pt x="7068" y="0"/>
                    <a:pt x="37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46"/>
            <p:cNvSpPr/>
            <p:nvPr/>
          </p:nvSpPr>
          <p:spPr>
            <a:xfrm>
              <a:off x="-4776050" y="4150600"/>
              <a:ext cx="274025" cy="233750"/>
            </a:xfrm>
            <a:custGeom>
              <a:avLst/>
              <a:gdLst/>
              <a:ahLst/>
              <a:cxnLst/>
              <a:rect l="l" t="t" r="r" b="b"/>
              <a:pathLst>
                <a:path w="10961" h="9350" extrusionOk="0">
                  <a:moveTo>
                    <a:pt x="6232" y="1"/>
                  </a:moveTo>
                  <a:cubicBezTo>
                    <a:pt x="5071" y="1"/>
                    <a:pt x="3889" y="430"/>
                    <a:pt x="2935" y="1384"/>
                  </a:cubicBezTo>
                  <a:cubicBezTo>
                    <a:pt x="0" y="4318"/>
                    <a:pt x="2096" y="9349"/>
                    <a:pt x="6289" y="9349"/>
                  </a:cubicBezTo>
                  <a:cubicBezTo>
                    <a:pt x="8864" y="9349"/>
                    <a:pt x="10961" y="7253"/>
                    <a:pt x="10961" y="4678"/>
                  </a:cubicBezTo>
                  <a:cubicBezTo>
                    <a:pt x="10961" y="1848"/>
                    <a:pt x="8642" y="1"/>
                    <a:pt x="62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46"/>
            <p:cNvSpPr/>
            <p:nvPr/>
          </p:nvSpPr>
          <p:spPr>
            <a:xfrm>
              <a:off x="-4713175" y="4174700"/>
              <a:ext cx="218650" cy="186925"/>
            </a:xfrm>
            <a:custGeom>
              <a:avLst/>
              <a:gdLst/>
              <a:ahLst/>
              <a:cxnLst/>
              <a:rect l="l" t="t" r="r" b="b"/>
              <a:pathLst>
                <a:path w="8746" h="7477" extrusionOk="0">
                  <a:moveTo>
                    <a:pt x="3774" y="0"/>
                  </a:moveTo>
                  <a:cubicBezTo>
                    <a:pt x="1678" y="0"/>
                    <a:pt x="1" y="1677"/>
                    <a:pt x="1" y="3714"/>
                  </a:cubicBezTo>
                  <a:cubicBezTo>
                    <a:pt x="1" y="5977"/>
                    <a:pt x="1828" y="7477"/>
                    <a:pt x="3752" y="7477"/>
                  </a:cubicBezTo>
                  <a:cubicBezTo>
                    <a:pt x="4680" y="7477"/>
                    <a:pt x="5630" y="7128"/>
                    <a:pt x="6409" y="6349"/>
                  </a:cubicBezTo>
                  <a:cubicBezTo>
                    <a:pt x="8745" y="4013"/>
                    <a:pt x="7068" y="0"/>
                    <a:pt x="3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46"/>
            <p:cNvSpPr/>
            <p:nvPr/>
          </p:nvSpPr>
          <p:spPr>
            <a:xfrm>
              <a:off x="-4484075" y="4150600"/>
              <a:ext cx="274025" cy="233750"/>
            </a:xfrm>
            <a:custGeom>
              <a:avLst/>
              <a:gdLst/>
              <a:ahLst/>
              <a:cxnLst/>
              <a:rect l="l" t="t" r="r" b="b"/>
              <a:pathLst>
                <a:path w="10961" h="9350" extrusionOk="0">
                  <a:moveTo>
                    <a:pt x="6277" y="1"/>
                  </a:moveTo>
                  <a:cubicBezTo>
                    <a:pt x="5125" y="1"/>
                    <a:pt x="3949" y="430"/>
                    <a:pt x="2995" y="1384"/>
                  </a:cubicBezTo>
                  <a:cubicBezTo>
                    <a:pt x="0" y="4318"/>
                    <a:pt x="2097" y="9349"/>
                    <a:pt x="6289" y="9349"/>
                  </a:cubicBezTo>
                  <a:cubicBezTo>
                    <a:pt x="8865" y="9349"/>
                    <a:pt x="10961" y="7253"/>
                    <a:pt x="10961" y="4678"/>
                  </a:cubicBezTo>
                  <a:cubicBezTo>
                    <a:pt x="10961" y="1848"/>
                    <a:pt x="8669" y="1"/>
                    <a:pt x="6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46"/>
            <p:cNvSpPr/>
            <p:nvPr/>
          </p:nvSpPr>
          <p:spPr>
            <a:xfrm>
              <a:off x="-4421200" y="4174700"/>
              <a:ext cx="218650" cy="186925"/>
            </a:xfrm>
            <a:custGeom>
              <a:avLst/>
              <a:gdLst/>
              <a:ahLst/>
              <a:cxnLst/>
              <a:rect l="l" t="t" r="r" b="b"/>
              <a:pathLst>
                <a:path w="8746" h="7477" extrusionOk="0">
                  <a:moveTo>
                    <a:pt x="3774" y="0"/>
                  </a:moveTo>
                  <a:cubicBezTo>
                    <a:pt x="1678" y="0"/>
                    <a:pt x="1" y="1677"/>
                    <a:pt x="1" y="3714"/>
                  </a:cubicBezTo>
                  <a:cubicBezTo>
                    <a:pt x="1" y="5977"/>
                    <a:pt x="1855" y="7477"/>
                    <a:pt x="3779" y="7477"/>
                  </a:cubicBezTo>
                  <a:cubicBezTo>
                    <a:pt x="4706" y="7477"/>
                    <a:pt x="5650" y="7128"/>
                    <a:pt x="6409" y="6349"/>
                  </a:cubicBezTo>
                  <a:cubicBezTo>
                    <a:pt x="8745" y="4013"/>
                    <a:pt x="7128" y="0"/>
                    <a:pt x="3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46"/>
            <p:cNvSpPr/>
            <p:nvPr/>
          </p:nvSpPr>
          <p:spPr>
            <a:xfrm>
              <a:off x="-4190600" y="4150600"/>
              <a:ext cx="272525" cy="233750"/>
            </a:xfrm>
            <a:custGeom>
              <a:avLst/>
              <a:gdLst/>
              <a:ahLst/>
              <a:cxnLst/>
              <a:rect l="l" t="t" r="r" b="b"/>
              <a:pathLst>
                <a:path w="10901" h="9350" extrusionOk="0">
                  <a:moveTo>
                    <a:pt x="6217" y="1"/>
                  </a:moveTo>
                  <a:cubicBezTo>
                    <a:pt x="5065" y="1"/>
                    <a:pt x="3889" y="430"/>
                    <a:pt x="2935" y="1384"/>
                  </a:cubicBezTo>
                  <a:cubicBezTo>
                    <a:pt x="0" y="4318"/>
                    <a:pt x="2097" y="9349"/>
                    <a:pt x="6229" y="9349"/>
                  </a:cubicBezTo>
                  <a:cubicBezTo>
                    <a:pt x="8805" y="9349"/>
                    <a:pt x="10901" y="7253"/>
                    <a:pt x="10901" y="4678"/>
                  </a:cubicBezTo>
                  <a:cubicBezTo>
                    <a:pt x="10901" y="1848"/>
                    <a:pt x="8609" y="1"/>
                    <a:pt x="62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46"/>
            <p:cNvSpPr/>
            <p:nvPr/>
          </p:nvSpPr>
          <p:spPr>
            <a:xfrm>
              <a:off x="-4127725" y="4174700"/>
              <a:ext cx="218650" cy="186925"/>
            </a:xfrm>
            <a:custGeom>
              <a:avLst/>
              <a:gdLst/>
              <a:ahLst/>
              <a:cxnLst/>
              <a:rect l="l" t="t" r="r" b="b"/>
              <a:pathLst>
                <a:path w="8746" h="7477" extrusionOk="0">
                  <a:moveTo>
                    <a:pt x="3714" y="0"/>
                  </a:moveTo>
                  <a:cubicBezTo>
                    <a:pt x="1678" y="0"/>
                    <a:pt x="1" y="1677"/>
                    <a:pt x="1" y="3714"/>
                  </a:cubicBezTo>
                  <a:cubicBezTo>
                    <a:pt x="1" y="5977"/>
                    <a:pt x="1828" y="7477"/>
                    <a:pt x="3734" y="7477"/>
                  </a:cubicBezTo>
                  <a:cubicBezTo>
                    <a:pt x="4653" y="7477"/>
                    <a:pt x="5590" y="7128"/>
                    <a:pt x="6350" y="6349"/>
                  </a:cubicBezTo>
                  <a:cubicBezTo>
                    <a:pt x="8745" y="4013"/>
                    <a:pt x="7068"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46"/>
            <p:cNvSpPr/>
            <p:nvPr/>
          </p:nvSpPr>
          <p:spPr>
            <a:xfrm>
              <a:off x="-4853925" y="3273325"/>
              <a:ext cx="4029350" cy="1052625"/>
            </a:xfrm>
            <a:custGeom>
              <a:avLst/>
              <a:gdLst/>
              <a:ahLst/>
              <a:cxnLst/>
              <a:rect l="l" t="t" r="r" b="b"/>
              <a:pathLst>
                <a:path w="161174" h="42105" extrusionOk="0">
                  <a:moveTo>
                    <a:pt x="1" y="0"/>
                  </a:moveTo>
                  <a:lnTo>
                    <a:pt x="1" y="42105"/>
                  </a:lnTo>
                  <a:lnTo>
                    <a:pt x="153207" y="42105"/>
                  </a:lnTo>
                  <a:cubicBezTo>
                    <a:pt x="157579" y="42105"/>
                    <a:pt x="161173" y="38571"/>
                    <a:pt x="161173" y="34139"/>
                  </a:cubicBezTo>
                  <a:cubicBezTo>
                    <a:pt x="161173" y="33240"/>
                    <a:pt x="160993" y="32342"/>
                    <a:pt x="160694" y="31444"/>
                  </a:cubicBezTo>
                  <a:lnTo>
                    <a:pt x="159496" y="28090"/>
                  </a:lnTo>
                  <a:lnTo>
                    <a:pt x="153327" y="11080"/>
                  </a:lnTo>
                  <a:cubicBezTo>
                    <a:pt x="153088" y="10481"/>
                    <a:pt x="152848" y="9942"/>
                    <a:pt x="152548" y="9343"/>
                  </a:cubicBezTo>
                  <a:cubicBezTo>
                    <a:pt x="149734" y="3653"/>
                    <a:pt x="143864" y="0"/>
                    <a:pt x="1374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46"/>
            <p:cNvSpPr/>
            <p:nvPr/>
          </p:nvSpPr>
          <p:spPr>
            <a:xfrm>
              <a:off x="-4737125" y="3506900"/>
              <a:ext cx="585475" cy="468675"/>
            </a:xfrm>
            <a:custGeom>
              <a:avLst/>
              <a:gdLst/>
              <a:ahLst/>
              <a:cxnLst/>
              <a:rect l="l" t="t" r="r" b="b"/>
              <a:pathLst>
                <a:path w="23419" h="18747" extrusionOk="0">
                  <a:moveTo>
                    <a:pt x="2037" y="0"/>
                  </a:moveTo>
                  <a:cubicBezTo>
                    <a:pt x="899" y="0"/>
                    <a:pt x="0" y="899"/>
                    <a:pt x="0" y="2037"/>
                  </a:cubicBezTo>
                  <a:lnTo>
                    <a:pt x="0" y="16710"/>
                  </a:lnTo>
                  <a:cubicBezTo>
                    <a:pt x="0" y="17848"/>
                    <a:pt x="899" y="18747"/>
                    <a:pt x="2037" y="18747"/>
                  </a:cubicBezTo>
                  <a:lnTo>
                    <a:pt x="21382" y="18747"/>
                  </a:lnTo>
                  <a:cubicBezTo>
                    <a:pt x="22520" y="18747"/>
                    <a:pt x="23419" y="17848"/>
                    <a:pt x="23419" y="16710"/>
                  </a:cubicBezTo>
                  <a:lnTo>
                    <a:pt x="23419" y="2037"/>
                  </a:lnTo>
                  <a:cubicBezTo>
                    <a:pt x="23419" y="899"/>
                    <a:pt x="22520" y="0"/>
                    <a:pt x="213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46"/>
            <p:cNvSpPr/>
            <p:nvPr/>
          </p:nvSpPr>
          <p:spPr>
            <a:xfrm>
              <a:off x="-4034875" y="3506900"/>
              <a:ext cx="585475" cy="468675"/>
            </a:xfrm>
            <a:custGeom>
              <a:avLst/>
              <a:gdLst/>
              <a:ahLst/>
              <a:cxnLst/>
              <a:rect l="l" t="t" r="r" b="b"/>
              <a:pathLst>
                <a:path w="23419" h="18747" extrusionOk="0">
                  <a:moveTo>
                    <a:pt x="2037" y="0"/>
                  </a:moveTo>
                  <a:cubicBezTo>
                    <a:pt x="899" y="0"/>
                    <a:pt x="0" y="899"/>
                    <a:pt x="0" y="2037"/>
                  </a:cubicBezTo>
                  <a:lnTo>
                    <a:pt x="0" y="16710"/>
                  </a:lnTo>
                  <a:cubicBezTo>
                    <a:pt x="0" y="17848"/>
                    <a:pt x="899" y="18747"/>
                    <a:pt x="2037" y="18747"/>
                  </a:cubicBezTo>
                  <a:lnTo>
                    <a:pt x="21382" y="18747"/>
                  </a:lnTo>
                  <a:cubicBezTo>
                    <a:pt x="22520" y="18747"/>
                    <a:pt x="23418" y="17848"/>
                    <a:pt x="23418" y="16710"/>
                  </a:cubicBezTo>
                  <a:lnTo>
                    <a:pt x="23418" y="2037"/>
                  </a:lnTo>
                  <a:cubicBezTo>
                    <a:pt x="23418" y="899"/>
                    <a:pt x="22520" y="0"/>
                    <a:pt x="213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46"/>
            <p:cNvSpPr/>
            <p:nvPr/>
          </p:nvSpPr>
          <p:spPr>
            <a:xfrm>
              <a:off x="-2952325" y="3506900"/>
              <a:ext cx="585500" cy="468675"/>
            </a:xfrm>
            <a:custGeom>
              <a:avLst/>
              <a:gdLst/>
              <a:ahLst/>
              <a:cxnLst/>
              <a:rect l="l" t="t" r="r" b="b"/>
              <a:pathLst>
                <a:path w="23420" h="18747" extrusionOk="0">
                  <a:moveTo>
                    <a:pt x="2037" y="0"/>
                  </a:moveTo>
                  <a:cubicBezTo>
                    <a:pt x="899" y="0"/>
                    <a:pt x="1" y="899"/>
                    <a:pt x="1" y="2037"/>
                  </a:cubicBezTo>
                  <a:lnTo>
                    <a:pt x="1" y="16710"/>
                  </a:lnTo>
                  <a:cubicBezTo>
                    <a:pt x="1" y="17848"/>
                    <a:pt x="899" y="18747"/>
                    <a:pt x="2037" y="18747"/>
                  </a:cubicBezTo>
                  <a:lnTo>
                    <a:pt x="21383" y="18747"/>
                  </a:lnTo>
                  <a:cubicBezTo>
                    <a:pt x="22461" y="18747"/>
                    <a:pt x="23419" y="17848"/>
                    <a:pt x="23419" y="16710"/>
                  </a:cubicBezTo>
                  <a:lnTo>
                    <a:pt x="23419" y="2037"/>
                  </a:lnTo>
                  <a:cubicBezTo>
                    <a:pt x="23419" y="899"/>
                    <a:pt x="22461" y="0"/>
                    <a:pt x="21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46"/>
            <p:cNvSpPr/>
            <p:nvPr/>
          </p:nvSpPr>
          <p:spPr>
            <a:xfrm>
              <a:off x="-2250075" y="3506900"/>
              <a:ext cx="584000" cy="468675"/>
            </a:xfrm>
            <a:custGeom>
              <a:avLst/>
              <a:gdLst/>
              <a:ahLst/>
              <a:cxnLst/>
              <a:rect l="l" t="t" r="r" b="b"/>
              <a:pathLst>
                <a:path w="23360" h="18747" extrusionOk="0">
                  <a:moveTo>
                    <a:pt x="1977" y="0"/>
                  </a:moveTo>
                  <a:cubicBezTo>
                    <a:pt x="899" y="0"/>
                    <a:pt x="1" y="899"/>
                    <a:pt x="1" y="2037"/>
                  </a:cubicBezTo>
                  <a:lnTo>
                    <a:pt x="1" y="16710"/>
                  </a:lnTo>
                  <a:cubicBezTo>
                    <a:pt x="1" y="17848"/>
                    <a:pt x="899" y="18747"/>
                    <a:pt x="1977" y="18747"/>
                  </a:cubicBezTo>
                  <a:lnTo>
                    <a:pt x="21383" y="18747"/>
                  </a:lnTo>
                  <a:cubicBezTo>
                    <a:pt x="22461" y="18747"/>
                    <a:pt x="23359" y="17848"/>
                    <a:pt x="23359" y="16710"/>
                  </a:cubicBezTo>
                  <a:lnTo>
                    <a:pt x="23359" y="2037"/>
                  </a:lnTo>
                  <a:cubicBezTo>
                    <a:pt x="23359" y="899"/>
                    <a:pt x="22461" y="0"/>
                    <a:pt x="21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6"/>
            <p:cNvSpPr/>
            <p:nvPr/>
          </p:nvSpPr>
          <p:spPr>
            <a:xfrm>
              <a:off x="-3332625" y="3506900"/>
              <a:ext cx="263550" cy="468675"/>
            </a:xfrm>
            <a:custGeom>
              <a:avLst/>
              <a:gdLst/>
              <a:ahLst/>
              <a:cxnLst/>
              <a:rect l="l" t="t" r="r" b="b"/>
              <a:pathLst>
                <a:path w="10542" h="18747" extrusionOk="0">
                  <a:moveTo>
                    <a:pt x="2036" y="0"/>
                  </a:moveTo>
                  <a:cubicBezTo>
                    <a:pt x="899" y="0"/>
                    <a:pt x="0" y="899"/>
                    <a:pt x="0" y="2037"/>
                  </a:cubicBezTo>
                  <a:lnTo>
                    <a:pt x="0" y="16710"/>
                  </a:lnTo>
                  <a:cubicBezTo>
                    <a:pt x="0" y="17848"/>
                    <a:pt x="899" y="18747"/>
                    <a:pt x="2036" y="18747"/>
                  </a:cubicBezTo>
                  <a:lnTo>
                    <a:pt x="8505" y="18747"/>
                  </a:lnTo>
                  <a:cubicBezTo>
                    <a:pt x="9643" y="18747"/>
                    <a:pt x="10541" y="17848"/>
                    <a:pt x="10541" y="16710"/>
                  </a:cubicBezTo>
                  <a:lnTo>
                    <a:pt x="10541" y="2037"/>
                  </a:lnTo>
                  <a:cubicBezTo>
                    <a:pt x="10541" y="899"/>
                    <a:pt x="9643" y="0"/>
                    <a:pt x="8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46"/>
            <p:cNvSpPr/>
            <p:nvPr/>
          </p:nvSpPr>
          <p:spPr>
            <a:xfrm>
              <a:off x="-4853925" y="3273325"/>
              <a:ext cx="3728375" cy="116800"/>
            </a:xfrm>
            <a:custGeom>
              <a:avLst/>
              <a:gdLst/>
              <a:ahLst/>
              <a:cxnLst/>
              <a:rect l="l" t="t" r="r" b="b"/>
              <a:pathLst>
                <a:path w="149135" h="4672" extrusionOk="0">
                  <a:moveTo>
                    <a:pt x="1" y="0"/>
                  </a:moveTo>
                  <a:lnTo>
                    <a:pt x="1" y="4672"/>
                  </a:lnTo>
                  <a:lnTo>
                    <a:pt x="149135" y="4672"/>
                  </a:lnTo>
                  <a:cubicBezTo>
                    <a:pt x="145960" y="1677"/>
                    <a:pt x="141828" y="0"/>
                    <a:pt x="1374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46"/>
            <p:cNvSpPr/>
            <p:nvPr/>
          </p:nvSpPr>
          <p:spPr>
            <a:xfrm>
              <a:off x="-1384600" y="3506900"/>
              <a:ext cx="518100" cy="468675"/>
            </a:xfrm>
            <a:custGeom>
              <a:avLst/>
              <a:gdLst/>
              <a:ahLst/>
              <a:cxnLst/>
              <a:rect l="l" t="t" r="r" b="b"/>
              <a:pathLst>
                <a:path w="20724" h="18747" extrusionOk="0">
                  <a:moveTo>
                    <a:pt x="2396" y="0"/>
                  </a:moveTo>
                  <a:cubicBezTo>
                    <a:pt x="958" y="0"/>
                    <a:pt x="0" y="1378"/>
                    <a:pt x="479" y="2695"/>
                  </a:cubicBezTo>
                  <a:lnTo>
                    <a:pt x="5810" y="17429"/>
                  </a:lnTo>
                  <a:cubicBezTo>
                    <a:pt x="6109" y="18208"/>
                    <a:pt x="6888" y="18747"/>
                    <a:pt x="7726" y="18747"/>
                  </a:cubicBezTo>
                  <a:lnTo>
                    <a:pt x="20723" y="18747"/>
                  </a:lnTo>
                  <a:lnTo>
                    <a:pt x="14554" y="1737"/>
                  </a:lnTo>
                  <a:cubicBezTo>
                    <a:pt x="14315" y="1138"/>
                    <a:pt x="14075" y="599"/>
                    <a:pt x="137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46"/>
            <p:cNvSpPr/>
            <p:nvPr/>
          </p:nvSpPr>
          <p:spPr>
            <a:xfrm>
              <a:off x="-4853925" y="4209125"/>
              <a:ext cx="4011375" cy="116825"/>
            </a:xfrm>
            <a:custGeom>
              <a:avLst/>
              <a:gdLst/>
              <a:ahLst/>
              <a:cxnLst/>
              <a:rect l="l" t="t" r="r" b="b"/>
              <a:pathLst>
                <a:path w="160455" h="4673" extrusionOk="0">
                  <a:moveTo>
                    <a:pt x="1" y="1"/>
                  </a:moveTo>
                  <a:lnTo>
                    <a:pt x="1" y="4673"/>
                  </a:lnTo>
                  <a:lnTo>
                    <a:pt x="153207" y="4673"/>
                  </a:lnTo>
                  <a:cubicBezTo>
                    <a:pt x="156322" y="4673"/>
                    <a:pt x="159197" y="2876"/>
                    <a:pt x="160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46"/>
            <p:cNvSpPr/>
            <p:nvPr/>
          </p:nvSpPr>
          <p:spPr>
            <a:xfrm>
              <a:off x="-3403000" y="3378125"/>
              <a:ext cx="404300" cy="831025"/>
            </a:xfrm>
            <a:custGeom>
              <a:avLst/>
              <a:gdLst/>
              <a:ahLst/>
              <a:cxnLst/>
              <a:rect l="l" t="t" r="r" b="b"/>
              <a:pathLst>
                <a:path w="16172" h="33241" extrusionOk="0">
                  <a:moveTo>
                    <a:pt x="3174" y="0"/>
                  </a:moveTo>
                  <a:cubicBezTo>
                    <a:pt x="1438" y="0"/>
                    <a:pt x="0" y="1438"/>
                    <a:pt x="0" y="3175"/>
                  </a:cubicBezTo>
                  <a:lnTo>
                    <a:pt x="0" y="33241"/>
                  </a:lnTo>
                  <a:lnTo>
                    <a:pt x="958" y="33241"/>
                  </a:lnTo>
                  <a:lnTo>
                    <a:pt x="958" y="3175"/>
                  </a:lnTo>
                  <a:cubicBezTo>
                    <a:pt x="958" y="1917"/>
                    <a:pt x="1917" y="959"/>
                    <a:pt x="3174" y="959"/>
                  </a:cubicBezTo>
                  <a:lnTo>
                    <a:pt x="12997" y="959"/>
                  </a:lnTo>
                  <a:cubicBezTo>
                    <a:pt x="14255" y="959"/>
                    <a:pt x="15273" y="1917"/>
                    <a:pt x="15273" y="3175"/>
                  </a:cubicBezTo>
                  <a:lnTo>
                    <a:pt x="15273" y="33241"/>
                  </a:lnTo>
                  <a:lnTo>
                    <a:pt x="16171" y="33241"/>
                  </a:lnTo>
                  <a:lnTo>
                    <a:pt x="16171" y="3175"/>
                  </a:lnTo>
                  <a:cubicBezTo>
                    <a:pt x="16171" y="1438"/>
                    <a:pt x="14734" y="0"/>
                    <a:pt x="129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46"/>
            <p:cNvSpPr/>
            <p:nvPr/>
          </p:nvSpPr>
          <p:spPr>
            <a:xfrm>
              <a:off x="-4853925" y="4080375"/>
              <a:ext cx="3333075" cy="128775"/>
            </a:xfrm>
            <a:custGeom>
              <a:avLst/>
              <a:gdLst/>
              <a:ahLst/>
              <a:cxnLst/>
              <a:rect l="l" t="t" r="r" b="b"/>
              <a:pathLst>
                <a:path w="133323" h="5151" extrusionOk="0">
                  <a:moveTo>
                    <a:pt x="1" y="0"/>
                  </a:moveTo>
                  <a:lnTo>
                    <a:pt x="1" y="958"/>
                  </a:lnTo>
                  <a:lnTo>
                    <a:pt x="118110" y="958"/>
                  </a:lnTo>
                  <a:cubicBezTo>
                    <a:pt x="122961" y="958"/>
                    <a:pt x="127753" y="2396"/>
                    <a:pt x="131766" y="5151"/>
                  </a:cubicBezTo>
                  <a:lnTo>
                    <a:pt x="133323" y="5151"/>
                  </a:lnTo>
                  <a:cubicBezTo>
                    <a:pt x="128951" y="1797"/>
                    <a:pt x="123620" y="0"/>
                    <a:pt x="1181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Trains and Railroads Minitheme by Slidesgo">
  <a:themeElements>
    <a:clrScheme name="Simple Light">
      <a:dk1>
        <a:srgbClr val="47322F"/>
      </a:dk1>
      <a:lt1>
        <a:srgbClr val="FFFFFF"/>
      </a:lt1>
      <a:dk2>
        <a:srgbClr val="E5DDD9"/>
      </a:dk2>
      <a:lt2>
        <a:srgbClr val="CEC2B6"/>
      </a:lt2>
      <a:accent1>
        <a:srgbClr val="E53A39"/>
      </a:accent1>
      <a:accent2>
        <a:srgbClr val="F28F42"/>
      </a:accent2>
      <a:accent3>
        <a:srgbClr val="F7B71F"/>
      </a:accent3>
      <a:accent4>
        <a:srgbClr val="3191A0"/>
      </a:accent4>
      <a:accent5>
        <a:srgbClr val="5EBFD1"/>
      </a:accent5>
      <a:accent6>
        <a:srgbClr val="E3FBFF"/>
      </a:accent6>
      <a:hlink>
        <a:srgbClr val="47322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748</Words>
  <Application>Microsoft Macintosh PowerPoint</Application>
  <PresentationFormat>On-screen Show (16:9)</PresentationFormat>
  <Paragraphs>123</Paragraphs>
  <Slides>25</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Arimo</vt:lpstr>
      <vt:lpstr>Darker Grotesque SemiBold</vt:lpstr>
      <vt:lpstr>Manrope</vt:lpstr>
      <vt:lpstr>Manrope Light</vt:lpstr>
      <vt:lpstr>Nova Square</vt:lpstr>
      <vt:lpstr>Arial</vt:lpstr>
      <vt:lpstr>Bebas Neue</vt:lpstr>
      <vt:lpstr>Times New Roman</vt:lpstr>
      <vt:lpstr>Trains and Railroads Minitheme by Slidesgo</vt:lpstr>
      <vt:lpstr>SEPTA Cuts Impact Analysis</vt:lpstr>
      <vt:lpstr>Table of contents</vt:lpstr>
      <vt:lpstr>Context </vt:lpstr>
      <vt:lpstr>PowerPoint Presentation</vt:lpstr>
      <vt:lpstr>What has been Cut?</vt:lpstr>
      <vt:lpstr>Distribution of Route Discontinue </vt:lpstr>
      <vt:lpstr>Distribution of Headway Change  </vt:lpstr>
      <vt:lpstr>Purpose of the Study </vt:lpstr>
      <vt:lpstr>Method </vt:lpstr>
      <vt:lpstr>Step by Step </vt:lpstr>
      <vt:lpstr>Results </vt:lpstr>
      <vt:lpstr>GTFS Analysis</vt:lpstr>
      <vt:lpstr>Peak hour and Midday Assumption</vt:lpstr>
      <vt:lpstr>Peak hour Capacity Changes by Route</vt:lpstr>
      <vt:lpstr>Headway Changes by Route</vt:lpstr>
      <vt:lpstr>Travel Time Analysis</vt:lpstr>
      <vt:lpstr>This is a table</vt:lpstr>
      <vt:lpstr>Product demo</vt:lpstr>
      <vt:lpstr>This is a map</vt:lpstr>
      <vt:lpstr>Our history</vt:lpstr>
      <vt:lpstr>You can use an infographic</vt:lpstr>
      <vt:lpstr>This is a graph</vt:lpstr>
      <vt:lpstr>21 Million</vt:lpstr>
      <vt:lpstr>8,574,000</vt:lpstr>
      <vt:lpstr>Alternative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Zhanchao Yang</cp:lastModifiedBy>
  <cp:revision>11</cp:revision>
  <dcterms:modified xsi:type="dcterms:W3CDTF">2025-11-15T18:19:33Z</dcterms:modified>
</cp:coreProperties>
</file>